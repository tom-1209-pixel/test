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78" r:id="rId1"/>
  </p:sldMasterIdLst>
  <p:notesMasterIdLst>
    <p:notesMasterId r:id="rId78"/>
  </p:notesMasterIdLst>
  <p:sldIdLst>
    <p:sldId id="369" r:id="rId2"/>
    <p:sldId id="461" r:id="rId3"/>
    <p:sldId id="510" r:id="rId4"/>
    <p:sldId id="372" r:id="rId5"/>
    <p:sldId id="373" r:id="rId6"/>
    <p:sldId id="374" r:id="rId7"/>
    <p:sldId id="375" r:id="rId8"/>
    <p:sldId id="377" r:id="rId9"/>
    <p:sldId id="378" r:id="rId10"/>
    <p:sldId id="382" r:id="rId11"/>
    <p:sldId id="379" r:id="rId12"/>
    <p:sldId id="494" r:id="rId13"/>
    <p:sldId id="380" r:id="rId14"/>
    <p:sldId id="495" r:id="rId15"/>
    <p:sldId id="381" r:id="rId16"/>
    <p:sldId id="496" r:id="rId17"/>
    <p:sldId id="384" r:id="rId18"/>
    <p:sldId id="385" r:id="rId19"/>
    <p:sldId id="386" r:id="rId20"/>
    <p:sldId id="388" r:id="rId21"/>
    <p:sldId id="390" r:id="rId22"/>
    <p:sldId id="391" r:id="rId23"/>
    <p:sldId id="392" r:id="rId24"/>
    <p:sldId id="499" r:id="rId25"/>
    <p:sldId id="393" r:id="rId26"/>
    <p:sldId id="498" r:id="rId27"/>
    <p:sldId id="500" r:id="rId28"/>
    <p:sldId id="396" r:id="rId29"/>
    <p:sldId id="397" r:id="rId30"/>
    <p:sldId id="398" r:id="rId31"/>
    <p:sldId id="476" r:id="rId32"/>
    <p:sldId id="477" r:id="rId33"/>
    <p:sldId id="497" r:id="rId34"/>
    <p:sldId id="479" r:id="rId35"/>
    <p:sldId id="480" r:id="rId36"/>
    <p:sldId id="481" r:id="rId37"/>
    <p:sldId id="484" r:id="rId38"/>
    <p:sldId id="485" r:id="rId39"/>
    <p:sldId id="414" r:id="rId40"/>
    <p:sldId id="415" r:id="rId41"/>
    <p:sldId id="487" r:id="rId42"/>
    <p:sldId id="417" r:id="rId43"/>
    <p:sldId id="418" r:id="rId44"/>
    <p:sldId id="419" r:id="rId45"/>
    <p:sldId id="420" r:id="rId46"/>
    <p:sldId id="421" r:id="rId47"/>
    <p:sldId id="422" r:id="rId48"/>
    <p:sldId id="425" r:id="rId49"/>
    <p:sldId id="501" r:id="rId50"/>
    <p:sldId id="507" r:id="rId51"/>
    <p:sldId id="508" r:id="rId52"/>
    <p:sldId id="488" r:id="rId53"/>
    <p:sldId id="427" r:id="rId54"/>
    <p:sldId id="428" r:id="rId55"/>
    <p:sldId id="504" r:id="rId56"/>
    <p:sldId id="505" r:id="rId57"/>
    <p:sldId id="490" r:id="rId58"/>
    <p:sldId id="491" r:id="rId59"/>
    <p:sldId id="492" r:id="rId60"/>
    <p:sldId id="433" r:id="rId61"/>
    <p:sldId id="434" r:id="rId62"/>
    <p:sldId id="435" r:id="rId63"/>
    <p:sldId id="436" r:id="rId64"/>
    <p:sldId id="437" r:id="rId65"/>
    <p:sldId id="509" r:id="rId66"/>
    <p:sldId id="439" r:id="rId67"/>
    <p:sldId id="511" r:id="rId68"/>
    <p:sldId id="512" r:id="rId69"/>
    <p:sldId id="513" r:id="rId70"/>
    <p:sldId id="440" r:id="rId71"/>
    <p:sldId id="493" r:id="rId72"/>
    <p:sldId id="442" r:id="rId73"/>
    <p:sldId id="443" r:id="rId74"/>
    <p:sldId id="444" r:id="rId75"/>
    <p:sldId id="446" r:id="rId76"/>
    <p:sldId id="506" r:id="rId77"/>
  </p:sldIdLst>
  <p:sldSz cx="9144000" cy="6858000" type="screen4x3"/>
  <p:notesSz cx="6858000" cy="9144000"/>
  <p:defaultTextStyle>
    <a:defPPr>
      <a:defRPr lang="en-US"/>
    </a:defPPr>
    <a:lvl1pPr algn="ctr" rtl="0" fontAlgn="base">
      <a:spcBef>
        <a:spcPct val="50000"/>
      </a:spcBef>
      <a:spcAft>
        <a:spcPct val="0"/>
      </a:spcAft>
      <a:defRPr kern="1200">
        <a:solidFill>
          <a:schemeClr val="tx1"/>
        </a:solidFill>
        <a:latin typeface="Tahoma" pitchFamily="34" charset="0"/>
        <a:ea typeface="+mn-ea"/>
        <a:cs typeface="+mn-cs"/>
      </a:defRPr>
    </a:lvl1pPr>
    <a:lvl2pPr marL="457200" algn="ctr" rtl="0" fontAlgn="base">
      <a:spcBef>
        <a:spcPct val="50000"/>
      </a:spcBef>
      <a:spcAft>
        <a:spcPct val="0"/>
      </a:spcAft>
      <a:defRPr kern="1200">
        <a:solidFill>
          <a:schemeClr val="tx1"/>
        </a:solidFill>
        <a:latin typeface="Tahoma" pitchFamily="34" charset="0"/>
        <a:ea typeface="+mn-ea"/>
        <a:cs typeface="+mn-cs"/>
      </a:defRPr>
    </a:lvl2pPr>
    <a:lvl3pPr marL="914400" algn="ctr" rtl="0" fontAlgn="base">
      <a:spcBef>
        <a:spcPct val="50000"/>
      </a:spcBef>
      <a:spcAft>
        <a:spcPct val="0"/>
      </a:spcAft>
      <a:defRPr kern="1200">
        <a:solidFill>
          <a:schemeClr val="tx1"/>
        </a:solidFill>
        <a:latin typeface="Tahoma" pitchFamily="34" charset="0"/>
        <a:ea typeface="+mn-ea"/>
        <a:cs typeface="+mn-cs"/>
      </a:defRPr>
    </a:lvl3pPr>
    <a:lvl4pPr marL="1371600" algn="ctr" rtl="0" fontAlgn="base">
      <a:spcBef>
        <a:spcPct val="50000"/>
      </a:spcBef>
      <a:spcAft>
        <a:spcPct val="0"/>
      </a:spcAft>
      <a:defRPr kern="1200">
        <a:solidFill>
          <a:schemeClr val="tx1"/>
        </a:solidFill>
        <a:latin typeface="Tahoma" pitchFamily="34" charset="0"/>
        <a:ea typeface="+mn-ea"/>
        <a:cs typeface="+mn-cs"/>
      </a:defRPr>
    </a:lvl4pPr>
    <a:lvl5pPr marL="1828800" algn="ctr" rtl="0" fontAlgn="base">
      <a:spcBef>
        <a:spcPct val="5000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33"/>
    <a:srgbClr val="CC0000"/>
    <a:srgbClr val="777777"/>
    <a:srgbClr val="FF3300"/>
    <a:srgbClr val="000066"/>
    <a:srgbClr val="800000"/>
    <a:srgbClr val="FFCC99"/>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70" autoAdjust="0"/>
    <p:restoredTop sz="92875" autoAdjust="0"/>
  </p:normalViewPr>
  <p:slideViewPr>
    <p:cSldViewPr>
      <p:cViewPr varScale="1">
        <p:scale>
          <a:sx n="77" d="100"/>
          <a:sy n="77" d="100"/>
        </p:scale>
        <p:origin x="1387"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spcBef>
                <a:spcPct val="0"/>
              </a:spcBef>
              <a:defRPr sz="1200" smtClean="0">
                <a:latin typeface="Arial" charset="0"/>
              </a:defRPr>
            </a:lvl1pPr>
          </a:lstStyle>
          <a:p>
            <a:pPr>
              <a:defRPr/>
            </a:pPr>
            <a:endParaRPr lang="en-US"/>
          </a:p>
        </p:txBody>
      </p:sp>
      <p:sp>
        <p:nvSpPr>
          <p:cNvPr id="1638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defRPr sz="1200" smtClean="0">
                <a:latin typeface="Arial" charset="0"/>
              </a:defRPr>
            </a:lvl1pPr>
          </a:lstStyle>
          <a:p>
            <a:pPr>
              <a:defRPr/>
            </a:pPr>
            <a:endParaRPr lang="en-US"/>
          </a:p>
        </p:txBody>
      </p:sp>
      <p:sp>
        <p:nvSpPr>
          <p:cNvPr id="460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638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9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spcBef>
                <a:spcPct val="0"/>
              </a:spcBef>
              <a:defRPr sz="1200" smtClean="0">
                <a:latin typeface="Arial" charset="0"/>
              </a:defRPr>
            </a:lvl1pPr>
          </a:lstStyle>
          <a:p>
            <a:pPr>
              <a:defRPr/>
            </a:pPr>
            <a:endParaRPr lang="en-US"/>
          </a:p>
        </p:txBody>
      </p:sp>
      <p:sp>
        <p:nvSpPr>
          <p:cNvPr id="1639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defRPr sz="1200" smtClean="0">
                <a:latin typeface="Arial" charset="0"/>
              </a:defRPr>
            </a:lvl1pPr>
          </a:lstStyle>
          <a:p>
            <a:pPr>
              <a:defRPr/>
            </a:pPr>
            <a:fld id="{9311C5C0-D2B9-4A94-B817-258D77A68D74}" type="slidenum">
              <a:rPr lang="en-US"/>
              <a:pPr>
                <a:defRPr/>
              </a:pPr>
              <a:t>‹#›</a:t>
            </a:fld>
            <a:endParaRPr lang="en-US"/>
          </a:p>
        </p:txBody>
      </p:sp>
    </p:spTree>
    <p:extLst>
      <p:ext uri="{BB962C8B-B14F-4D97-AF65-F5344CB8AC3E}">
        <p14:creationId xmlns:p14="http://schemas.microsoft.com/office/powerpoint/2010/main" val="19437143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311C5C0-D2B9-4A94-B817-258D77A68D74}" type="slidenum">
              <a:rPr lang="en-US" smtClean="0"/>
              <a:pPr>
                <a:defRPr/>
              </a:pPr>
              <a:t>1</a:t>
            </a:fld>
            <a:endParaRPr lang="en-US"/>
          </a:p>
        </p:txBody>
      </p:sp>
    </p:spTree>
    <p:extLst>
      <p:ext uri="{BB962C8B-B14F-4D97-AF65-F5344CB8AC3E}">
        <p14:creationId xmlns:p14="http://schemas.microsoft.com/office/powerpoint/2010/main" val="94835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03ECAD51-8B75-46CE-A858-15BEDFF3A781}" type="slidenum">
              <a:rPr lang="en-US" altLang="en-US">
                <a:latin typeface="Arial" charset="0"/>
              </a:rPr>
              <a:pPr eaLnBrk="1" hangingPunct="1"/>
              <a:t>2</a:t>
            </a:fld>
            <a:endParaRPr lang="en-US" altLang="en-US">
              <a:latin typeface="Arial"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8307912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1277B779-036B-407E-8FAF-984606F09A3C}" type="slidenum">
              <a:rPr lang="en-US" altLang="en-US">
                <a:latin typeface="Arial" charset="0"/>
              </a:rPr>
              <a:pPr eaLnBrk="1" hangingPunct="1"/>
              <a:t>4</a:t>
            </a:fld>
            <a:endParaRPr lang="en-US" altLang="en-US">
              <a:latin typeface="Arial"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70269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81CF8163-4885-480A-81AD-F7392EFCA65B}" type="slidenum">
              <a:rPr lang="en-US" altLang="en-US">
                <a:latin typeface="Arial" charset="0"/>
              </a:rPr>
              <a:pPr eaLnBrk="1" hangingPunct="1"/>
              <a:t>5</a:t>
            </a:fld>
            <a:endParaRPr lang="en-US" altLang="en-US">
              <a:latin typeface="Arial"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574649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4293EC8B-3338-4969-8593-4B6F086141DE}" type="slidenum">
              <a:rPr lang="en-US" altLang="en-US">
                <a:latin typeface="Arial" charset="0"/>
              </a:rPr>
              <a:pPr eaLnBrk="1" hangingPunct="1"/>
              <a:t>6</a:t>
            </a:fld>
            <a:endParaRPr lang="en-US" altLang="en-US">
              <a:latin typeface="Arial"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9039843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F047A1C0-900D-4E12-B0AF-860E7607C8A2}" type="slidenum">
              <a:rPr lang="en-US" altLang="en-US">
                <a:latin typeface="Arial" charset="0"/>
              </a:rPr>
              <a:pPr eaLnBrk="1" hangingPunct="1"/>
              <a:t>7</a:t>
            </a:fld>
            <a:endParaRPr lang="en-US" altLang="en-US">
              <a:latin typeface="Arial"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965197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1978428F-966C-48FD-B1A1-4B18241C0F3F}" type="slidenum">
              <a:rPr lang="en-US" altLang="en-US">
                <a:latin typeface="Arial" charset="0"/>
              </a:rPr>
              <a:pPr eaLnBrk="1" hangingPunct="1"/>
              <a:t>8</a:t>
            </a:fld>
            <a:endParaRPr lang="en-US" altLang="en-US">
              <a:latin typeface="Arial"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373689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60D3B369-A83D-4053-8784-DC58868DCA00}" type="slidenum">
              <a:rPr lang="en-US" altLang="en-US">
                <a:latin typeface="Arial" charset="0"/>
              </a:rPr>
              <a:pPr eaLnBrk="1" hangingPunct="1"/>
              <a:t>9</a:t>
            </a:fld>
            <a:endParaRPr lang="en-US" altLang="en-US">
              <a:latin typeface="Arial"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8078536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E727954F-E995-4CB7-94D4-73865ACE3D03}" type="slidenum">
              <a:rPr lang="en-US" altLang="en-US">
                <a:latin typeface="Arial" charset="0"/>
              </a:rPr>
              <a:pPr eaLnBrk="1" hangingPunct="1"/>
              <a:t>10</a:t>
            </a:fld>
            <a:endParaRPr lang="en-US" altLang="en-US">
              <a:latin typeface="Arial"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9968342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D124F55C-7ACF-45FA-9F01-7759C759C54D}" type="slidenum">
              <a:rPr lang="en-US" altLang="en-US">
                <a:latin typeface="Arial" charset="0"/>
              </a:rPr>
              <a:pPr eaLnBrk="1" hangingPunct="1"/>
              <a:t>11</a:t>
            </a:fld>
            <a:endParaRPr lang="en-US" altLang="en-US">
              <a:latin typeface="Arial"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p:spPr>
        <p:txBody>
          <a:bodyPr/>
          <a:lstStyle/>
          <a:p>
            <a:pPr eaLnBrk="1" hangingPunct="1"/>
            <a:endParaRPr lang="en-US" altLang="en-US" dirty="0"/>
          </a:p>
        </p:txBody>
      </p:sp>
    </p:spTree>
    <p:extLst>
      <p:ext uri="{BB962C8B-B14F-4D97-AF65-F5344CB8AC3E}">
        <p14:creationId xmlns:p14="http://schemas.microsoft.com/office/powerpoint/2010/main" val="2066304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D124F55C-7ACF-45FA-9F01-7759C759C54D}" type="slidenum">
              <a:rPr lang="en-US" altLang="en-US">
                <a:latin typeface="Arial" charset="0"/>
              </a:rPr>
              <a:pPr eaLnBrk="1" hangingPunct="1"/>
              <a:t>12</a:t>
            </a:fld>
            <a:endParaRPr lang="en-US" altLang="en-US">
              <a:latin typeface="Arial"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p:spPr>
        <p:txBody>
          <a:bodyPr/>
          <a:lstStyle/>
          <a:p>
            <a:pPr eaLnBrk="1" hangingPunct="1"/>
            <a:endParaRPr lang="en-US" altLang="en-US" dirty="0"/>
          </a:p>
        </p:txBody>
      </p:sp>
    </p:spTree>
    <p:extLst>
      <p:ext uri="{BB962C8B-B14F-4D97-AF65-F5344CB8AC3E}">
        <p14:creationId xmlns:p14="http://schemas.microsoft.com/office/powerpoint/2010/main" val="13967492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907CC721-CD97-4436-A56F-8B8E1A7894C4}" type="slidenum">
              <a:rPr lang="en-US" altLang="en-US">
                <a:latin typeface="Arial" charset="0"/>
              </a:rPr>
              <a:pPr eaLnBrk="1" hangingPunct="1"/>
              <a:t>13</a:t>
            </a:fld>
            <a:endParaRPr lang="en-US" altLang="en-US">
              <a:latin typeface="Arial"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020630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D124F55C-7ACF-45FA-9F01-7759C759C54D}" type="slidenum">
              <a:rPr lang="en-US" altLang="en-US">
                <a:latin typeface="Arial" charset="0"/>
              </a:rPr>
              <a:pPr eaLnBrk="1" hangingPunct="1"/>
              <a:t>14</a:t>
            </a:fld>
            <a:endParaRPr lang="en-US" altLang="en-US">
              <a:latin typeface="Arial"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784605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D9609B46-5F14-439D-AFD2-B72228876702}" type="slidenum">
              <a:rPr lang="en-US" altLang="en-US">
                <a:latin typeface="Arial" charset="0"/>
              </a:rPr>
              <a:pPr eaLnBrk="1" hangingPunct="1"/>
              <a:t>15</a:t>
            </a:fld>
            <a:endParaRPr lang="en-US" altLang="en-US">
              <a:latin typeface="Arial"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1093354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D124F55C-7ACF-45FA-9F01-7759C759C54D}" type="slidenum">
              <a:rPr lang="en-US" altLang="en-US">
                <a:latin typeface="Arial" charset="0"/>
              </a:rPr>
              <a:pPr eaLnBrk="1" hangingPunct="1"/>
              <a:t>16</a:t>
            </a:fld>
            <a:endParaRPr lang="en-US" altLang="en-US">
              <a:latin typeface="Arial"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4203617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D98D99B3-34BF-45FC-87C7-E008BB62F52C}" type="slidenum">
              <a:rPr lang="en-US" altLang="en-US">
                <a:latin typeface="Arial" charset="0"/>
              </a:rPr>
              <a:pPr eaLnBrk="1" hangingPunct="1"/>
              <a:t>17</a:t>
            </a:fld>
            <a:endParaRPr lang="en-US" altLang="en-US">
              <a:latin typeface="Arial"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097882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188A9664-C788-4814-A675-79070ACA0417}" type="slidenum">
              <a:rPr lang="en-US" altLang="en-US">
                <a:latin typeface="Arial" charset="0"/>
              </a:rPr>
              <a:pPr eaLnBrk="1" hangingPunct="1"/>
              <a:t>18</a:t>
            </a:fld>
            <a:endParaRPr lang="en-US" altLang="en-US">
              <a:latin typeface="Arial"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9246907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33F59C91-C761-444E-8C2B-76F521978D2A}" type="slidenum">
              <a:rPr lang="en-US" altLang="en-US">
                <a:latin typeface="Arial" charset="0"/>
              </a:rPr>
              <a:pPr eaLnBrk="1" hangingPunct="1"/>
              <a:t>19</a:t>
            </a:fld>
            <a:endParaRPr lang="en-US" altLang="en-US">
              <a:latin typeface="Arial"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086000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833B0E1F-9488-4984-B5FA-2264F149B9D7}" type="slidenum">
              <a:rPr lang="en-US" altLang="en-US">
                <a:latin typeface="Arial" charset="0"/>
              </a:rPr>
              <a:pPr eaLnBrk="1" hangingPunct="1"/>
              <a:t>20</a:t>
            </a:fld>
            <a:endParaRPr lang="en-US" altLang="en-US">
              <a:latin typeface="Arial"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7458495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2E28EFE2-B65B-4C44-9F12-CFD30D5C92CE}" type="slidenum">
              <a:rPr lang="en-US" altLang="en-US">
                <a:latin typeface="Arial" charset="0"/>
              </a:rPr>
              <a:pPr eaLnBrk="1" hangingPunct="1"/>
              <a:t>21</a:t>
            </a:fld>
            <a:endParaRPr lang="en-US" altLang="en-US">
              <a:latin typeface="Arial"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350634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40A5A934-2295-49D2-9C2A-490128E84035}" type="slidenum">
              <a:rPr lang="en-US" altLang="en-US">
                <a:latin typeface="Arial" charset="0"/>
              </a:rPr>
              <a:pPr eaLnBrk="1" hangingPunct="1"/>
              <a:t>22</a:t>
            </a:fld>
            <a:endParaRPr lang="en-US" altLang="en-US">
              <a:latin typeface="Arial"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p:spPr>
        <p:txBody>
          <a:bodyPr/>
          <a:lstStyle/>
          <a:p>
            <a:pPr eaLnBrk="1" hangingPunct="1"/>
            <a:endParaRPr lang="en-US" altLang="en-US" dirty="0"/>
          </a:p>
        </p:txBody>
      </p:sp>
    </p:spTree>
    <p:extLst>
      <p:ext uri="{BB962C8B-B14F-4D97-AF65-F5344CB8AC3E}">
        <p14:creationId xmlns:p14="http://schemas.microsoft.com/office/powerpoint/2010/main" val="14895151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371B7969-E0F2-481E-9546-595D8CDAD164}" type="slidenum">
              <a:rPr lang="en-US" altLang="en-US">
                <a:latin typeface="Arial" charset="0"/>
              </a:rPr>
              <a:pPr eaLnBrk="1" hangingPunct="1"/>
              <a:t>23</a:t>
            </a:fld>
            <a:endParaRPr lang="en-US" altLang="en-US">
              <a:latin typeface="Arial"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0641017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A2E23EE1-183D-4748-A266-4913199CE008}" type="slidenum">
              <a:rPr lang="en-US" altLang="en-US">
                <a:latin typeface="Arial" charset="0"/>
              </a:rPr>
              <a:pPr eaLnBrk="1" hangingPunct="1"/>
              <a:t>25</a:t>
            </a:fld>
            <a:endParaRPr lang="en-US" altLang="en-US">
              <a:latin typeface="Arial"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135941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A2E23EE1-183D-4748-A266-4913199CE008}" type="slidenum">
              <a:rPr lang="en-US" altLang="en-US">
                <a:latin typeface="Arial" charset="0"/>
              </a:rPr>
              <a:pPr eaLnBrk="1" hangingPunct="1"/>
              <a:t>26</a:t>
            </a:fld>
            <a:endParaRPr lang="en-US" altLang="en-US">
              <a:latin typeface="Arial"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637487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A2E23EE1-183D-4748-A266-4913199CE008}" type="slidenum">
              <a:rPr lang="en-US" altLang="en-US">
                <a:latin typeface="Arial" charset="0"/>
              </a:rPr>
              <a:pPr eaLnBrk="1" hangingPunct="1"/>
              <a:t>27</a:t>
            </a:fld>
            <a:endParaRPr lang="en-US" altLang="en-US">
              <a:latin typeface="Arial"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307365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A6347E2C-26A2-468E-BEA4-DB077B25C2C6}" type="slidenum">
              <a:rPr lang="en-US" altLang="en-US">
                <a:latin typeface="Arial" charset="0"/>
              </a:rPr>
              <a:pPr eaLnBrk="1" hangingPunct="1"/>
              <a:t>28</a:t>
            </a:fld>
            <a:endParaRPr lang="en-US" altLang="en-US">
              <a:latin typeface="Arial" charset="0"/>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0008115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4F274352-D0C6-4B51-80A0-7878E9FD25E5}" type="slidenum">
              <a:rPr lang="en-US" altLang="en-US">
                <a:latin typeface="Arial" charset="0"/>
              </a:rPr>
              <a:pPr eaLnBrk="1" hangingPunct="1"/>
              <a:t>29</a:t>
            </a:fld>
            <a:endParaRPr lang="en-US" altLang="en-US">
              <a:latin typeface="Arial"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5472933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05E6CC3B-11DC-4EF6-B399-3670658FB722}" type="slidenum">
              <a:rPr lang="en-US" altLang="en-US">
                <a:latin typeface="Arial" charset="0"/>
              </a:rPr>
              <a:pPr eaLnBrk="1" hangingPunct="1"/>
              <a:t>30</a:t>
            </a:fld>
            <a:endParaRPr lang="en-US" altLang="en-US">
              <a:latin typeface="Arial"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4796166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3A4AA23A-86B1-40F9-9260-12BAC236295C}" type="slidenum">
              <a:rPr lang="en-US" altLang="en-US">
                <a:latin typeface="Arial" charset="0"/>
              </a:rPr>
              <a:pPr eaLnBrk="1" hangingPunct="1"/>
              <a:t>31</a:t>
            </a:fld>
            <a:endParaRPr lang="en-US" altLang="en-US">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4570844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5B1609F3-3C90-4CBD-9299-8EEFAAA4E5E1}" type="slidenum">
              <a:rPr lang="en-US" altLang="en-US">
                <a:latin typeface="Arial" charset="0"/>
              </a:rPr>
              <a:pPr eaLnBrk="1" hangingPunct="1"/>
              <a:t>32</a:t>
            </a:fld>
            <a:endParaRPr lang="en-US" altLang="en-US">
              <a:latin typeface="Arial" charset="0"/>
            </a:endParaRPr>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4617361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6E36DFE6-B615-439B-81F5-35B475180823}" type="slidenum">
              <a:rPr lang="en-US" altLang="en-US">
                <a:latin typeface="Arial" charset="0"/>
              </a:rPr>
              <a:pPr eaLnBrk="1" hangingPunct="1"/>
              <a:t>33</a:t>
            </a:fld>
            <a:endParaRPr lang="en-US" altLang="en-US">
              <a:latin typeface="Arial" charset="0"/>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867866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B8C07381-8F4A-447A-9535-1CCA36F1CF6B}" type="slidenum">
              <a:rPr lang="en-US" altLang="en-US">
                <a:latin typeface="Arial" charset="0"/>
              </a:rPr>
              <a:pPr eaLnBrk="1" hangingPunct="1"/>
              <a:t>34</a:t>
            </a:fld>
            <a:endParaRPr lang="en-US" altLang="en-US">
              <a:latin typeface="Arial" charset="0"/>
            </a:endParaRPr>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9751298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8245E11A-C36E-42A1-8A27-1A042CCC522A}" type="slidenum">
              <a:rPr lang="en-US" altLang="en-US">
                <a:latin typeface="Arial" charset="0"/>
              </a:rPr>
              <a:pPr eaLnBrk="1" hangingPunct="1"/>
              <a:t>35</a:t>
            </a:fld>
            <a:endParaRPr lang="en-US" altLang="en-US">
              <a:latin typeface="Arial" charset="0"/>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056946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30C75521-0308-480C-985E-6B926863FE86}" type="slidenum">
              <a:rPr lang="en-US" altLang="en-US">
                <a:latin typeface="Arial" charset="0"/>
              </a:rPr>
              <a:pPr eaLnBrk="1" hangingPunct="1"/>
              <a:t>36</a:t>
            </a:fld>
            <a:endParaRPr lang="en-US" altLang="en-US">
              <a:latin typeface="Arial" charset="0"/>
            </a:endParaRPr>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p:spPr>
        <p:txBody>
          <a:bodyPr/>
          <a:lstStyle/>
          <a:p>
            <a:pPr>
              <a:lnSpc>
                <a:spcPct val="150000"/>
              </a:lnSpc>
            </a:pPr>
            <a:r>
              <a:rPr lang="en-US" dirty="0" err="1"/>
              <a:t>Phép</a:t>
            </a:r>
            <a:r>
              <a:rPr lang="en-US" baseline="0" dirty="0"/>
              <a:t> </a:t>
            </a:r>
            <a:r>
              <a:rPr lang="en-US" baseline="0" dirty="0" err="1"/>
              <a:t>gán</a:t>
            </a:r>
            <a:r>
              <a:rPr lang="en-US" baseline="0" dirty="0"/>
              <a:t>: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nhận</a:t>
            </a:r>
            <a:r>
              <a:rPr lang="en-US" dirty="0"/>
              <a:t> </a:t>
            </a:r>
            <a:r>
              <a:rPr lang="en-US" dirty="0" err="1"/>
              <a:t>lấy</a:t>
            </a:r>
            <a:r>
              <a:rPr lang="en-US" dirty="0"/>
              <a:t> </a:t>
            </a:r>
            <a:r>
              <a:rPr lang="en-US" u="sng" dirty="0" err="1"/>
              <a:t>kết</a:t>
            </a:r>
            <a:r>
              <a:rPr lang="en-US" u="sng" dirty="0"/>
              <a:t> </a:t>
            </a:r>
            <a:r>
              <a:rPr lang="en-US" u="sng" dirty="0" err="1"/>
              <a:t>quả</a:t>
            </a:r>
            <a:r>
              <a:rPr lang="en-US" dirty="0"/>
              <a:t> </a:t>
            </a:r>
            <a:r>
              <a:rPr lang="en-US" dirty="0" err="1"/>
              <a:t>trả</a:t>
            </a:r>
            <a:r>
              <a:rPr lang="en-US" dirty="0"/>
              <a:t> </a:t>
            </a:r>
            <a:r>
              <a:rPr lang="en-US" dirty="0" err="1"/>
              <a:t>về</a:t>
            </a:r>
            <a:r>
              <a:rPr lang="en-US" dirty="0"/>
              <a:t> </a:t>
            </a:r>
            <a:r>
              <a:rPr lang="en-US" dirty="0" err="1"/>
              <a:t>của</a:t>
            </a:r>
            <a:r>
              <a:rPr lang="en-US" dirty="0"/>
              <a:t> </a:t>
            </a:r>
            <a:r>
              <a:rPr lang="en-US" dirty="0" err="1"/>
              <a:t>một</a:t>
            </a:r>
            <a:r>
              <a:rPr lang="en-US" dirty="0"/>
              <a:t> </a:t>
            </a:r>
            <a:r>
              <a:rPr lang="en-US" dirty="0" err="1"/>
              <a:t>phép</a:t>
            </a:r>
            <a:r>
              <a:rPr lang="en-US" dirty="0"/>
              <a:t> </a:t>
            </a:r>
            <a:r>
              <a:rPr lang="en-US" dirty="0" err="1"/>
              <a:t>toán</a:t>
            </a:r>
            <a:endParaRPr lang="en-US" dirty="0"/>
          </a:p>
          <a:p>
            <a:pPr lvl="1">
              <a:lnSpc>
                <a:spcPct val="150000"/>
              </a:lnSpc>
            </a:pPr>
            <a:r>
              <a:rPr lang="en-US" dirty="0" err="1"/>
              <a:t>Thường</a:t>
            </a:r>
            <a:r>
              <a:rPr lang="en-US" dirty="0"/>
              <a:t> </a:t>
            </a:r>
            <a:r>
              <a:rPr lang="en-US" dirty="0" err="1"/>
              <a:t>là</a:t>
            </a:r>
            <a:r>
              <a:rPr lang="en-US" dirty="0"/>
              <a:t> </a:t>
            </a:r>
            <a:r>
              <a:rPr lang="en-US" dirty="0" err="1"/>
              <a:t>kết</a:t>
            </a:r>
            <a:r>
              <a:rPr lang="en-US" dirty="0"/>
              <a:t> </a:t>
            </a:r>
            <a:r>
              <a:rPr lang="en-US" dirty="0" err="1"/>
              <a:t>quả</a:t>
            </a:r>
            <a:r>
              <a:rPr lang="en-US" dirty="0"/>
              <a:t> </a:t>
            </a:r>
            <a:r>
              <a:rPr lang="en-US" dirty="0" err="1"/>
              <a:t>trung</a:t>
            </a:r>
            <a:r>
              <a:rPr lang="en-US" dirty="0"/>
              <a:t> </a:t>
            </a:r>
            <a:r>
              <a:rPr lang="en-US" dirty="0" err="1"/>
              <a:t>gian</a:t>
            </a:r>
            <a:r>
              <a:rPr lang="en-US" dirty="0"/>
              <a:t> </a:t>
            </a:r>
            <a:r>
              <a:rPr lang="en-US" dirty="0" err="1"/>
              <a:t>trong</a:t>
            </a:r>
            <a:r>
              <a:rPr lang="en-US" dirty="0"/>
              <a:t> </a:t>
            </a:r>
            <a:r>
              <a:rPr lang="en-US" dirty="0" err="1"/>
              <a:t>chuỗi</a:t>
            </a:r>
            <a:r>
              <a:rPr lang="en-US" dirty="0"/>
              <a:t> </a:t>
            </a:r>
            <a:r>
              <a:rPr lang="en-US" dirty="0" err="1"/>
              <a:t>các</a:t>
            </a:r>
            <a:r>
              <a:rPr lang="en-US" dirty="0"/>
              <a:t> </a:t>
            </a:r>
            <a:r>
              <a:rPr lang="en-US" dirty="0" err="1"/>
              <a:t>phép</a:t>
            </a:r>
            <a:r>
              <a:rPr lang="en-US" dirty="0"/>
              <a:t> </a:t>
            </a:r>
            <a:r>
              <a:rPr lang="en-US" dirty="0" err="1"/>
              <a:t>toán</a:t>
            </a:r>
            <a:r>
              <a:rPr lang="en-US" dirty="0"/>
              <a:t> </a:t>
            </a: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err="1"/>
              <a:t>Ký</a:t>
            </a:r>
            <a:r>
              <a:rPr lang="en-US" dirty="0"/>
              <a:t> </a:t>
            </a:r>
            <a:r>
              <a:rPr lang="en-US" dirty="0" err="1"/>
              <a:t>hiệu</a:t>
            </a:r>
            <a:r>
              <a:rPr lang="en-US" dirty="0"/>
              <a:t>:  </a:t>
            </a:r>
            <a:r>
              <a:rPr lang="en-US" dirty="0">
                <a:sym typeface="Symbol" pitchFamily="18" charset="2"/>
              </a:rPr>
              <a:t></a:t>
            </a:r>
          </a:p>
          <a:p>
            <a:pPr eaLnBrk="1" hangingPunct="1"/>
            <a:endParaRPr lang="en-US" altLang="en-US" dirty="0"/>
          </a:p>
        </p:txBody>
      </p:sp>
    </p:spTree>
    <p:extLst>
      <p:ext uri="{BB962C8B-B14F-4D97-AF65-F5344CB8AC3E}">
        <p14:creationId xmlns:p14="http://schemas.microsoft.com/office/powerpoint/2010/main" val="13659239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BBB43CE4-260D-4F63-9474-7492274DC8BB}" type="slidenum">
              <a:rPr lang="en-US" altLang="en-US">
                <a:latin typeface="Arial" charset="0"/>
              </a:rPr>
              <a:pPr eaLnBrk="1" hangingPunct="1"/>
              <a:t>37</a:t>
            </a:fld>
            <a:endParaRPr lang="en-US" altLang="en-US">
              <a:latin typeface="Arial" charset="0"/>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4840613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6E36DFE6-B615-439B-81F5-35B475180823}" type="slidenum">
              <a:rPr lang="en-US" altLang="en-US">
                <a:latin typeface="Arial" charset="0"/>
              </a:rPr>
              <a:pPr eaLnBrk="1" hangingPunct="1"/>
              <a:t>38</a:t>
            </a:fld>
            <a:endParaRPr lang="en-US" altLang="en-US">
              <a:latin typeface="Arial" charset="0"/>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9518109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A2EDC067-A4E6-498D-817E-51875A686C67}" type="slidenum">
              <a:rPr lang="en-US" altLang="en-US">
                <a:latin typeface="Arial" charset="0"/>
              </a:rPr>
              <a:pPr eaLnBrk="1" hangingPunct="1"/>
              <a:t>39</a:t>
            </a:fld>
            <a:endParaRPr lang="en-US" altLang="en-US">
              <a:latin typeface="Arial"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7111440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7CFDC75C-7CC7-4C50-8B18-E74D87606180}" type="slidenum">
              <a:rPr lang="en-US" altLang="en-US">
                <a:latin typeface="Arial" charset="0"/>
              </a:rPr>
              <a:pPr eaLnBrk="1" hangingPunct="1"/>
              <a:t>40</a:t>
            </a:fld>
            <a:endParaRPr lang="en-US" altLang="en-US">
              <a:latin typeface="Arial"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4512670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fld id="{82BA8B75-179F-4F51-9F40-316D90728785}" type="slidenum">
              <a:rPr lang="en-US" altLang="en-US">
                <a:latin typeface="Arial" charset="0"/>
              </a:rPr>
              <a:pPr eaLnBrk="1" hangingPunct="1"/>
              <a:t>41</a:t>
            </a:fld>
            <a:endParaRPr lang="en-US" altLang="en-US">
              <a:latin typeface="Arial" charset="0"/>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8544777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318558A2-C2D5-4F1A-81B3-D135BDC5A68E}" type="slidenum">
              <a:rPr lang="en-US" altLang="en-US">
                <a:latin typeface="Arial" charset="0"/>
              </a:rPr>
              <a:pPr eaLnBrk="1" hangingPunct="1"/>
              <a:t>42</a:t>
            </a:fld>
            <a:endParaRPr lang="en-US" altLang="en-US">
              <a:latin typeface="Arial"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7775938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9533906A-C1E9-423A-B433-8B75B115D780}" type="slidenum">
              <a:rPr lang="en-US" altLang="en-US">
                <a:latin typeface="Arial" charset="0"/>
              </a:rPr>
              <a:pPr eaLnBrk="1" hangingPunct="1"/>
              <a:t>43</a:t>
            </a:fld>
            <a:endParaRPr lang="en-US" altLang="en-US">
              <a:latin typeface="Arial" charset="0"/>
            </a:endParaRPr>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1115128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505778AD-B9FB-4324-9210-FC29A8EE6CBE}" type="slidenum">
              <a:rPr lang="en-US" altLang="en-US">
                <a:latin typeface="Arial" charset="0"/>
              </a:rPr>
              <a:pPr eaLnBrk="1" hangingPunct="1"/>
              <a:t>44</a:t>
            </a:fld>
            <a:endParaRPr lang="en-US" altLang="en-US">
              <a:latin typeface="Arial" charset="0"/>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358381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2D8355A8-7AAB-4160-B57C-E9B21AF04562}" type="slidenum">
              <a:rPr lang="en-US" altLang="en-US">
                <a:latin typeface="Arial" charset="0"/>
              </a:rPr>
              <a:pPr eaLnBrk="1" hangingPunct="1"/>
              <a:t>45</a:t>
            </a:fld>
            <a:endParaRPr lang="en-US" altLang="en-US">
              <a:latin typeface="Arial"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6242230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EDE055D8-3944-4118-834D-843CC0922FA1}" type="slidenum">
              <a:rPr lang="en-US" altLang="en-US">
                <a:latin typeface="Arial" charset="0"/>
              </a:rPr>
              <a:pPr eaLnBrk="1" hangingPunct="1"/>
              <a:t>46</a:t>
            </a:fld>
            <a:endParaRPr lang="en-US" altLang="en-US">
              <a:latin typeface="Arial" charset="0"/>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6519458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C36C7D7C-6847-47C4-9067-97F6D74E3AE1}" type="slidenum">
              <a:rPr lang="en-US" altLang="en-US">
                <a:latin typeface="Arial" charset="0"/>
              </a:rPr>
              <a:pPr eaLnBrk="1" hangingPunct="1"/>
              <a:t>47</a:t>
            </a:fld>
            <a:endParaRPr lang="en-US" altLang="en-US">
              <a:latin typeface="Arial" charset="0"/>
            </a:endParaRPr>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5851780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2CF6D563-69CB-4A62-B8B9-87E4D65F078B}" type="slidenum">
              <a:rPr lang="en-US" altLang="en-US">
                <a:latin typeface="Arial" charset="0"/>
              </a:rPr>
              <a:pPr eaLnBrk="1" hangingPunct="1"/>
              <a:t>48</a:t>
            </a:fld>
            <a:endParaRPr lang="en-US" altLang="en-US">
              <a:latin typeface="Arial" charset="0"/>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4058322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2CF6D563-69CB-4A62-B8B9-87E4D65F078B}" type="slidenum">
              <a:rPr lang="en-US" altLang="en-US">
                <a:latin typeface="Arial" charset="0"/>
              </a:rPr>
              <a:pPr eaLnBrk="1" hangingPunct="1"/>
              <a:t>49</a:t>
            </a:fld>
            <a:endParaRPr lang="en-US" altLang="en-US">
              <a:latin typeface="Arial" charset="0"/>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092508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2CF6D563-69CB-4A62-B8B9-87E4D65F078B}" type="slidenum">
              <a:rPr lang="en-US" altLang="en-US">
                <a:latin typeface="Arial" charset="0"/>
              </a:rPr>
              <a:pPr eaLnBrk="1" hangingPunct="1"/>
              <a:t>50</a:t>
            </a:fld>
            <a:endParaRPr lang="en-US" altLang="en-US">
              <a:latin typeface="Arial" charset="0"/>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6681396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2CF6D563-69CB-4A62-B8B9-87E4D65F078B}" type="slidenum">
              <a:rPr lang="en-US" altLang="en-US">
                <a:latin typeface="Arial" charset="0"/>
              </a:rPr>
              <a:pPr eaLnBrk="1" hangingPunct="1"/>
              <a:t>51</a:t>
            </a:fld>
            <a:endParaRPr lang="en-US" altLang="en-US">
              <a:latin typeface="Arial" charset="0"/>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305023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03ECAD51-8B75-46CE-A858-15BEDFF3A781}" type="slidenum">
              <a:rPr lang="en-US" altLang="en-US">
                <a:latin typeface="Arial" charset="0"/>
              </a:rPr>
              <a:pPr eaLnBrk="1" hangingPunct="1"/>
              <a:t>52</a:t>
            </a:fld>
            <a:endParaRPr lang="en-US" altLang="en-US">
              <a:latin typeface="Arial"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1397288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AC039A11-5D12-4D19-8D37-14A700B6913D}" type="slidenum">
              <a:rPr lang="en-US" altLang="en-US">
                <a:latin typeface="Arial" charset="0"/>
              </a:rPr>
              <a:pPr eaLnBrk="1" hangingPunct="1"/>
              <a:t>53</a:t>
            </a:fld>
            <a:endParaRPr lang="en-US" altLang="en-US">
              <a:latin typeface="Arial" charset="0"/>
            </a:endParaRPr>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66085616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0C7C44AE-44C6-4128-84A8-AB6F7494E7EF}" type="slidenum">
              <a:rPr lang="en-US" altLang="en-US">
                <a:latin typeface="Arial" charset="0"/>
              </a:rPr>
              <a:pPr eaLnBrk="1" hangingPunct="1"/>
              <a:t>54</a:t>
            </a:fld>
            <a:endParaRPr lang="en-US" altLang="en-US">
              <a:latin typeface="Arial" charset="0"/>
            </a:endParaRPr>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2415967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484" eaLnBrk="0" hangingPunct="0">
              <a:defRPr sz="3100">
                <a:solidFill>
                  <a:srgbClr val="FF0000"/>
                </a:solidFill>
                <a:latin typeface="Arial" charset="0"/>
                <a:sym typeface="Wingdings" pitchFamily="2" charset="2"/>
              </a:defRPr>
            </a:lvl1pPr>
            <a:lvl2pPr marL="831733" indent="-319897" defTabSz="913484" eaLnBrk="0" hangingPunct="0">
              <a:defRPr sz="3100">
                <a:solidFill>
                  <a:srgbClr val="FF0000"/>
                </a:solidFill>
                <a:latin typeface="Arial" charset="0"/>
                <a:sym typeface="Wingdings" pitchFamily="2" charset="2"/>
              </a:defRPr>
            </a:lvl2pPr>
            <a:lvl3pPr marL="1279589" indent="-255918" defTabSz="913484" eaLnBrk="0" hangingPunct="0">
              <a:defRPr sz="3100">
                <a:solidFill>
                  <a:srgbClr val="FF0000"/>
                </a:solidFill>
                <a:latin typeface="Arial" charset="0"/>
                <a:sym typeface="Wingdings" pitchFamily="2" charset="2"/>
              </a:defRPr>
            </a:lvl3pPr>
            <a:lvl4pPr marL="1791424" indent="-255918" defTabSz="913484" eaLnBrk="0" hangingPunct="0">
              <a:defRPr sz="3100">
                <a:solidFill>
                  <a:srgbClr val="FF0000"/>
                </a:solidFill>
                <a:latin typeface="Arial" charset="0"/>
                <a:sym typeface="Wingdings" pitchFamily="2" charset="2"/>
              </a:defRPr>
            </a:lvl4pPr>
            <a:lvl5pPr marL="2303259" indent="-255918" defTabSz="913484" eaLnBrk="0" hangingPunct="0">
              <a:defRPr sz="3100">
                <a:solidFill>
                  <a:srgbClr val="FF0000"/>
                </a:solidFill>
                <a:latin typeface="Arial" charset="0"/>
                <a:sym typeface="Wingdings" pitchFamily="2" charset="2"/>
              </a:defRPr>
            </a:lvl5pPr>
            <a:lvl6pPr marL="2815095" indent="-255918" algn="ctr" defTabSz="913484" eaLnBrk="0" fontAlgn="base" hangingPunct="0">
              <a:spcBef>
                <a:spcPct val="20000"/>
              </a:spcBef>
              <a:spcAft>
                <a:spcPct val="0"/>
              </a:spcAft>
              <a:buClr>
                <a:srgbClr val="FF0000"/>
              </a:buClr>
              <a:buFont typeface="Wingdings" pitchFamily="2" charset="2"/>
              <a:defRPr sz="3100">
                <a:solidFill>
                  <a:srgbClr val="FF0000"/>
                </a:solidFill>
                <a:latin typeface="Arial" charset="0"/>
                <a:sym typeface="Wingdings" pitchFamily="2" charset="2"/>
              </a:defRPr>
            </a:lvl6pPr>
            <a:lvl7pPr marL="3326930" indent="-255918" algn="ctr" defTabSz="913484" eaLnBrk="0" fontAlgn="base" hangingPunct="0">
              <a:spcBef>
                <a:spcPct val="20000"/>
              </a:spcBef>
              <a:spcAft>
                <a:spcPct val="0"/>
              </a:spcAft>
              <a:buClr>
                <a:srgbClr val="FF0000"/>
              </a:buClr>
              <a:buFont typeface="Wingdings" pitchFamily="2" charset="2"/>
              <a:defRPr sz="3100">
                <a:solidFill>
                  <a:srgbClr val="FF0000"/>
                </a:solidFill>
                <a:latin typeface="Arial" charset="0"/>
                <a:sym typeface="Wingdings" pitchFamily="2" charset="2"/>
              </a:defRPr>
            </a:lvl7pPr>
            <a:lvl8pPr marL="3838766" indent="-255918" algn="ctr" defTabSz="913484" eaLnBrk="0" fontAlgn="base" hangingPunct="0">
              <a:spcBef>
                <a:spcPct val="20000"/>
              </a:spcBef>
              <a:spcAft>
                <a:spcPct val="0"/>
              </a:spcAft>
              <a:buClr>
                <a:srgbClr val="FF0000"/>
              </a:buClr>
              <a:buFont typeface="Wingdings" pitchFamily="2" charset="2"/>
              <a:defRPr sz="3100">
                <a:solidFill>
                  <a:srgbClr val="FF0000"/>
                </a:solidFill>
                <a:latin typeface="Arial" charset="0"/>
                <a:sym typeface="Wingdings" pitchFamily="2" charset="2"/>
              </a:defRPr>
            </a:lvl8pPr>
            <a:lvl9pPr marL="4350601" indent="-255918" algn="ctr" defTabSz="913484" eaLnBrk="0" fontAlgn="base" hangingPunct="0">
              <a:spcBef>
                <a:spcPct val="20000"/>
              </a:spcBef>
              <a:spcAft>
                <a:spcPct val="0"/>
              </a:spcAft>
              <a:buClr>
                <a:srgbClr val="FF0000"/>
              </a:buClr>
              <a:buFont typeface="Wingdings" pitchFamily="2" charset="2"/>
              <a:defRPr sz="3100">
                <a:solidFill>
                  <a:srgbClr val="FF0000"/>
                </a:solidFill>
                <a:latin typeface="Arial" charset="0"/>
                <a:sym typeface="Wingdings" pitchFamily="2" charset="2"/>
              </a:defRPr>
            </a:lvl9pPr>
          </a:lstStyle>
          <a:p>
            <a:pPr eaLnBrk="1" hangingPunct="1"/>
            <a:fld id="{4C5BD695-5D5A-469E-830D-EAA804731BB4}" type="datetime1">
              <a:rPr lang="en-US" altLang="en-US" sz="1200">
                <a:solidFill>
                  <a:schemeClr val="tx1"/>
                </a:solidFill>
              </a:rPr>
              <a:pPr eaLnBrk="1" hangingPunct="1"/>
              <a:t>4/19/2020</a:t>
            </a:fld>
            <a:endParaRPr lang="en-US" altLang="en-US" sz="1200">
              <a:solidFill>
                <a:schemeClr val="tx1"/>
              </a:solidFill>
            </a:endParaRPr>
          </a:p>
        </p:txBody>
      </p:sp>
      <p:sp>
        <p:nvSpPr>
          <p:cNvPr id="7577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484" eaLnBrk="0" hangingPunct="0">
              <a:defRPr sz="3100">
                <a:solidFill>
                  <a:srgbClr val="FF0000"/>
                </a:solidFill>
                <a:latin typeface="Arial" charset="0"/>
                <a:sym typeface="Wingdings" pitchFamily="2" charset="2"/>
              </a:defRPr>
            </a:lvl1pPr>
            <a:lvl2pPr marL="831733" indent="-319897" defTabSz="913484" eaLnBrk="0" hangingPunct="0">
              <a:defRPr sz="3100">
                <a:solidFill>
                  <a:srgbClr val="FF0000"/>
                </a:solidFill>
                <a:latin typeface="Arial" charset="0"/>
                <a:sym typeface="Wingdings" pitchFamily="2" charset="2"/>
              </a:defRPr>
            </a:lvl2pPr>
            <a:lvl3pPr marL="1279589" indent="-255918" defTabSz="913484" eaLnBrk="0" hangingPunct="0">
              <a:defRPr sz="3100">
                <a:solidFill>
                  <a:srgbClr val="FF0000"/>
                </a:solidFill>
                <a:latin typeface="Arial" charset="0"/>
                <a:sym typeface="Wingdings" pitchFamily="2" charset="2"/>
              </a:defRPr>
            </a:lvl3pPr>
            <a:lvl4pPr marL="1791424" indent="-255918" defTabSz="913484" eaLnBrk="0" hangingPunct="0">
              <a:defRPr sz="3100">
                <a:solidFill>
                  <a:srgbClr val="FF0000"/>
                </a:solidFill>
                <a:latin typeface="Arial" charset="0"/>
                <a:sym typeface="Wingdings" pitchFamily="2" charset="2"/>
              </a:defRPr>
            </a:lvl4pPr>
            <a:lvl5pPr marL="2303259" indent="-255918" defTabSz="913484" eaLnBrk="0" hangingPunct="0">
              <a:defRPr sz="3100">
                <a:solidFill>
                  <a:srgbClr val="FF0000"/>
                </a:solidFill>
                <a:latin typeface="Arial" charset="0"/>
                <a:sym typeface="Wingdings" pitchFamily="2" charset="2"/>
              </a:defRPr>
            </a:lvl5pPr>
            <a:lvl6pPr marL="2815095" indent="-255918" algn="ctr" defTabSz="913484" eaLnBrk="0" fontAlgn="base" hangingPunct="0">
              <a:spcBef>
                <a:spcPct val="20000"/>
              </a:spcBef>
              <a:spcAft>
                <a:spcPct val="0"/>
              </a:spcAft>
              <a:buClr>
                <a:srgbClr val="FF0000"/>
              </a:buClr>
              <a:buFont typeface="Wingdings" pitchFamily="2" charset="2"/>
              <a:defRPr sz="3100">
                <a:solidFill>
                  <a:srgbClr val="FF0000"/>
                </a:solidFill>
                <a:latin typeface="Arial" charset="0"/>
                <a:sym typeface="Wingdings" pitchFamily="2" charset="2"/>
              </a:defRPr>
            </a:lvl6pPr>
            <a:lvl7pPr marL="3326930" indent="-255918" algn="ctr" defTabSz="913484" eaLnBrk="0" fontAlgn="base" hangingPunct="0">
              <a:spcBef>
                <a:spcPct val="20000"/>
              </a:spcBef>
              <a:spcAft>
                <a:spcPct val="0"/>
              </a:spcAft>
              <a:buClr>
                <a:srgbClr val="FF0000"/>
              </a:buClr>
              <a:buFont typeface="Wingdings" pitchFamily="2" charset="2"/>
              <a:defRPr sz="3100">
                <a:solidFill>
                  <a:srgbClr val="FF0000"/>
                </a:solidFill>
                <a:latin typeface="Arial" charset="0"/>
                <a:sym typeface="Wingdings" pitchFamily="2" charset="2"/>
              </a:defRPr>
            </a:lvl7pPr>
            <a:lvl8pPr marL="3838766" indent="-255918" algn="ctr" defTabSz="913484" eaLnBrk="0" fontAlgn="base" hangingPunct="0">
              <a:spcBef>
                <a:spcPct val="20000"/>
              </a:spcBef>
              <a:spcAft>
                <a:spcPct val="0"/>
              </a:spcAft>
              <a:buClr>
                <a:srgbClr val="FF0000"/>
              </a:buClr>
              <a:buFont typeface="Wingdings" pitchFamily="2" charset="2"/>
              <a:defRPr sz="3100">
                <a:solidFill>
                  <a:srgbClr val="FF0000"/>
                </a:solidFill>
                <a:latin typeface="Arial" charset="0"/>
                <a:sym typeface="Wingdings" pitchFamily="2" charset="2"/>
              </a:defRPr>
            </a:lvl8pPr>
            <a:lvl9pPr marL="4350601" indent="-255918" algn="ctr" defTabSz="913484" eaLnBrk="0" fontAlgn="base" hangingPunct="0">
              <a:spcBef>
                <a:spcPct val="20000"/>
              </a:spcBef>
              <a:spcAft>
                <a:spcPct val="0"/>
              </a:spcAft>
              <a:buClr>
                <a:srgbClr val="FF0000"/>
              </a:buClr>
              <a:buFont typeface="Wingdings" pitchFamily="2" charset="2"/>
              <a:defRPr sz="3100">
                <a:solidFill>
                  <a:srgbClr val="FF0000"/>
                </a:solidFill>
                <a:latin typeface="Arial" charset="0"/>
                <a:sym typeface="Wingdings" pitchFamily="2" charset="2"/>
              </a:defRPr>
            </a:lvl9pPr>
          </a:lstStyle>
          <a:p>
            <a:pPr eaLnBrk="1" hangingPunct="1"/>
            <a:fld id="{CAC05F85-5A53-47DD-B6E7-B542A30C1ACD}" type="slidenum">
              <a:rPr lang="en-US" altLang="en-US" sz="1200">
                <a:solidFill>
                  <a:schemeClr val="tx1"/>
                </a:solidFill>
              </a:rPr>
              <a:pPr eaLnBrk="1" hangingPunct="1"/>
              <a:t>55</a:t>
            </a:fld>
            <a:endParaRPr lang="en-US" altLang="en-US" sz="1200">
              <a:solidFill>
                <a:schemeClr val="tx1"/>
              </a:solidFill>
            </a:endParaRPr>
          </a:p>
        </p:txBody>
      </p:sp>
      <p:sp>
        <p:nvSpPr>
          <p:cNvPr id="75780" name="Rectangle 2"/>
          <p:cNvSpPr>
            <a:spLocks noGrp="1" noRot="1" noChangeAspect="1" noChangeArrowheads="1" noTextEdit="1"/>
          </p:cNvSpPr>
          <p:nvPr>
            <p:ph type="sldImg"/>
          </p:nvPr>
        </p:nvSpPr>
        <p:spPr>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2748917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484" eaLnBrk="0" hangingPunct="0">
              <a:defRPr sz="3100">
                <a:solidFill>
                  <a:srgbClr val="FF0000"/>
                </a:solidFill>
                <a:latin typeface="Arial" charset="0"/>
                <a:sym typeface="Wingdings" pitchFamily="2" charset="2"/>
              </a:defRPr>
            </a:lvl1pPr>
            <a:lvl2pPr marL="831733" indent="-319897" defTabSz="913484" eaLnBrk="0" hangingPunct="0">
              <a:defRPr sz="3100">
                <a:solidFill>
                  <a:srgbClr val="FF0000"/>
                </a:solidFill>
                <a:latin typeface="Arial" charset="0"/>
                <a:sym typeface="Wingdings" pitchFamily="2" charset="2"/>
              </a:defRPr>
            </a:lvl2pPr>
            <a:lvl3pPr marL="1279589" indent="-255918" defTabSz="913484" eaLnBrk="0" hangingPunct="0">
              <a:defRPr sz="3100">
                <a:solidFill>
                  <a:srgbClr val="FF0000"/>
                </a:solidFill>
                <a:latin typeface="Arial" charset="0"/>
                <a:sym typeface="Wingdings" pitchFamily="2" charset="2"/>
              </a:defRPr>
            </a:lvl3pPr>
            <a:lvl4pPr marL="1791424" indent="-255918" defTabSz="913484" eaLnBrk="0" hangingPunct="0">
              <a:defRPr sz="3100">
                <a:solidFill>
                  <a:srgbClr val="FF0000"/>
                </a:solidFill>
                <a:latin typeface="Arial" charset="0"/>
                <a:sym typeface="Wingdings" pitchFamily="2" charset="2"/>
              </a:defRPr>
            </a:lvl4pPr>
            <a:lvl5pPr marL="2303259" indent="-255918" defTabSz="913484" eaLnBrk="0" hangingPunct="0">
              <a:defRPr sz="3100">
                <a:solidFill>
                  <a:srgbClr val="FF0000"/>
                </a:solidFill>
                <a:latin typeface="Arial" charset="0"/>
                <a:sym typeface="Wingdings" pitchFamily="2" charset="2"/>
              </a:defRPr>
            </a:lvl5pPr>
            <a:lvl6pPr marL="2815095" indent="-255918" algn="ctr" defTabSz="913484" eaLnBrk="0" fontAlgn="base" hangingPunct="0">
              <a:spcBef>
                <a:spcPct val="20000"/>
              </a:spcBef>
              <a:spcAft>
                <a:spcPct val="0"/>
              </a:spcAft>
              <a:buClr>
                <a:srgbClr val="FF0000"/>
              </a:buClr>
              <a:buFont typeface="Wingdings" pitchFamily="2" charset="2"/>
              <a:defRPr sz="3100">
                <a:solidFill>
                  <a:srgbClr val="FF0000"/>
                </a:solidFill>
                <a:latin typeface="Arial" charset="0"/>
                <a:sym typeface="Wingdings" pitchFamily="2" charset="2"/>
              </a:defRPr>
            </a:lvl6pPr>
            <a:lvl7pPr marL="3326930" indent="-255918" algn="ctr" defTabSz="913484" eaLnBrk="0" fontAlgn="base" hangingPunct="0">
              <a:spcBef>
                <a:spcPct val="20000"/>
              </a:spcBef>
              <a:spcAft>
                <a:spcPct val="0"/>
              </a:spcAft>
              <a:buClr>
                <a:srgbClr val="FF0000"/>
              </a:buClr>
              <a:buFont typeface="Wingdings" pitchFamily="2" charset="2"/>
              <a:defRPr sz="3100">
                <a:solidFill>
                  <a:srgbClr val="FF0000"/>
                </a:solidFill>
                <a:latin typeface="Arial" charset="0"/>
                <a:sym typeface="Wingdings" pitchFamily="2" charset="2"/>
              </a:defRPr>
            </a:lvl7pPr>
            <a:lvl8pPr marL="3838766" indent="-255918" algn="ctr" defTabSz="913484" eaLnBrk="0" fontAlgn="base" hangingPunct="0">
              <a:spcBef>
                <a:spcPct val="20000"/>
              </a:spcBef>
              <a:spcAft>
                <a:spcPct val="0"/>
              </a:spcAft>
              <a:buClr>
                <a:srgbClr val="FF0000"/>
              </a:buClr>
              <a:buFont typeface="Wingdings" pitchFamily="2" charset="2"/>
              <a:defRPr sz="3100">
                <a:solidFill>
                  <a:srgbClr val="FF0000"/>
                </a:solidFill>
                <a:latin typeface="Arial" charset="0"/>
                <a:sym typeface="Wingdings" pitchFamily="2" charset="2"/>
              </a:defRPr>
            </a:lvl8pPr>
            <a:lvl9pPr marL="4350601" indent="-255918" algn="ctr" defTabSz="913484" eaLnBrk="0" fontAlgn="base" hangingPunct="0">
              <a:spcBef>
                <a:spcPct val="20000"/>
              </a:spcBef>
              <a:spcAft>
                <a:spcPct val="0"/>
              </a:spcAft>
              <a:buClr>
                <a:srgbClr val="FF0000"/>
              </a:buClr>
              <a:buFont typeface="Wingdings" pitchFamily="2" charset="2"/>
              <a:defRPr sz="3100">
                <a:solidFill>
                  <a:srgbClr val="FF0000"/>
                </a:solidFill>
                <a:latin typeface="Arial" charset="0"/>
                <a:sym typeface="Wingdings" pitchFamily="2" charset="2"/>
              </a:defRPr>
            </a:lvl9pPr>
          </a:lstStyle>
          <a:p>
            <a:pPr eaLnBrk="1" hangingPunct="1"/>
            <a:fld id="{9A8FF3D1-E9F2-4177-9F9C-F4F83CC156E2}" type="datetime1">
              <a:rPr lang="en-US" altLang="en-US" sz="1200">
                <a:solidFill>
                  <a:schemeClr val="tx1"/>
                </a:solidFill>
              </a:rPr>
              <a:pPr eaLnBrk="1" hangingPunct="1"/>
              <a:t>4/19/2020</a:t>
            </a:fld>
            <a:endParaRPr lang="en-US" altLang="en-US" sz="1200">
              <a:solidFill>
                <a:schemeClr val="tx1"/>
              </a:solidFill>
            </a:endParaRPr>
          </a:p>
        </p:txBody>
      </p:sp>
      <p:sp>
        <p:nvSpPr>
          <p:cNvPr id="7680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484" eaLnBrk="0" hangingPunct="0">
              <a:defRPr sz="3100">
                <a:solidFill>
                  <a:srgbClr val="FF0000"/>
                </a:solidFill>
                <a:latin typeface="Arial" charset="0"/>
                <a:sym typeface="Wingdings" pitchFamily="2" charset="2"/>
              </a:defRPr>
            </a:lvl1pPr>
            <a:lvl2pPr marL="831733" indent="-319897" defTabSz="913484" eaLnBrk="0" hangingPunct="0">
              <a:defRPr sz="3100">
                <a:solidFill>
                  <a:srgbClr val="FF0000"/>
                </a:solidFill>
                <a:latin typeface="Arial" charset="0"/>
                <a:sym typeface="Wingdings" pitchFamily="2" charset="2"/>
              </a:defRPr>
            </a:lvl2pPr>
            <a:lvl3pPr marL="1279589" indent="-255918" defTabSz="913484" eaLnBrk="0" hangingPunct="0">
              <a:defRPr sz="3100">
                <a:solidFill>
                  <a:srgbClr val="FF0000"/>
                </a:solidFill>
                <a:latin typeface="Arial" charset="0"/>
                <a:sym typeface="Wingdings" pitchFamily="2" charset="2"/>
              </a:defRPr>
            </a:lvl3pPr>
            <a:lvl4pPr marL="1791424" indent="-255918" defTabSz="913484" eaLnBrk="0" hangingPunct="0">
              <a:defRPr sz="3100">
                <a:solidFill>
                  <a:srgbClr val="FF0000"/>
                </a:solidFill>
                <a:latin typeface="Arial" charset="0"/>
                <a:sym typeface="Wingdings" pitchFamily="2" charset="2"/>
              </a:defRPr>
            </a:lvl4pPr>
            <a:lvl5pPr marL="2303259" indent="-255918" defTabSz="913484" eaLnBrk="0" hangingPunct="0">
              <a:defRPr sz="3100">
                <a:solidFill>
                  <a:srgbClr val="FF0000"/>
                </a:solidFill>
                <a:latin typeface="Arial" charset="0"/>
                <a:sym typeface="Wingdings" pitchFamily="2" charset="2"/>
              </a:defRPr>
            </a:lvl5pPr>
            <a:lvl6pPr marL="2815095" indent="-255918" algn="ctr" defTabSz="913484" eaLnBrk="0" fontAlgn="base" hangingPunct="0">
              <a:spcBef>
                <a:spcPct val="20000"/>
              </a:spcBef>
              <a:spcAft>
                <a:spcPct val="0"/>
              </a:spcAft>
              <a:buClr>
                <a:srgbClr val="FF0000"/>
              </a:buClr>
              <a:buFont typeface="Wingdings" pitchFamily="2" charset="2"/>
              <a:defRPr sz="3100">
                <a:solidFill>
                  <a:srgbClr val="FF0000"/>
                </a:solidFill>
                <a:latin typeface="Arial" charset="0"/>
                <a:sym typeface="Wingdings" pitchFamily="2" charset="2"/>
              </a:defRPr>
            </a:lvl6pPr>
            <a:lvl7pPr marL="3326930" indent="-255918" algn="ctr" defTabSz="913484" eaLnBrk="0" fontAlgn="base" hangingPunct="0">
              <a:spcBef>
                <a:spcPct val="20000"/>
              </a:spcBef>
              <a:spcAft>
                <a:spcPct val="0"/>
              </a:spcAft>
              <a:buClr>
                <a:srgbClr val="FF0000"/>
              </a:buClr>
              <a:buFont typeface="Wingdings" pitchFamily="2" charset="2"/>
              <a:defRPr sz="3100">
                <a:solidFill>
                  <a:srgbClr val="FF0000"/>
                </a:solidFill>
                <a:latin typeface="Arial" charset="0"/>
                <a:sym typeface="Wingdings" pitchFamily="2" charset="2"/>
              </a:defRPr>
            </a:lvl7pPr>
            <a:lvl8pPr marL="3838766" indent="-255918" algn="ctr" defTabSz="913484" eaLnBrk="0" fontAlgn="base" hangingPunct="0">
              <a:spcBef>
                <a:spcPct val="20000"/>
              </a:spcBef>
              <a:spcAft>
                <a:spcPct val="0"/>
              </a:spcAft>
              <a:buClr>
                <a:srgbClr val="FF0000"/>
              </a:buClr>
              <a:buFont typeface="Wingdings" pitchFamily="2" charset="2"/>
              <a:defRPr sz="3100">
                <a:solidFill>
                  <a:srgbClr val="FF0000"/>
                </a:solidFill>
                <a:latin typeface="Arial" charset="0"/>
                <a:sym typeface="Wingdings" pitchFamily="2" charset="2"/>
              </a:defRPr>
            </a:lvl8pPr>
            <a:lvl9pPr marL="4350601" indent="-255918" algn="ctr" defTabSz="913484" eaLnBrk="0" fontAlgn="base" hangingPunct="0">
              <a:spcBef>
                <a:spcPct val="20000"/>
              </a:spcBef>
              <a:spcAft>
                <a:spcPct val="0"/>
              </a:spcAft>
              <a:buClr>
                <a:srgbClr val="FF0000"/>
              </a:buClr>
              <a:buFont typeface="Wingdings" pitchFamily="2" charset="2"/>
              <a:defRPr sz="3100">
                <a:solidFill>
                  <a:srgbClr val="FF0000"/>
                </a:solidFill>
                <a:latin typeface="Arial" charset="0"/>
                <a:sym typeface="Wingdings" pitchFamily="2" charset="2"/>
              </a:defRPr>
            </a:lvl9pPr>
          </a:lstStyle>
          <a:p>
            <a:pPr eaLnBrk="1" hangingPunct="1"/>
            <a:fld id="{C66D40C7-7812-4F7F-B8A8-BA0CB949A1AB}" type="slidenum">
              <a:rPr lang="en-US" altLang="en-US" sz="1200">
                <a:solidFill>
                  <a:schemeClr val="tx1"/>
                </a:solidFill>
              </a:rPr>
              <a:pPr eaLnBrk="1" hangingPunct="1"/>
              <a:t>56</a:t>
            </a:fld>
            <a:endParaRPr lang="en-US" altLang="en-US" sz="1200">
              <a:solidFill>
                <a:schemeClr val="tx1"/>
              </a:solidFill>
            </a:endParaRPr>
          </a:p>
        </p:txBody>
      </p:sp>
      <p:sp>
        <p:nvSpPr>
          <p:cNvPr id="76804" name="Rectangle 2"/>
          <p:cNvSpPr>
            <a:spLocks noGrp="1" noRot="1" noChangeAspect="1" noChangeArrowheads="1" noTextEdit="1"/>
          </p:cNvSpPr>
          <p:nvPr>
            <p:ph type="sldImg"/>
          </p:nvPr>
        </p:nvSpPr>
        <p:spPr>
          <a:ln/>
        </p:spPr>
      </p:sp>
      <p:sp>
        <p:nvSpPr>
          <p:cNvPr id="768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3477512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03ECAD51-8B75-46CE-A858-15BEDFF3A781}" type="slidenum">
              <a:rPr lang="en-US" altLang="en-US">
                <a:latin typeface="Arial" charset="0"/>
              </a:rPr>
              <a:pPr eaLnBrk="1" hangingPunct="1"/>
              <a:t>57</a:t>
            </a:fld>
            <a:endParaRPr lang="en-US" altLang="en-US">
              <a:latin typeface="Arial"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52617558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fld id="{2E727474-9017-4D33-9E17-25BE9F68895E}" type="slidenum">
              <a:rPr lang="en-US" altLang="en-US">
                <a:latin typeface="Arial" charset="0"/>
              </a:rPr>
              <a:pPr eaLnBrk="1" hangingPunct="1"/>
              <a:t>58</a:t>
            </a:fld>
            <a:endParaRPr lang="en-US" altLang="en-US">
              <a:latin typeface="Arial"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88842774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fld id="{083F22F5-BD52-4BAB-AFEF-60F1A9CB73B2}" type="slidenum">
              <a:rPr lang="en-US" altLang="en-US">
                <a:latin typeface="Arial" charset="0"/>
              </a:rPr>
              <a:pPr eaLnBrk="1" hangingPunct="1"/>
              <a:t>59</a:t>
            </a:fld>
            <a:endParaRPr lang="en-US" altLang="en-US">
              <a:latin typeface="Arial" charset="0"/>
            </a:endParaRPr>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5136304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F225B113-9271-4D00-BAFA-5654F2316E74}" type="slidenum">
              <a:rPr lang="en-US" altLang="en-US">
                <a:latin typeface="Arial" charset="0"/>
              </a:rPr>
              <a:pPr eaLnBrk="1" hangingPunct="1"/>
              <a:t>60</a:t>
            </a:fld>
            <a:endParaRPr lang="en-US" altLang="en-US">
              <a:latin typeface="Arial" charset="0"/>
            </a:endParaRPr>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9261517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483FB7AA-1E3E-418D-966F-6DD7D9E8F0CA}" type="slidenum">
              <a:rPr lang="en-US" altLang="en-US">
                <a:latin typeface="Arial" charset="0"/>
              </a:rPr>
              <a:pPr eaLnBrk="1" hangingPunct="1"/>
              <a:t>61</a:t>
            </a:fld>
            <a:endParaRPr lang="en-US" altLang="en-US">
              <a:latin typeface="Arial" charset="0"/>
            </a:endParaRPr>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66332870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6BE624C1-3359-4976-B833-6C1BCABCC82B}" type="slidenum">
              <a:rPr lang="en-US" altLang="en-US">
                <a:latin typeface="Arial" charset="0"/>
              </a:rPr>
              <a:pPr eaLnBrk="1" hangingPunct="1"/>
              <a:t>62</a:t>
            </a:fld>
            <a:endParaRPr lang="en-US" altLang="en-US">
              <a:latin typeface="Arial" charset="0"/>
            </a:endParaRPr>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p:spPr>
        <p:txBody>
          <a:bodyPr/>
          <a:lstStyle/>
          <a:p>
            <a:pPr eaLnBrk="1" hangingPunct="1"/>
            <a:r>
              <a:rPr lang="en-US" altLang="en-US" sz="1200" dirty="0">
                <a:latin typeface="Times New Roman" panose="02020603050405020304" pitchFamily="18" charset="0"/>
                <a:cs typeface="Times New Roman" panose="02020603050405020304" pitchFamily="18" charset="0"/>
                <a:sym typeface="Symbol" pitchFamily="18" charset="2"/>
              </a:rPr>
              <a:t> - </a:t>
            </a:r>
            <a:r>
              <a:rPr lang="en-US" altLang="en-US" sz="1200" dirty="0" err="1">
                <a:latin typeface="Times New Roman" panose="02020603050405020304" pitchFamily="18" charset="0"/>
                <a:cs typeface="Times New Roman" panose="02020603050405020304" pitchFamily="18" charset="0"/>
                <a:sym typeface="Symbol" pitchFamily="18" charset="2"/>
              </a:rPr>
              <a:t>vartheta</a:t>
            </a:r>
            <a:r>
              <a:rPr lang="en-US" altLang="en-US" sz="1200" dirty="0">
                <a:latin typeface="Times New Roman" panose="02020603050405020304" pitchFamily="18" charset="0"/>
                <a:cs typeface="Times New Roman" panose="02020603050405020304" pitchFamily="18" charset="0"/>
                <a:sym typeface="Symbol" pitchFamily="18" charset="2"/>
              </a:rPr>
              <a:t>, </a:t>
            </a:r>
            <a:r>
              <a:rPr lang="en-US" sz="1200" dirty="0">
                <a:solidFill>
                  <a:schemeClr val="folHlink"/>
                </a:solidFill>
                <a:effectLst>
                  <a:outerShdw blurRad="38100" dist="38100" dir="2700000" algn="tl">
                    <a:srgbClr val="C0C0C0"/>
                  </a:outerShdw>
                </a:effectLst>
                <a:latin typeface="Script MT Bold" pitchFamily="66" charset="0"/>
                <a:sym typeface="Symbol" pitchFamily="18" charset="2"/>
              </a:rPr>
              <a:t>I - </a:t>
            </a:r>
            <a:r>
              <a:rPr lang="en-US" sz="1200" dirty="0" err="1">
                <a:solidFill>
                  <a:schemeClr val="folHlink"/>
                </a:solidFill>
                <a:effectLst>
                  <a:outerShdw blurRad="38100" dist="38100" dir="2700000" algn="tl">
                    <a:srgbClr val="C0C0C0"/>
                  </a:outerShdw>
                </a:effectLst>
                <a:latin typeface="Script MT Bold" pitchFamily="66" charset="0"/>
                <a:sym typeface="Symbol" pitchFamily="18" charset="2"/>
              </a:rPr>
              <a:t>Im</a:t>
            </a:r>
            <a:endParaRPr lang="en-US" altLang="en-US" dirty="0">
              <a:latin typeface="Script MT Bold" panose="03040602040607080904" pitchFamily="66" charset="0"/>
            </a:endParaRPr>
          </a:p>
        </p:txBody>
      </p:sp>
    </p:spTree>
    <p:extLst>
      <p:ext uri="{BB962C8B-B14F-4D97-AF65-F5344CB8AC3E}">
        <p14:creationId xmlns:p14="http://schemas.microsoft.com/office/powerpoint/2010/main" val="174671530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1DE3ADBB-84C6-4937-82BE-10114C1E5828}" type="slidenum">
              <a:rPr lang="en-US" altLang="en-US">
                <a:latin typeface="Arial" charset="0"/>
              </a:rPr>
              <a:pPr eaLnBrk="1" hangingPunct="1"/>
              <a:t>63</a:t>
            </a:fld>
            <a:endParaRPr lang="en-US" altLang="en-US">
              <a:latin typeface="Arial" charset="0"/>
            </a:endParaRPr>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94265983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F3481696-B752-484F-AD00-5997D9D1AC56}" type="slidenum">
              <a:rPr lang="en-US" altLang="en-US">
                <a:latin typeface="Arial" charset="0"/>
              </a:rPr>
              <a:pPr eaLnBrk="1" hangingPunct="1"/>
              <a:t>64</a:t>
            </a:fld>
            <a:endParaRPr lang="en-US" altLang="en-US">
              <a:latin typeface="Arial" charset="0"/>
            </a:endParaRPr>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29703334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F3481696-B752-484F-AD00-5997D9D1AC56}" type="slidenum">
              <a:rPr lang="en-US" altLang="en-US">
                <a:latin typeface="Arial" charset="0"/>
              </a:rPr>
              <a:pPr eaLnBrk="1" hangingPunct="1"/>
              <a:t>65</a:t>
            </a:fld>
            <a:endParaRPr lang="en-US" altLang="en-US">
              <a:latin typeface="Arial" charset="0"/>
            </a:endParaRPr>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3296233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D575CFB0-5D72-4BB3-94CE-F68B04EEF7AF}" type="slidenum">
              <a:rPr lang="en-US" altLang="en-US">
                <a:latin typeface="Arial" charset="0"/>
              </a:rPr>
              <a:pPr eaLnBrk="1" hangingPunct="1"/>
              <a:t>66</a:t>
            </a:fld>
            <a:endParaRPr lang="en-US" altLang="en-US">
              <a:latin typeface="Arial" charset="0"/>
            </a:endParaRPr>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p:spPr>
        <p:txBody>
          <a:bodyPr/>
          <a:lstStyle/>
          <a:p>
            <a:pPr eaLnBrk="1" hangingPunct="1"/>
            <a:r>
              <a:rPr lang="vi-VN" sz="1200" b="1" i="0" kern="1200" dirty="0">
                <a:solidFill>
                  <a:schemeClr val="tx1"/>
                </a:solidFill>
                <a:effectLst/>
                <a:latin typeface="Arial" charset="0"/>
                <a:ea typeface="+mn-ea"/>
                <a:cs typeface="+mn-cs"/>
              </a:rPr>
              <a:t>INNER JOIN</a:t>
            </a:r>
            <a:r>
              <a:rPr lang="vi-VN" sz="1200" b="0" i="0" kern="1200" dirty="0">
                <a:solidFill>
                  <a:schemeClr val="tx1"/>
                </a:solidFill>
                <a:effectLst/>
                <a:latin typeface="Arial" charset="0"/>
                <a:ea typeface="+mn-ea"/>
                <a:cs typeface="+mn-cs"/>
              </a:rPr>
              <a:t> trả về kết quả là các bản ghi mà trường được join ở hai bảng khớp nhau, các bản ghi chỉ xuất hiện ở một trong hai bảng sẽ bị loại.</a:t>
            </a:r>
            <a:endParaRPr lang="en-US" altLang="en-US" dirty="0"/>
          </a:p>
        </p:txBody>
      </p:sp>
    </p:spTree>
    <p:extLst>
      <p:ext uri="{BB962C8B-B14F-4D97-AF65-F5344CB8AC3E}">
        <p14:creationId xmlns:p14="http://schemas.microsoft.com/office/powerpoint/2010/main" val="131492104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D575CFB0-5D72-4BB3-94CE-F68B04EEF7AF}" type="slidenum">
              <a:rPr lang="en-US" altLang="en-US">
                <a:latin typeface="Arial" charset="0"/>
              </a:rPr>
              <a:pPr eaLnBrk="1" hangingPunct="1"/>
              <a:t>67</a:t>
            </a:fld>
            <a:endParaRPr lang="en-US" altLang="en-US">
              <a:latin typeface="Arial" charset="0"/>
            </a:endParaRPr>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p:spPr>
        <p:txBody>
          <a:bodyPr/>
          <a:lstStyle/>
          <a:p>
            <a:pPr eaLnBrk="1" hangingPunct="1"/>
            <a:r>
              <a:rPr lang="vi-VN" sz="1200" b="1" i="0" kern="1200" dirty="0">
                <a:solidFill>
                  <a:schemeClr val="tx1"/>
                </a:solidFill>
                <a:effectLst/>
                <a:latin typeface="Arial" charset="0"/>
                <a:ea typeface="+mn-ea"/>
                <a:cs typeface="+mn-cs"/>
              </a:rPr>
              <a:t>INNER JOIN</a:t>
            </a:r>
            <a:r>
              <a:rPr lang="vi-VN" sz="1200" b="0" i="0" kern="1200" dirty="0">
                <a:solidFill>
                  <a:schemeClr val="tx1"/>
                </a:solidFill>
                <a:effectLst/>
                <a:latin typeface="Arial" charset="0"/>
                <a:ea typeface="+mn-ea"/>
                <a:cs typeface="+mn-cs"/>
              </a:rPr>
              <a:t> trả về kết quả là các bản ghi mà trường được join ở hai bảng khớp nhau, các bản ghi chỉ xuất hiện ở một trong hai bảng sẽ bị loại.</a:t>
            </a:r>
            <a:endParaRPr lang="en-US" altLang="en-US" dirty="0"/>
          </a:p>
        </p:txBody>
      </p:sp>
    </p:spTree>
    <p:extLst>
      <p:ext uri="{BB962C8B-B14F-4D97-AF65-F5344CB8AC3E}">
        <p14:creationId xmlns:p14="http://schemas.microsoft.com/office/powerpoint/2010/main" val="12377523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D575CFB0-5D72-4BB3-94CE-F68B04EEF7AF}" type="slidenum">
              <a:rPr lang="en-US" altLang="en-US">
                <a:latin typeface="Arial" charset="0"/>
              </a:rPr>
              <a:pPr eaLnBrk="1" hangingPunct="1"/>
              <a:t>68</a:t>
            </a:fld>
            <a:endParaRPr lang="en-US" altLang="en-US">
              <a:latin typeface="Arial" charset="0"/>
            </a:endParaRPr>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p:spPr>
        <p:txBody>
          <a:bodyPr/>
          <a:lstStyle/>
          <a:p>
            <a:pPr eaLnBrk="1" hangingPunct="1"/>
            <a:endParaRPr lang="en-US" altLang="en-US" dirty="0"/>
          </a:p>
        </p:txBody>
      </p:sp>
    </p:spTree>
    <p:extLst>
      <p:ext uri="{BB962C8B-B14F-4D97-AF65-F5344CB8AC3E}">
        <p14:creationId xmlns:p14="http://schemas.microsoft.com/office/powerpoint/2010/main" val="152613712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BCED03AB-506D-4167-A84A-4BA826A745DD}" type="slidenum">
              <a:rPr lang="en-US" altLang="en-US">
                <a:latin typeface="Arial" charset="0"/>
              </a:rPr>
              <a:pPr eaLnBrk="1" hangingPunct="1"/>
              <a:t>69</a:t>
            </a:fld>
            <a:endParaRPr lang="en-US" altLang="en-US">
              <a:latin typeface="Arial" charset="0"/>
            </a:endParaRPr>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88707788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BCED03AB-506D-4167-A84A-4BA826A745DD}" type="slidenum">
              <a:rPr lang="en-US" altLang="en-US">
                <a:latin typeface="Arial" charset="0"/>
              </a:rPr>
              <a:pPr eaLnBrk="1" hangingPunct="1"/>
              <a:t>70</a:t>
            </a:fld>
            <a:endParaRPr lang="en-US" altLang="en-US">
              <a:latin typeface="Arial" charset="0"/>
            </a:endParaRPr>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4191287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03ECAD51-8B75-46CE-A858-15BEDFF3A781}" type="slidenum">
              <a:rPr lang="en-US" altLang="en-US">
                <a:latin typeface="Arial" charset="0"/>
              </a:rPr>
              <a:pPr eaLnBrk="1" hangingPunct="1"/>
              <a:t>71</a:t>
            </a:fld>
            <a:endParaRPr lang="en-US" altLang="en-US">
              <a:latin typeface="Arial"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1809767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450040B5-B6BD-4863-A106-DD42D9063063}" type="slidenum">
              <a:rPr lang="en-US" altLang="en-US">
                <a:latin typeface="Arial" charset="0"/>
              </a:rPr>
              <a:pPr eaLnBrk="1" hangingPunct="1"/>
              <a:t>72</a:t>
            </a:fld>
            <a:endParaRPr lang="en-US" altLang="en-US">
              <a:latin typeface="Arial" charset="0"/>
            </a:endParaRPr>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18089357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30897E02-38AA-466E-84B9-E85B4C74A8FB}" type="slidenum">
              <a:rPr lang="en-US" altLang="en-US">
                <a:latin typeface="Arial" charset="0"/>
              </a:rPr>
              <a:pPr eaLnBrk="1" hangingPunct="1"/>
              <a:t>73</a:t>
            </a:fld>
            <a:endParaRPr lang="en-US" altLang="en-US">
              <a:latin typeface="Arial" charset="0"/>
            </a:endParaRPr>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3436541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44EDC9D8-BFF4-4416-B208-CB4C6DB9A78E}" type="slidenum">
              <a:rPr lang="en-US" altLang="en-US">
                <a:latin typeface="Arial" charset="0"/>
              </a:rPr>
              <a:pPr eaLnBrk="1" hangingPunct="1"/>
              <a:t>74</a:t>
            </a:fld>
            <a:endParaRPr lang="en-US" altLang="en-US">
              <a:latin typeface="Arial" charset="0"/>
            </a:endParaRPr>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49453811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CC28D9D1-9B7F-4438-A451-CF579BDE7DFA}" type="slidenum">
              <a:rPr lang="en-US" altLang="en-US">
                <a:latin typeface="Arial" charset="0"/>
              </a:rPr>
              <a:pPr eaLnBrk="1" hangingPunct="1"/>
              <a:t>75</a:t>
            </a:fld>
            <a:endParaRPr lang="en-US" altLang="en-US">
              <a:latin typeface="Arial" charset="0"/>
            </a:endParaRPr>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94036810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p:spPr>
        <p:txBody>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fld id="{CC28D9D1-9B7F-4438-A451-CF579BDE7DFA}" type="slidenum">
              <a:rPr lang="en-US" altLang="en-US">
                <a:latin typeface="Arial" charset="0"/>
              </a:rPr>
              <a:pPr eaLnBrk="1" hangingPunct="1"/>
              <a:t>76</a:t>
            </a:fld>
            <a:endParaRPr lang="en-US" altLang="en-US">
              <a:latin typeface="Arial" charset="0"/>
            </a:endParaRPr>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434632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pPr>
              <a:defRPr/>
            </a:pPr>
            <a:endParaRPr lang="en-US" altLang="en-US"/>
          </a:p>
        </p:txBody>
      </p:sp>
      <p:sp>
        <p:nvSpPr>
          <p:cNvPr id="17" name="Footer Placeholder 16"/>
          <p:cNvSpPr>
            <a:spLocks noGrp="1"/>
          </p:cNvSpPr>
          <p:nvPr>
            <p:ph type="ftr" sz="quarter" idx="11"/>
          </p:nvPr>
        </p:nvSpPr>
        <p:spPr bwMode="auto">
          <a:xfrm rot="5400000">
            <a:off x="7077269" y="4181669"/>
            <a:ext cx="3657600" cy="384048"/>
          </a:xfrm>
        </p:spPr>
        <p:txBody>
          <a:bodyPr/>
          <a:lstStyle/>
          <a:p>
            <a:pPr>
              <a:defRPr/>
            </a:pPr>
            <a:endParaRPr lang="en-US" alt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pPr>
              <a:defRPr/>
            </a:pPr>
            <a:fld id="{9A3F49D1-3A77-474C-87E8-A855FE083FB5}" type="slidenum">
              <a:rPr lang="en-US" altLang="en-US" smtClean="0"/>
              <a:pPr>
                <a:defRPr/>
              </a:pPr>
              <a:t>‹#›</a:t>
            </a:fld>
            <a:endParaRPr lang="en-US"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pPr>
              <a:defRPr/>
            </a:pPr>
            <a:endParaRPr lang="en-US" altLang="en-US"/>
          </a:p>
        </p:txBody>
      </p:sp>
      <p:sp>
        <p:nvSpPr>
          <p:cNvPr id="9" name="Slide Number Placeholder 8"/>
          <p:cNvSpPr>
            <a:spLocks noGrp="1"/>
          </p:cNvSpPr>
          <p:nvPr>
            <p:ph type="sldNum" sz="quarter" idx="15"/>
          </p:nvPr>
        </p:nvSpPr>
        <p:spPr/>
        <p:txBody>
          <a:bodyPr rtlCol="0"/>
          <a:lstStyle/>
          <a:p>
            <a:pPr>
              <a:defRPr/>
            </a:pPr>
            <a:fld id="{D6CAE541-0444-4136-8702-7A35D945224B}" type="slidenum">
              <a:rPr lang="en-US" altLang="en-US" smtClean="0"/>
              <a:pPr>
                <a:defRPr/>
              </a:pPr>
              <a:t>‹#›</a:t>
            </a:fld>
            <a:endParaRPr lang="en-US" altLang="en-US"/>
          </a:p>
        </p:txBody>
      </p:sp>
      <p:sp>
        <p:nvSpPr>
          <p:cNvPr id="10" name="Footer Placeholder 9"/>
          <p:cNvSpPr>
            <a:spLocks noGrp="1"/>
          </p:cNvSpPr>
          <p:nvPr>
            <p:ph type="ftr" sz="quarter" idx="16"/>
          </p:nvPr>
        </p:nvSpPr>
        <p:spPr/>
        <p:txBody>
          <a:bodyPr rtlCol="0"/>
          <a:lstStyle/>
          <a:p>
            <a:pPr>
              <a:defRPr/>
            </a:pPr>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pPr>
              <a:defRPr/>
            </a:pPr>
            <a:endParaRPr lang="en-US" altLang="en-US"/>
          </a:p>
        </p:txBody>
      </p:sp>
      <p:sp>
        <p:nvSpPr>
          <p:cNvPr id="5" name="Footer Placeholder 4"/>
          <p:cNvSpPr>
            <a:spLocks noGrp="1"/>
          </p:cNvSpPr>
          <p:nvPr>
            <p:ph type="ftr" sz="quarter" idx="11"/>
          </p:nvPr>
        </p:nvSpPr>
        <p:spPr bwMode="auto">
          <a:xfrm rot="5400000">
            <a:off x="7077456" y="4178808"/>
            <a:ext cx="3657600" cy="384048"/>
          </a:xfrm>
        </p:spPr>
        <p:txBody>
          <a:bodyPr/>
          <a:lstStyle/>
          <a:p>
            <a:pPr>
              <a:defRPr/>
            </a:pPr>
            <a:endParaRPr lang="en-US" alt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pPr>
              <a:defRPr/>
            </a:pPr>
            <a:fld id="{58D16501-382F-4B6C-B9DC-74B0A870115C}" type="slidenum">
              <a:rPr lang="en-US" altLang="en-US" smtClean="0"/>
              <a:pPr>
                <a:defRPr/>
              </a:pPr>
              <a:t>‹#›</a:t>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0AA70EDA-1396-41E5-8FA1-F4AC1FDA8465}" type="slidenum">
              <a:rPr lang="en-US" altLang="en-US" smtClean="0"/>
              <a:pPr>
                <a:defRPr/>
              </a:pPr>
              <a:t>‹#›</a:t>
            </a:fld>
            <a:endParaRPr lang="en-US" alt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pPr>
              <a:defRPr/>
            </a:pPr>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pPr>
              <a:defRPr/>
            </a:pPr>
            <a:fld id="{FFFC42EC-6801-4D07-A80A-E90D66743E5F}" type="slidenum">
              <a:rPr lang="en-US" altLang="en-US" smtClean="0"/>
              <a:pPr>
                <a:defRPr/>
              </a:pPr>
              <a:t>‹#›</a:t>
            </a:fld>
            <a:endParaRPr lang="en-US" alt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pPr>
              <a:defRPr/>
            </a:pPr>
            <a:endParaRPr lang="en-US" altLang="en-US"/>
          </a:p>
        </p:txBody>
      </p:sp>
      <p:sp>
        <p:nvSpPr>
          <p:cNvPr id="7" name="Slide Number Placeholder 6"/>
          <p:cNvSpPr>
            <a:spLocks noGrp="1"/>
          </p:cNvSpPr>
          <p:nvPr>
            <p:ph type="sldNum" sz="quarter" idx="11"/>
          </p:nvPr>
        </p:nvSpPr>
        <p:spPr/>
        <p:txBody>
          <a:bodyPr rtlCol="0"/>
          <a:lstStyle/>
          <a:p>
            <a:pPr>
              <a:defRPr/>
            </a:pPr>
            <a:fld id="{3D720789-CDFD-4CDA-AF9A-5103F536F7B4}" type="slidenum">
              <a:rPr lang="en-US" altLang="en-US" smtClean="0"/>
              <a:pPr>
                <a:defRPr/>
              </a:pPr>
              <a:t>‹#›</a:t>
            </a:fld>
            <a:endParaRPr lang="en-US" altLang="en-US"/>
          </a:p>
        </p:txBody>
      </p:sp>
      <p:sp>
        <p:nvSpPr>
          <p:cNvPr id="8" name="Footer Placeholder 7"/>
          <p:cNvSpPr>
            <a:spLocks noGrp="1"/>
          </p:cNvSpPr>
          <p:nvPr>
            <p:ph type="ftr" sz="quarter" idx="12"/>
          </p:nvPr>
        </p:nvSpPr>
        <p:spPr/>
        <p:txBody>
          <a:bodyPr rtlCol="0"/>
          <a:lstStyle/>
          <a:p>
            <a:pPr>
              <a:defRPr/>
            </a:pPr>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pPr>
              <a:defRPr/>
            </a:pPr>
            <a:fld id="{86ADB3E4-BBE8-46D3-94D4-4227260B0B26}" type="slidenum">
              <a:rPr lang="en-US" altLang="en-US" smtClean="0"/>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pPr>
              <a:defRPr/>
            </a:pPr>
            <a:endParaRPr lang="en-US" altLang="en-US"/>
          </a:p>
        </p:txBody>
      </p:sp>
      <p:sp>
        <p:nvSpPr>
          <p:cNvPr id="22" name="Slide Number Placeholder 21"/>
          <p:cNvSpPr>
            <a:spLocks noGrp="1"/>
          </p:cNvSpPr>
          <p:nvPr>
            <p:ph type="sldNum" sz="quarter" idx="15"/>
          </p:nvPr>
        </p:nvSpPr>
        <p:spPr/>
        <p:txBody>
          <a:bodyPr rtlCol="0"/>
          <a:lstStyle/>
          <a:p>
            <a:pPr>
              <a:defRPr/>
            </a:pPr>
            <a:fld id="{D0B4F769-2038-4E41-96C6-278C0EEEDF26}" type="slidenum">
              <a:rPr lang="en-US" altLang="en-US" smtClean="0"/>
              <a:pPr>
                <a:defRPr/>
              </a:pPr>
              <a:t>‹#›</a:t>
            </a:fld>
            <a:endParaRPr lang="en-US" altLang="en-US"/>
          </a:p>
        </p:txBody>
      </p:sp>
      <p:sp>
        <p:nvSpPr>
          <p:cNvPr id="23" name="Footer Placeholder 22"/>
          <p:cNvSpPr>
            <a:spLocks noGrp="1"/>
          </p:cNvSpPr>
          <p:nvPr>
            <p:ph type="ftr" sz="quarter" idx="16"/>
          </p:nvPr>
        </p:nvSpPr>
        <p:spPr/>
        <p:txBody>
          <a:bodyPr rtlCol="0"/>
          <a:lstStyle/>
          <a:p>
            <a:pPr>
              <a:defRPr/>
            </a:pPr>
            <a:endParaRPr lang="en-US"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pPr>
              <a:defRPr/>
            </a:pPr>
            <a:endParaRPr lang="en-US" altLang="en-US"/>
          </a:p>
        </p:txBody>
      </p:sp>
      <p:sp>
        <p:nvSpPr>
          <p:cNvPr id="18" name="Slide Number Placeholder 17"/>
          <p:cNvSpPr>
            <a:spLocks noGrp="1"/>
          </p:cNvSpPr>
          <p:nvPr>
            <p:ph type="sldNum" sz="quarter" idx="11"/>
          </p:nvPr>
        </p:nvSpPr>
        <p:spPr/>
        <p:txBody>
          <a:bodyPr rtlCol="0"/>
          <a:lstStyle/>
          <a:p>
            <a:pPr>
              <a:defRPr/>
            </a:pPr>
            <a:fld id="{19D62CF5-A3C1-470A-B8AA-7ACF15B78DE3}" type="slidenum">
              <a:rPr lang="en-US" altLang="en-US" smtClean="0"/>
              <a:pPr>
                <a:defRPr/>
              </a:pPr>
              <a:t>‹#›</a:t>
            </a:fld>
            <a:endParaRPr lang="en-US" altLang="en-US"/>
          </a:p>
        </p:txBody>
      </p:sp>
      <p:sp>
        <p:nvSpPr>
          <p:cNvPr id="21" name="Footer Placeholder 20"/>
          <p:cNvSpPr>
            <a:spLocks noGrp="1"/>
          </p:cNvSpPr>
          <p:nvPr>
            <p:ph type="ftr" sz="quarter" idx="12"/>
          </p:nvPr>
        </p:nvSpPr>
        <p:spPr/>
        <p:txBody>
          <a:bodyPr rtlCol="0"/>
          <a:lstStyle/>
          <a:p>
            <a:pPr>
              <a:defRPr/>
            </a:pPr>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0800C2EB-1B16-40D7-9FB5-5EC22D0CCB12}" type="slidenum">
              <a:rPr lang="en-US" altLang="en-US" smtClean="0"/>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C3AB234F-0F8D-492C-AD1C-D2E95BFA1776}" type="slidenum">
              <a:rPr lang="en-US" altLang="en-US" smtClean="0"/>
              <a:pPr>
                <a:defRPr/>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0" y="152400"/>
            <a:ext cx="8686800" cy="685800"/>
          </a:xfrm>
        </p:spPr>
        <p:txBody>
          <a:bodyPr/>
          <a:lstStyle/>
          <a:p>
            <a:r>
              <a:rPr lang="en-US"/>
              <a:t>Click to edit Master title style</a:t>
            </a:r>
          </a:p>
        </p:txBody>
      </p:sp>
      <p:sp>
        <p:nvSpPr>
          <p:cNvPr id="3" name="Content Placeholder 2"/>
          <p:cNvSpPr>
            <a:spLocks noGrp="1"/>
          </p:cNvSpPr>
          <p:nvPr>
            <p:ph sz="quarter" idx="1"/>
          </p:nvPr>
        </p:nvSpPr>
        <p:spPr>
          <a:xfrm>
            <a:off x="304800" y="1066800"/>
            <a:ext cx="4267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24400" y="1066800"/>
            <a:ext cx="4267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304800" y="3848100"/>
            <a:ext cx="4267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724400" y="3848100"/>
            <a:ext cx="4267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10"/>
          <p:cNvSpPr>
            <a:spLocks noGrp="1" noChangeArrowheads="1"/>
          </p:cNvSpPr>
          <p:nvPr>
            <p:ph type="sldNum" sz="quarter" idx="11"/>
          </p:nvPr>
        </p:nvSpPr>
        <p:spPr>
          <a:ln/>
        </p:spPr>
        <p:txBody>
          <a:bodyPr/>
          <a:lstStyle>
            <a:lvl1pPr>
              <a:defRPr/>
            </a:lvl1pPr>
          </a:lstStyle>
          <a:p>
            <a:pPr>
              <a:defRPr/>
            </a:pPr>
            <a:fld id="{7689EFAA-F580-4F8F-AD20-FA068DB63452}" type="slidenum">
              <a:rPr lang="en-US"/>
              <a:pPr>
                <a:defRPr/>
              </a:pPr>
              <a:t>‹#›</a:t>
            </a:fld>
            <a:endParaRPr lang="en-US"/>
          </a:p>
        </p:txBody>
      </p:sp>
    </p:spTree>
    <p:extLst>
      <p:ext uri="{BB962C8B-B14F-4D97-AF65-F5344CB8AC3E}">
        <p14:creationId xmlns:p14="http://schemas.microsoft.com/office/powerpoint/2010/main" val="3156332912"/>
      </p:ext>
    </p:extLst>
  </p:cSld>
  <p:clrMapOvr>
    <a:masterClrMapping/>
  </p:clrMapOvr>
  <p:transition spd="med">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pPr>
              <a:defRPr/>
            </a:pPr>
            <a:endParaRPr lang="en-US" alt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pPr>
              <a:defRPr/>
            </a:pPr>
            <a:endParaRPr lang="en-US" alt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pPr>
              <a:defRPr/>
            </a:pPr>
            <a:fld id="{D121BDC5-7E21-4F1D-ABCE-B7201568107B}"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179" r:id="rId1"/>
    <p:sldLayoutId id="2147484180" r:id="rId2"/>
    <p:sldLayoutId id="2147484181" r:id="rId3"/>
    <p:sldLayoutId id="2147484182" r:id="rId4"/>
    <p:sldLayoutId id="2147484183" r:id="rId5"/>
    <p:sldLayoutId id="2147484184" r:id="rId6"/>
    <p:sldLayoutId id="2147484185" r:id="rId7"/>
    <p:sldLayoutId id="2147484186" r:id="rId8"/>
    <p:sldLayoutId id="2147484187" r:id="rId9"/>
    <p:sldLayoutId id="2147484188" r:id="rId10"/>
    <p:sldLayoutId id="2147484189" r:id="rId11"/>
    <p:sldLayoutId id="2147484190" r:id="rId12"/>
  </p:sldLayoutIdLst>
  <p:hf hd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tmp"/><Relationship Id="rId4" Type="http://schemas.openxmlformats.org/officeDocument/2006/relationships/image" Target="../media/image3.tmp"/></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5.tmp"/><Relationship Id="rId4" Type="http://schemas.openxmlformats.org/officeDocument/2006/relationships/image" Target="../media/image3.tmp"/></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6.tmp"/><Relationship Id="rId4" Type="http://schemas.openxmlformats.org/officeDocument/2006/relationships/image" Target="../media/image3.tmp"/></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14.tmp"/><Relationship Id="rId4" Type="http://schemas.openxmlformats.org/officeDocument/2006/relationships/image" Target="../media/image13.tmp"/></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6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txBox="1">
            <a:spLocks/>
          </p:cNvSpPr>
          <p:nvPr/>
        </p:nvSpPr>
        <p:spPr>
          <a:xfrm>
            <a:off x="1905000" y="6172200"/>
            <a:ext cx="6400800" cy="533400"/>
          </a:xfrm>
          <a:prstGeom prst="rect">
            <a:avLst/>
          </a:prstGeom>
        </p:spPr>
        <p:txBody>
          <a:bodyPr vert="horz">
            <a:noAutofit/>
          </a:bodyPr>
          <a:lstStyle>
            <a:lvl1pPr marL="0" indent="0" algn="l" rtl="0" eaLnBrk="1" latinLnBrk="0" hangingPunct="1">
              <a:spcBef>
                <a:spcPts val="600"/>
              </a:spcBef>
              <a:buClr>
                <a:schemeClr val="accent1"/>
              </a:buClr>
              <a:buSzPct val="70000"/>
              <a:buFont typeface="Wingdings"/>
              <a:buNone/>
              <a:defRPr kumimoji="0" sz="1800" b="1" kern="1200">
                <a:solidFill>
                  <a:schemeClr val="tx2"/>
                </a:solidFill>
                <a:latin typeface="+mn-lt"/>
                <a:ea typeface="+mn-ea"/>
                <a:cs typeface="+mn-cs"/>
              </a:defRPr>
            </a:lvl1pPr>
            <a:lvl2pPr marL="457200" indent="0" algn="ctr" rtl="0" eaLnBrk="1" latinLnBrk="0" hangingPunct="1">
              <a:spcBef>
                <a:spcPct val="20000"/>
              </a:spcBef>
              <a:buClr>
                <a:schemeClr val="accent1"/>
              </a:buClr>
              <a:buSzPct val="80000"/>
              <a:buFont typeface="Wingdings 2"/>
              <a:buNone/>
              <a:defRPr kumimoji="0" sz="2100" kern="1200">
                <a:solidFill>
                  <a:schemeClr val="tx1"/>
                </a:solidFill>
                <a:latin typeface="+mn-lt"/>
                <a:ea typeface="+mn-ea"/>
                <a:cs typeface="+mn-cs"/>
              </a:defRPr>
            </a:lvl2pPr>
            <a:lvl3pPr marL="914400" indent="0" algn="ctr" rtl="0" eaLnBrk="1" latinLnBrk="0" hangingPunct="1">
              <a:spcBef>
                <a:spcPct val="20000"/>
              </a:spcBef>
              <a:buClr>
                <a:schemeClr val="accent1">
                  <a:shade val="75000"/>
                </a:schemeClr>
              </a:buClr>
              <a:buSzPct val="60000"/>
              <a:buFont typeface="Wingdings"/>
              <a:buNone/>
              <a:defRPr kumimoji="0" sz="1800" kern="1200">
                <a:solidFill>
                  <a:schemeClr val="tx1"/>
                </a:solidFill>
                <a:latin typeface="+mn-lt"/>
                <a:ea typeface="+mn-ea"/>
                <a:cs typeface="+mn-cs"/>
              </a:defRPr>
            </a:lvl3pPr>
            <a:lvl4pPr marL="1371600" indent="0" algn="ctr" rtl="0" eaLnBrk="1" latinLnBrk="0" hangingPunct="1">
              <a:spcBef>
                <a:spcPct val="20000"/>
              </a:spcBef>
              <a:buClr>
                <a:schemeClr val="accent1">
                  <a:tint val="60000"/>
                </a:schemeClr>
              </a:buClr>
              <a:buSzPct val="60000"/>
              <a:buFont typeface="Wingdings"/>
              <a:buNone/>
              <a:defRPr kumimoji="0" sz="1800" kern="1200">
                <a:solidFill>
                  <a:schemeClr val="tx1"/>
                </a:solidFill>
                <a:latin typeface="+mn-lt"/>
                <a:ea typeface="+mn-ea"/>
                <a:cs typeface="+mn-cs"/>
              </a:defRPr>
            </a:lvl4pPr>
            <a:lvl5pPr marL="1828800" indent="0" algn="ctr" rtl="0" eaLnBrk="1" latinLnBrk="0" hangingPunct="1">
              <a:spcBef>
                <a:spcPct val="20000"/>
              </a:spcBef>
              <a:buClr>
                <a:schemeClr val="accent2">
                  <a:tint val="60000"/>
                </a:schemeClr>
              </a:buClr>
              <a:buSzPct val="68000"/>
              <a:buFont typeface="Wingdings 2"/>
              <a:buNone/>
              <a:defRPr kumimoji="0" sz="1600" kern="1200">
                <a:solidFill>
                  <a:schemeClr val="tx1"/>
                </a:solidFill>
                <a:latin typeface="+mn-lt"/>
                <a:ea typeface="+mn-ea"/>
                <a:cs typeface="+mn-cs"/>
              </a:defRPr>
            </a:lvl5pPr>
            <a:lvl6pPr marL="2286000" indent="0" algn="ctr" rtl="0" eaLnBrk="1" latinLnBrk="0" hangingPunct="1">
              <a:spcBef>
                <a:spcPct val="20000"/>
              </a:spcBef>
              <a:buClr>
                <a:schemeClr val="accent1"/>
              </a:buClr>
              <a:buNone/>
              <a:defRPr kumimoji="0" sz="1600" kern="1200">
                <a:solidFill>
                  <a:schemeClr val="tx2"/>
                </a:solidFill>
                <a:latin typeface="+mn-lt"/>
                <a:ea typeface="+mn-ea"/>
                <a:cs typeface="+mn-cs"/>
              </a:defRPr>
            </a:lvl6pPr>
            <a:lvl7pPr marL="2743200" indent="0" algn="ctr" rtl="0" eaLnBrk="1" latinLnBrk="0" hangingPunct="1">
              <a:spcBef>
                <a:spcPct val="20000"/>
              </a:spcBef>
              <a:buClr>
                <a:schemeClr val="accent1">
                  <a:tint val="60000"/>
                </a:schemeClr>
              </a:buClr>
              <a:buSzPct val="60000"/>
              <a:buFont typeface="Wingdings"/>
              <a:buNone/>
              <a:defRPr kumimoji="0" sz="1400" kern="1200" baseline="0">
                <a:solidFill>
                  <a:schemeClr val="tx2"/>
                </a:solidFill>
                <a:latin typeface="+mn-lt"/>
                <a:ea typeface="+mn-ea"/>
                <a:cs typeface="+mn-cs"/>
              </a:defRPr>
            </a:lvl7pPr>
            <a:lvl8pPr marL="3200400" indent="0" algn="ctr" rtl="0" eaLnBrk="1" latinLnBrk="0" hangingPunct="1">
              <a:spcBef>
                <a:spcPct val="20000"/>
              </a:spcBef>
              <a:buClr>
                <a:schemeClr val="accent2"/>
              </a:buClr>
              <a:buNone/>
              <a:defRPr kumimoji="0" sz="1400" kern="1200" cap="small" baseline="0">
                <a:solidFill>
                  <a:schemeClr val="tx2"/>
                </a:solidFill>
                <a:latin typeface="+mn-lt"/>
                <a:ea typeface="+mn-ea"/>
                <a:cs typeface="+mn-cs"/>
              </a:defRPr>
            </a:lvl8pPr>
            <a:lvl9pPr marL="3657600" indent="0" algn="ctr" rtl="0" eaLnBrk="1" latinLnBrk="0" hangingPunct="1">
              <a:spcBef>
                <a:spcPct val="20000"/>
              </a:spcBef>
              <a:buClr>
                <a:schemeClr val="accent1">
                  <a:shade val="75000"/>
                </a:schemeClr>
              </a:buClr>
              <a:buNone/>
              <a:defRPr kumimoji="0" sz="1400" kern="1200" baseline="0">
                <a:solidFill>
                  <a:schemeClr val="tx2"/>
                </a:solidFill>
                <a:latin typeface="+mn-lt"/>
                <a:ea typeface="+mn-ea"/>
                <a:cs typeface="+mn-cs"/>
              </a:defRPr>
            </a:lvl9pPr>
          </a:lstStyle>
          <a:p>
            <a:pPr algn="ctr">
              <a:spcBef>
                <a:spcPct val="0"/>
              </a:spcBef>
            </a:pPr>
            <a:r>
              <a:rPr lang="en-US" sz="2800" dirty="0">
                <a:solidFill>
                  <a:schemeClr val="bg2">
                    <a:lumMod val="10000"/>
                  </a:schemeClr>
                </a:solidFill>
                <a:latin typeface="+mj-lt"/>
                <a:ea typeface="+mj-ea"/>
                <a:cs typeface="+mj-cs"/>
              </a:rPr>
              <a:t>KHOA CÔNG NGHỆ THÔNG TIN</a:t>
            </a:r>
          </a:p>
        </p:txBody>
      </p:sp>
      <p:sp>
        <p:nvSpPr>
          <p:cNvPr id="6" name="Title 5"/>
          <p:cNvSpPr txBox="1">
            <a:spLocks/>
          </p:cNvSpPr>
          <p:nvPr/>
        </p:nvSpPr>
        <p:spPr>
          <a:xfrm>
            <a:off x="685800" y="685800"/>
            <a:ext cx="7772400" cy="990600"/>
          </a:xfrm>
          <a:prstGeom prst="rect">
            <a:avLst/>
          </a:prstGeom>
        </p:spPr>
        <p:txBody>
          <a:bodyPr vert="horz" anchor="b">
            <a:normAutofit/>
          </a:bodyPr>
          <a:lstStyle>
            <a:lvl1pPr algn="l" rtl="0" eaLnBrk="1" latinLnBrk="0" hangingPunct="1">
              <a:spcBef>
                <a:spcPct val="0"/>
              </a:spcBef>
              <a:buNone/>
              <a:defRPr kumimoji="0" sz="3000" b="1" kern="1200" cap="small" baseline="0">
                <a:solidFill>
                  <a:schemeClr val="tx2"/>
                </a:solidFill>
                <a:latin typeface="+mj-lt"/>
                <a:ea typeface="+mj-ea"/>
                <a:cs typeface="+mj-cs"/>
              </a:defRPr>
            </a:lvl1pPr>
          </a:lstStyle>
          <a:p>
            <a:pPr algn="ctr"/>
            <a:r>
              <a:rPr lang="en-US" sz="4400" dirty="0">
                <a:solidFill>
                  <a:schemeClr val="bg2">
                    <a:lumMod val="10000"/>
                  </a:schemeClr>
                </a:solidFill>
                <a:effectLst>
                  <a:outerShdw blurRad="38100" dist="38100" dir="2700000" algn="tl">
                    <a:srgbClr val="000000">
                      <a:alpha val="43137"/>
                    </a:srgbClr>
                  </a:outerShdw>
                </a:effectLst>
              </a:rPr>
              <a:t>CƠ SỞ DỮ LIỆU</a:t>
            </a:r>
          </a:p>
        </p:txBody>
      </p:sp>
      <p:sp>
        <p:nvSpPr>
          <p:cNvPr id="7" name="Title 5"/>
          <p:cNvSpPr txBox="1">
            <a:spLocks/>
          </p:cNvSpPr>
          <p:nvPr/>
        </p:nvSpPr>
        <p:spPr>
          <a:xfrm>
            <a:off x="1371600" y="-76200"/>
            <a:ext cx="6400800" cy="1066800"/>
          </a:xfrm>
          <a:prstGeom prst="rect">
            <a:avLst/>
          </a:prstGeom>
        </p:spPr>
        <p:txBody>
          <a:bodyPr vert="horz" lIns="91440" tIns="45720" rIns="91440" bIns="45720" rtlCol="0" anchor="ctr">
            <a:noAutofit/>
          </a:bodyPr>
          <a:lstStyle/>
          <a:p>
            <a:pPr algn="ctr">
              <a:spcBef>
                <a:spcPct val="0"/>
              </a:spcBef>
              <a:defRPr/>
            </a:pPr>
            <a:r>
              <a:rPr lang="en-US" sz="2800" b="1" dirty="0">
                <a:solidFill>
                  <a:schemeClr val="bg2">
                    <a:lumMod val="10000"/>
                  </a:schemeClr>
                </a:solidFill>
                <a:latin typeface="Calibri"/>
              </a:rPr>
              <a:t>BÀI GIẢNG</a:t>
            </a:r>
          </a:p>
        </p:txBody>
      </p:sp>
      <p:sp>
        <p:nvSpPr>
          <p:cNvPr id="9" name="Title 5"/>
          <p:cNvSpPr txBox="1">
            <a:spLocks/>
          </p:cNvSpPr>
          <p:nvPr/>
        </p:nvSpPr>
        <p:spPr>
          <a:xfrm>
            <a:off x="914400" y="2429203"/>
            <a:ext cx="7772400" cy="1371600"/>
          </a:xfrm>
          <a:prstGeom prst="rect">
            <a:avLst/>
          </a:prstGeom>
        </p:spPr>
        <p:txBody>
          <a:bodyPr vert="horz" anchor="b">
            <a:normAutofit/>
          </a:bodyPr>
          <a:lstStyle>
            <a:lvl1pPr algn="ctr" rtl="0" eaLnBrk="1" latinLnBrk="0" hangingPunct="1">
              <a:spcBef>
                <a:spcPct val="0"/>
              </a:spcBef>
              <a:buNone/>
              <a:defRPr kumimoji="0" sz="4200" kern="1200">
                <a:solidFill>
                  <a:schemeClr val="accent1"/>
                </a:solidFill>
                <a:latin typeface="+mj-lt"/>
                <a:ea typeface="+mj-ea"/>
                <a:cs typeface="+mj-cs"/>
              </a:defRPr>
            </a:lvl1pPr>
          </a:lstStyle>
          <a:p>
            <a:r>
              <a:rPr lang="en-US" sz="4000" b="1" dirty="0" err="1">
                <a:solidFill>
                  <a:schemeClr val="bg2">
                    <a:lumMod val="10000"/>
                  </a:schemeClr>
                </a:solidFill>
                <a:effectLst>
                  <a:outerShdw blurRad="38100" dist="38100" dir="2700000" algn="tl">
                    <a:srgbClr val="000000">
                      <a:alpha val="43137"/>
                    </a:srgbClr>
                  </a:outerShdw>
                </a:effectLst>
              </a:rPr>
              <a:t>Chương</a:t>
            </a:r>
            <a:r>
              <a:rPr lang="en-US" sz="4000" b="1" dirty="0">
                <a:solidFill>
                  <a:schemeClr val="bg2">
                    <a:lumMod val="10000"/>
                  </a:schemeClr>
                </a:solidFill>
                <a:effectLst>
                  <a:outerShdw blurRad="38100" dist="38100" dir="2700000" algn="tl">
                    <a:srgbClr val="000000">
                      <a:alpha val="43137"/>
                    </a:srgbClr>
                  </a:outerShdw>
                </a:effectLst>
              </a:rPr>
              <a:t> 3</a:t>
            </a:r>
          </a:p>
          <a:p>
            <a:r>
              <a:rPr lang="en-US" sz="4400" b="1" dirty="0">
                <a:solidFill>
                  <a:schemeClr val="bg2">
                    <a:lumMod val="10000"/>
                  </a:schemeClr>
                </a:solidFill>
                <a:effectLst>
                  <a:outerShdw blurRad="38100" dist="38100" dir="2700000" algn="tl">
                    <a:srgbClr val="000000">
                      <a:alpha val="43137"/>
                    </a:srgbClr>
                  </a:outerShdw>
                </a:effectLst>
              </a:rPr>
              <a:t>ĐẠI SỐ QUAN HỆ</a:t>
            </a:r>
          </a:p>
        </p:txBody>
      </p:sp>
    </p:spTree>
    <p:extLst>
      <p:ext uri="{BB962C8B-B14F-4D97-AF65-F5344CB8AC3E}">
        <p14:creationId xmlns:p14="http://schemas.microsoft.com/office/powerpoint/2010/main" val="738871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354013"/>
            <a:ext cx="8229600" cy="620712"/>
          </a:xfrm>
        </p:spPr>
        <p:txBody>
          <a:bodyPr>
            <a:noAutofit/>
          </a:bodyPr>
          <a:lstStyle/>
          <a:p>
            <a:pPr eaLnBrk="1" hangingPunct="1"/>
            <a:r>
              <a:rPr lang="en-US" altLang="en-US" sz="3600" b="1" dirty="0" err="1">
                <a:solidFill>
                  <a:schemeClr val="bg2">
                    <a:lumMod val="10000"/>
                  </a:schemeClr>
                </a:solidFill>
                <a:latin typeface="Times New Roman" panose="02020603050405020304" pitchFamily="18" charset="0"/>
                <a:cs typeface="Times New Roman" panose="02020603050405020304" pitchFamily="18" charset="0"/>
              </a:rPr>
              <a:t>Nội</a:t>
            </a:r>
            <a:r>
              <a:rPr lang="en-US" altLang="en-US" sz="3600" b="1" dirty="0">
                <a:solidFill>
                  <a:schemeClr val="bg2">
                    <a:lumMod val="10000"/>
                  </a:schemeClr>
                </a:solidFill>
                <a:latin typeface="Times New Roman" panose="02020603050405020304" pitchFamily="18" charset="0"/>
                <a:cs typeface="Times New Roman" panose="02020603050405020304" pitchFamily="18" charset="0"/>
              </a:rPr>
              <a:t> dung chi </a:t>
            </a:r>
            <a:r>
              <a:rPr lang="en-US" altLang="en-US" sz="3600" b="1" dirty="0" err="1">
                <a:solidFill>
                  <a:schemeClr val="bg2">
                    <a:lumMod val="10000"/>
                  </a:schemeClr>
                </a:solidFill>
                <a:latin typeface="Times New Roman" panose="02020603050405020304" pitchFamily="18" charset="0"/>
                <a:cs typeface="Times New Roman" panose="02020603050405020304" pitchFamily="18" charset="0"/>
              </a:rPr>
              <a:t>tiết</a:t>
            </a:r>
            <a:endParaRPr lang="en-US" altLang="en-US" sz="3600"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sz="quarter" idx="1"/>
          </p:nvPr>
        </p:nvSpPr>
        <p:spPr>
          <a:xfrm>
            <a:off x="457200" y="990600"/>
            <a:ext cx="8229600" cy="5562600"/>
          </a:xfrm>
        </p:spPr>
        <p:txBody>
          <a:bodyPr>
            <a:normAutofit/>
          </a:bodyPr>
          <a:lstStyle/>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Giới</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thiệu</a:t>
            </a: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Đại</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số</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quan</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hệ</a:t>
            </a: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toán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tập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endParaRPr lang="en-US" altLang="en-US"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Phép</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chọn</a:t>
            </a: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chiếu</a:t>
            </a:r>
            <a:endParaRPr lang="en-US" altLang="en-US"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Phép</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tích</a:t>
            </a:r>
            <a:r>
              <a:rPr lang="en-US" altLang="en-US" sz="2600" dirty="0">
                <a:latin typeface="Times New Roman" panose="02020603050405020304" pitchFamily="18" charset="0"/>
                <a:cs typeface="Times New Roman" panose="02020603050405020304" pitchFamily="18" charset="0"/>
              </a:rPr>
              <a:t> Cartesian (Cartesian Product)</a:t>
            </a: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Phép</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kết</a:t>
            </a: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Phép</a:t>
            </a:r>
            <a:r>
              <a:rPr lang="en-US" altLang="en-US" sz="2600" dirty="0">
                <a:latin typeface="Times New Roman" panose="02020603050405020304" pitchFamily="18" charset="0"/>
                <a:cs typeface="Times New Roman" panose="02020603050405020304" pitchFamily="18" charset="0"/>
              </a:rPr>
              <a:t> chia</a:t>
            </a: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Các</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phép</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toán</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khác</a:t>
            </a: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Các</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thao</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tác</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cập</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nhật</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trên</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quan</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hệ</a:t>
            </a:r>
            <a:endParaRPr lang="en-US" altLang="en-US" sz="26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2</a:t>
            </a:fld>
            <a:endParaRPr lang="en-US" altLang="en-US"/>
          </a:p>
        </p:txBody>
      </p:sp>
    </p:spTree>
    <p:extLst>
      <p:ext uri="{BB962C8B-B14F-4D97-AF65-F5344CB8AC3E}">
        <p14:creationId xmlns:p14="http://schemas.microsoft.com/office/powerpoint/2010/main" val="613412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571" y="228600"/>
            <a:ext cx="7467600" cy="884238"/>
          </a:xfrm>
        </p:spPr>
        <p:txBody>
          <a:bodyPr>
            <a:normAutofit/>
          </a:bodyPr>
          <a:lstStyle/>
          <a:p>
            <a:r>
              <a:rPr lang="en-US" sz="3600" b="1" dirty="0">
                <a:solidFill>
                  <a:schemeClr val="tx1"/>
                </a:solidFill>
                <a:latin typeface="+mn-lt"/>
              </a:rPr>
              <a:t>1. </a:t>
            </a:r>
            <a:r>
              <a:rPr lang="en-US" sz="3600" b="1" dirty="0" err="1">
                <a:solidFill>
                  <a:schemeClr val="tx1"/>
                </a:solidFill>
                <a:latin typeface="+mn-lt"/>
              </a:rPr>
              <a:t>Giới</a:t>
            </a:r>
            <a:r>
              <a:rPr lang="en-US" sz="3600" b="1" dirty="0">
                <a:solidFill>
                  <a:schemeClr val="tx1"/>
                </a:solidFill>
                <a:latin typeface="+mn-lt"/>
              </a:rPr>
              <a:t> </a:t>
            </a:r>
            <a:r>
              <a:rPr lang="en-US" sz="3600" b="1" dirty="0" err="1">
                <a:solidFill>
                  <a:schemeClr val="tx1"/>
                </a:solidFill>
                <a:latin typeface="+mn-lt"/>
              </a:rPr>
              <a:t>thiệu</a:t>
            </a:r>
            <a:endParaRPr lang="en-US" sz="3600" b="1" dirty="0">
              <a:solidFill>
                <a:schemeClr val="tx1"/>
              </a:solidFill>
              <a:latin typeface="+mn-lt"/>
            </a:endParaRPr>
          </a:p>
        </p:txBody>
      </p:sp>
      <p:sp>
        <p:nvSpPr>
          <p:cNvPr id="4" name="Footer Placeholder 3"/>
          <p:cNvSpPr>
            <a:spLocks noGrp="1"/>
          </p:cNvSpPr>
          <p:nvPr>
            <p:ph type="ftr" sz="quarter" idx="4294967295"/>
          </p:nvPr>
        </p:nvSpPr>
        <p:spPr>
          <a:xfrm>
            <a:off x="2898648" y="6356350"/>
            <a:ext cx="3505200" cy="365760"/>
          </a:xfrm>
          <a:prstGeom prst="rect">
            <a:avLst/>
          </a:prstGeom>
        </p:spPr>
        <p:txBody>
          <a:bodyPr/>
          <a:lstStyle/>
          <a:p>
            <a:endParaRPr lang="en-US"/>
          </a:p>
        </p:txBody>
      </p:sp>
      <p:sp>
        <p:nvSpPr>
          <p:cNvPr id="6" name="Content Placeholder 5"/>
          <p:cNvSpPr>
            <a:spLocks noGrp="1"/>
          </p:cNvSpPr>
          <p:nvPr>
            <p:ph sz="quarter" idx="1"/>
          </p:nvPr>
        </p:nvSpPr>
        <p:spPr>
          <a:xfrm>
            <a:off x="457200" y="1371600"/>
            <a:ext cx="8229600" cy="4873752"/>
          </a:xfrm>
        </p:spPr>
        <p:txBody>
          <a:bodyPr/>
          <a:lstStyle/>
          <a:p>
            <a:r>
              <a:rPr lang="vi-VN" dirty="0"/>
              <a:t>Xét một số xử lý trên quan hệ NHANVIEN</a:t>
            </a:r>
          </a:p>
          <a:p>
            <a:r>
              <a:rPr lang="vi-VN" dirty="0"/>
              <a:t>Thêm mới một nhân viên</a:t>
            </a:r>
          </a:p>
          <a:p>
            <a:r>
              <a:rPr lang="vi-VN" dirty="0"/>
              <a:t>Chuyển nhân viên có tên là “Tùng” sang phòng số 1</a:t>
            </a:r>
          </a:p>
          <a:p>
            <a:r>
              <a:rPr lang="vi-VN" dirty="0"/>
              <a:t>Cho biết họ tên và ngày sinh các nhân viên có lương trên 20000</a:t>
            </a:r>
          </a:p>
          <a:p>
            <a:endParaRPr lang="vi-VN" dirty="0"/>
          </a:p>
          <a:p>
            <a:endParaRPr lang="vi-VN" dirty="0"/>
          </a:p>
          <a:p>
            <a:endParaRPr lang="en-US" dirty="0"/>
          </a:p>
        </p:txBody>
      </p:sp>
      <p:sp>
        <p:nvSpPr>
          <p:cNvPr id="7" name="Text Box 25"/>
          <p:cNvSpPr txBox="1">
            <a:spLocks noChangeArrowheads="1"/>
          </p:cNvSpPr>
          <p:nvPr/>
        </p:nvSpPr>
        <p:spPr bwMode="auto">
          <a:xfrm>
            <a:off x="7260771" y="4343400"/>
            <a:ext cx="1066800" cy="304800"/>
          </a:xfrm>
          <a:prstGeom prst="rect">
            <a:avLst/>
          </a:prstGeom>
          <a:noFill/>
          <a:ln w="12700" algn="ctr">
            <a:noFill/>
            <a:miter lim="800000"/>
            <a:headEnd/>
            <a:tailEnd/>
          </a:ln>
          <a:effectLst/>
        </p:spPr>
        <p:txBody>
          <a:bodyPr>
            <a:spAutoFit/>
          </a:bodyPr>
          <a:lstStyle/>
          <a:p>
            <a:r>
              <a:rPr lang="en-US" sz="1400"/>
              <a:t>5</a:t>
            </a:r>
          </a:p>
        </p:txBody>
      </p:sp>
      <p:grpSp>
        <p:nvGrpSpPr>
          <p:cNvPr id="8" name="Group 62"/>
          <p:cNvGrpSpPr>
            <a:grpSpLocks/>
          </p:cNvGrpSpPr>
          <p:nvPr/>
        </p:nvGrpSpPr>
        <p:grpSpPr bwMode="auto">
          <a:xfrm>
            <a:off x="859971" y="3962400"/>
            <a:ext cx="7467600" cy="1600200"/>
            <a:chOff x="528" y="2016"/>
            <a:chExt cx="4704" cy="1008"/>
          </a:xfrm>
        </p:grpSpPr>
        <p:sp>
          <p:nvSpPr>
            <p:cNvPr id="9" name="Text Box 32"/>
            <p:cNvSpPr txBox="1">
              <a:spLocks noChangeArrowheads="1"/>
            </p:cNvSpPr>
            <p:nvPr/>
          </p:nvSpPr>
          <p:spPr bwMode="auto">
            <a:xfrm>
              <a:off x="4560" y="2448"/>
              <a:ext cx="672" cy="192"/>
            </a:xfrm>
            <a:prstGeom prst="rect">
              <a:avLst/>
            </a:prstGeom>
            <a:noFill/>
            <a:ln w="12700" algn="ctr">
              <a:noFill/>
              <a:miter lim="800000"/>
              <a:headEnd/>
              <a:tailEnd/>
            </a:ln>
            <a:effectLst/>
          </p:spPr>
          <p:txBody>
            <a:bodyPr>
              <a:spAutoFit/>
            </a:bodyPr>
            <a:lstStyle/>
            <a:p>
              <a:r>
                <a:rPr lang="en-US" sz="1400"/>
                <a:t>4</a:t>
              </a:r>
            </a:p>
          </p:txBody>
        </p:sp>
        <p:sp>
          <p:nvSpPr>
            <p:cNvPr id="10" name="Line 5"/>
            <p:cNvSpPr>
              <a:spLocks noChangeShapeType="1"/>
            </p:cNvSpPr>
            <p:nvPr/>
          </p:nvSpPr>
          <p:spPr bwMode="auto">
            <a:xfrm>
              <a:off x="528" y="2208"/>
              <a:ext cx="4704" cy="0"/>
            </a:xfrm>
            <a:prstGeom prst="line">
              <a:avLst/>
            </a:prstGeom>
            <a:noFill/>
            <a:ln w="12700">
              <a:solidFill>
                <a:schemeClr val="tx1"/>
              </a:solidFill>
              <a:round/>
              <a:headEnd/>
              <a:tailEnd/>
            </a:ln>
            <a:effectLst/>
          </p:spPr>
          <p:txBody>
            <a:bodyPr anchor="ctr">
              <a:spAutoFit/>
            </a:bodyPr>
            <a:lstStyle/>
            <a:p>
              <a:endParaRPr lang="en-US"/>
            </a:p>
          </p:txBody>
        </p:sp>
        <p:sp>
          <p:nvSpPr>
            <p:cNvPr id="11" name="Line 6"/>
            <p:cNvSpPr>
              <a:spLocks noChangeShapeType="1"/>
            </p:cNvSpPr>
            <p:nvPr/>
          </p:nvSpPr>
          <p:spPr bwMode="auto">
            <a:xfrm>
              <a:off x="1152" y="2016"/>
              <a:ext cx="0" cy="1008"/>
            </a:xfrm>
            <a:prstGeom prst="line">
              <a:avLst/>
            </a:prstGeom>
            <a:noFill/>
            <a:ln w="12700">
              <a:solidFill>
                <a:schemeClr val="tx1"/>
              </a:solidFill>
              <a:round/>
              <a:headEnd/>
              <a:tailEnd/>
            </a:ln>
            <a:effectLst/>
          </p:spPr>
          <p:txBody>
            <a:bodyPr wrap="none" anchor="ctr">
              <a:spAutoFit/>
            </a:bodyPr>
            <a:lstStyle/>
            <a:p>
              <a:endParaRPr lang="en-US"/>
            </a:p>
          </p:txBody>
        </p:sp>
        <p:sp>
          <p:nvSpPr>
            <p:cNvPr id="12" name="Text Box 7"/>
            <p:cNvSpPr txBox="1">
              <a:spLocks noChangeArrowheads="1"/>
            </p:cNvSpPr>
            <p:nvPr/>
          </p:nvSpPr>
          <p:spPr bwMode="auto">
            <a:xfrm>
              <a:off x="528" y="2016"/>
              <a:ext cx="624" cy="192"/>
            </a:xfrm>
            <a:prstGeom prst="rect">
              <a:avLst/>
            </a:prstGeom>
            <a:noFill/>
            <a:ln w="12700" algn="ctr">
              <a:noFill/>
              <a:miter lim="800000"/>
              <a:headEnd/>
              <a:tailEnd/>
            </a:ln>
            <a:effectLst/>
          </p:spPr>
          <p:txBody>
            <a:bodyPr>
              <a:spAutoFit/>
            </a:bodyPr>
            <a:lstStyle/>
            <a:p>
              <a:r>
                <a:rPr lang="en-US" sz="1400"/>
                <a:t>TENNV</a:t>
              </a:r>
            </a:p>
          </p:txBody>
        </p:sp>
        <p:sp>
          <p:nvSpPr>
            <p:cNvPr id="13" name="Text Box 8"/>
            <p:cNvSpPr txBox="1">
              <a:spLocks noChangeArrowheads="1"/>
            </p:cNvSpPr>
            <p:nvPr/>
          </p:nvSpPr>
          <p:spPr bwMode="auto">
            <a:xfrm>
              <a:off x="1152" y="2016"/>
              <a:ext cx="672" cy="192"/>
            </a:xfrm>
            <a:prstGeom prst="rect">
              <a:avLst/>
            </a:prstGeom>
            <a:noFill/>
            <a:ln w="12700" algn="ctr">
              <a:noFill/>
              <a:miter lim="800000"/>
              <a:headEnd/>
              <a:tailEnd/>
            </a:ln>
            <a:effectLst/>
          </p:spPr>
          <p:txBody>
            <a:bodyPr>
              <a:spAutoFit/>
            </a:bodyPr>
            <a:lstStyle/>
            <a:p>
              <a:r>
                <a:rPr lang="en-US" sz="1400"/>
                <a:t>HONV</a:t>
              </a:r>
            </a:p>
          </p:txBody>
        </p:sp>
        <p:sp>
          <p:nvSpPr>
            <p:cNvPr id="14" name="Line 9"/>
            <p:cNvSpPr>
              <a:spLocks noChangeShapeType="1"/>
            </p:cNvSpPr>
            <p:nvPr/>
          </p:nvSpPr>
          <p:spPr bwMode="auto">
            <a:xfrm>
              <a:off x="1824" y="2016"/>
              <a:ext cx="0" cy="1008"/>
            </a:xfrm>
            <a:prstGeom prst="line">
              <a:avLst/>
            </a:prstGeom>
            <a:noFill/>
            <a:ln w="12700">
              <a:solidFill>
                <a:schemeClr val="tx1"/>
              </a:solidFill>
              <a:round/>
              <a:headEnd/>
              <a:tailEnd/>
            </a:ln>
            <a:effectLst/>
          </p:spPr>
          <p:txBody>
            <a:bodyPr wrap="none" anchor="ctr">
              <a:spAutoFit/>
            </a:bodyPr>
            <a:lstStyle/>
            <a:p>
              <a:endParaRPr lang="en-US"/>
            </a:p>
          </p:txBody>
        </p:sp>
        <p:sp>
          <p:nvSpPr>
            <p:cNvPr id="15" name="Text Box 10"/>
            <p:cNvSpPr txBox="1">
              <a:spLocks noChangeArrowheads="1"/>
            </p:cNvSpPr>
            <p:nvPr/>
          </p:nvSpPr>
          <p:spPr bwMode="auto">
            <a:xfrm>
              <a:off x="1824" y="2016"/>
              <a:ext cx="720" cy="192"/>
            </a:xfrm>
            <a:prstGeom prst="rect">
              <a:avLst/>
            </a:prstGeom>
            <a:noFill/>
            <a:ln w="12700" algn="ctr">
              <a:noFill/>
              <a:miter lim="800000"/>
              <a:headEnd/>
              <a:tailEnd/>
            </a:ln>
            <a:effectLst/>
          </p:spPr>
          <p:txBody>
            <a:bodyPr>
              <a:spAutoFit/>
            </a:bodyPr>
            <a:lstStyle/>
            <a:p>
              <a:r>
                <a:rPr lang="en-US" sz="1400"/>
                <a:t>NGSINH</a:t>
              </a:r>
            </a:p>
          </p:txBody>
        </p:sp>
        <p:sp>
          <p:nvSpPr>
            <p:cNvPr id="16" name="Line 11"/>
            <p:cNvSpPr>
              <a:spLocks noChangeShapeType="1"/>
            </p:cNvSpPr>
            <p:nvPr/>
          </p:nvSpPr>
          <p:spPr bwMode="auto">
            <a:xfrm>
              <a:off x="2544" y="2016"/>
              <a:ext cx="0" cy="1008"/>
            </a:xfrm>
            <a:prstGeom prst="line">
              <a:avLst/>
            </a:prstGeom>
            <a:noFill/>
            <a:ln w="12700">
              <a:solidFill>
                <a:schemeClr val="tx1"/>
              </a:solidFill>
              <a:round/>
              <a:headEnd/>
              <a:tailEnd/>
            </a:ln>
            <a:effectLst/>
          </p:spPr>
          <p:txBody>
            <a:bodyPr wrap="none" anchor="ctr">
              <a:spAutoFit/>
            </a:bodyPr>
            <a:lstStyle/>
            <a:p>
              <a:endParaRPr lang="en-US"/>
            </a:p>
          </p:txBody>
        </p:sp>
        <p:sp>
          <p:nvSpPr>
            <p:cNvPr id="17" name="Text Box 12"/>
            <p:cNvSpPr txBox="1">
              <a:spLocks noChangeArrowheads="1"/>
            </p:cNvSpPr>
            <p:nvPr/>
          </p:nvSpPr>
          <p:spPr bwMode="auto">
            <a:xfrm>
              <a:off x="2544" y="2016"/>
              <a:ext cx="864" cy="192"/>
            </a:xfrm>
            <a:prstGeom prst="rect">
              <a:avLst/>
            </a:prstGeom>
            <a:noFill/>
            <a:ln w="12700" algn="ctr">
              <a:noFill/>
              <a:miter lim="800000"/>
              <a:headEnd/>
              <a:tailEnd/>
            </a:ln>
            <a:effectLst/>
          </p:spPr>
          <p:txBody>
            <a:bodyPr>
              <a:spAutoFit/>
            </a:bodyPr>
            <a:lstStyle/>
            <a:p>
              <a:r>
                <a:rPr lang="en-US" sz="1400"/>
                <a:t>DCHI</a:t>
              </a:r>
            </a:p>
          </p:txBody>
        </p:sp>
        <p:sp>
          <p:nvSpPr>
            <p:cNvPr id="18" name="Line 13"/>
            <p:cNvSpPr>
              <a:spLocks noChangeShapeType="1"/>
            </p:cNvSpPr>
            <p:nvPr/>
          </p:nvSpPr>
          <p:spPr bwMode="auto">
            <a:xfrm>
              <a:off x="3408" y="2016"/>
              <a:ext cx="0" cy="1008"/>
            </a:xfrm>
            <a:prstGeom prst="line">
              <a:avLst/>
            </a:prstGeom>
            <a:noFill/>
            <a:ln w="12700">
              <a:solidFill>
                <a:schemeClr val="tx1"/>
              </a:solidFill>
              <a:round/>
              <a:headEnd/>
              <a:tailEnd/>
            </a:ln>
            <a:effectLst/>
          </p:spPr>
          <p:txBody>
            <a:bodyPr wrap="none" anchor="ctr">
              <a:spAutoFit/>
            </a:bodyPr>
            <a:lstStyle/>
            <a:p>
              <a:endParaRPr lang="en-US"/>
            </a:p>
          </p:txBody>
        </p:sp>
        <p:sp>
          <p:nvSpPr>
            <p:cNvPr id="19" name="Text Box 14"/>
            <p:cNvSpPr txBox="1">
              <a:spLocks noChangeArrowheads="1"/>
            </p:cNvSpPr>
            <p:nvPr/>
          </p:nvSpPr>
          <p:spPr bwMode="auto">
            <a:xfrm>
              <a:off x="3408" y="2016"/>
              <a:ext cx="480" cy="192"/>
            </a:xfrm>
            <a:prstGeom prst="rect">
              <a:avLst/>
            </a:prstGeom>
            <a:noFill/>
            <a:ln w="12700" algn="ctr">
              <a:noFill/>
              <a:miter lim="800000"/>
              <a:headEnd/>
              <a:tailEnd/>
            </a:ln>
            <a:effectLst/>
          </p:spPr>
          <p:txBody>
            <a:bodyPr>
              <a:spAutoFit/>
            </a:bodyPr>
            <a:lstStyle/>
            <a:p>
              <a:r>
                <a:rPr lang="en-US" sz="1400"/>
                <a:t>PHAI</a:t>
              </a:r>
            </a:p>
          </p:txBody>
        </p:sp>
        <p:sp>
          <p:nvSpPr>
            <p:cNvPr id="20" name="Line 15"/>
            <p:cNvSpPr>
              <a:spLocks noChangeShapeType="1"/>
            </p:cNvSpPr>
            <p:nvPr/>
          </p:nvSpPr>
          <p:spPr bwMode="auto">
            <a:xfrm>
              <a:off x="3888" y="2016"/>
              <a:ext cx="0" cy="1008"/>
            </a:xfrm>
            <a:prstGeom prst="line">
              <a:avLst/>
            </a:prstGeom>
            <a:noFill/>
            <a:ln w="12700">
              <a:solidFill>
                <a:schemeClr val="tx1"/>
              </a:solidFill>
              <a:round/>
              <a:headEnd/>
              <a:tailEnd/>
            </a:ln>
            <a:effectLst/>
          </p:spPr>
          <p:txBody>
            <a:bodyPr wrap="none" anchor="ctr">
              <a:spAutoFit/>
            </a:bodyPr>
            <a:lstStyle/>
            <a:p>
              <a:endParaRPr lang="en-US"/>
            </a:p>
          </p:txBody>
        </p:sp>
        <p:sp>
          <p:nvSpPr>
            <p:cNvPr id="21" name="Text Box 16"/>
            <p:cNvSpPr txBox="1">
              <a:spLocks noChangeArrowheads="1"/>
            </p:cNvSpPr>
            <p:nvPr/>
          </p:nvSpPr>
          <p:spPr bwMode="auto">
            <a:xfrm>
              <a:off x="3888" y="2016"/>
              <a:ext cx="672" cy="192"/>
            </a:xfrm>
            <a:prstGeom prst="rect">
              <a:avLst/>
            </a:prstGeom>
            <a:noFill/>
            <a:ln w="12700" algn="ctr">
              <a:noFill/>
              <a:miter lim="800000"/>
              <a:headEnd/>
              <a:tailEnd/>
            </a:ln>
            <a:effectLst/>
          </p:spPr>
          <p:txBody>
            <a:bodyPr>
              <a:spAutoFit/>
            </a:bodyPr>
            <a:lstStyle/>
            <a:p>
              <a:r>
                <a:rPr lang="en-US" sz="1400"/>
                <a:t>LUONG</a:t>
              </a:r>
            </a:p>
          </p:txBody>
        </p:sp>
        <p:sp>
          <p:nvSpPr>
            <p:cNvPr id="22" name="Line 17"/>
            <p:cNvSpPr>
              <a:spLocks noChangeShapeType="1"/>
            </p:cNvSpPr>
            <p:nvPr/>
          </p:nvSpPr>
          <p:spPr bwMode="auto">
            <a:xfrm>
              <a:off x="4560" y="2016"/>
              <a:ext cx="0" cy="1008"/>
            </a:xfrm>
            <a:prstGeom prst="line">
              <a:avLst/>
            </a:prstGeom>
            <a:noFill/>
            <a:ln w="12700">
              <a:solidFill>
                <a:schemeClr val="tx1"/>
              </a:solidFill>
              <a:round/>
              <a:headEnd/>
              <a:tailEnd/>
            </a:ln>
            <a:effectLst/>
          </p:spPr>
          <p:txBody>
            <a:bodyPr wrap="none" anchor="ctr">
              <a:spAutoFit/>
            </a:bodyPr>
            <a:lstStyle/>
            <a:p>
              <a:endParaRPr lang="en-US"/>
            </a:p>
          </p:txBody>
        </p:sp>
        <p:sp>
          <p:nvSpPr>
            <p:cNvPr id="23" name="Text Box 18"/>
            <p:cNvSpPr txBox="1">
              <a:spLocks noChangeArrowheads="1"/>
            </p:cNvSpPr>
            <p:nvPr/>
          </p:nvSpPr>
          <p:spPr bwMode="auto">
            <a:xfrm>
              <a:off x="4560" y="2016"/>
              <a:ext cx="672" cy="192"/>
            </a:xfrm>
            <a:prstGeom prst="rect">
              <a:avLst/>
            </a:prstGeom>
            <a:noFill/>
            <a:ln w="12700" algn="ctr">
              <a:noFill/>
              <a:miter lim="800000"/>
              <a:headEnd/>
              <a:tailEnd/>
            </a:ln>
            <a:effectLst/>
          </p:spPr>
          <p:txBody>
            <a:bodyPr>
              <a:spAutoFit/>
            </a:bodyPr>
            <a:lstStyle/>
            <a:p>
              <a:r>
                <a:rPr lang="en-US" sz="1400"/>
                <a:t>PHONG</a:t>
              </a:r>
            </a:p>
          </p:txBody>
        </p:sp>
        <p:sp>
          <p:nvSpPr>
            <p:cNvPr id="24" name="Text Box 19"/>
            <p:cNvSpPr txBox="1">
              <a:spLocks noChangeArrowheads="1"/>
            </p:cNvSpPr>
            <p:nvPr/>
          </p:nvSpPr>
          <p:spPr bwMode="auto">
            <a:xfrm>
              <a:off x="528" y="2256"/>
              <a:ext cx="624" cy="192"/>
            </a:xfrm>
            <a:prstGeom prst="rect">
              <a:avLst/>
            </a:prstGeom>
            <a:noFill/>
            <a:ln w="12700" algn="ctr">
              <a:noFill/>
              <a:miter lim="800000"/>
              <a:headEnd/>
              <a:tailEnd/>
            </a:ln>
            <a:effectLst/>
          </p:spPr>
          <p:txBody>
            <a:bodyPr>
              <a:spAutoFit/>
            </a:bodyPr>
            <a:lstStyle/>
            <a:p>
              <a:r>
                <a:rPr lang="en-US" sz="1400"/>
                <a:t>Tung</a:t>
              </a:r>
            </a:p>
          </p:txBody>
        </p:sp>
        <p:sp>
          <p:nvSpPr>
            <p:cNvPr id="25" name="Text Box 20"/>
            <p:cNvSpPr txBox="1">
              <a:spLocks noChangeArrowheads="1"/>
            </p:cNvSpPr>
            <p:nvPr/>
          </p:nvSpPr>
          <p:spPr bwMode="auto">
            <a:xfrm>
              <a:off x="1152" y="2256"/>
              <a:ext cx="672" cy="192"/>
            </a:xfrm>
            <a:prstGeom prst="rect">
              <a:avLst/>
            </a:prstGeom>
            <a:noFill/>
            <a:ln w="12700" algn="ctr">
              <a:noFill/>
              <a:miter lim="800000"/>
              <a:headEnd/>
              <a:tailEnd/>
            </a:ln>
            <a:effectLst/>
          </p:spPr>
          <p:txBody>
            <a:bodyPr>
              <a:spAutoFit/>
            </a:bodyPr>
            <a:lstStyle/>
            <a:p>
              <a:r>
                <a:rPr lang="en-US" sz="1400"/>
                <a:t>Nguyen</a:t>
              </a:r>
            </a:p>
          </p:txBody>
        </p:sp>
        <p:sp>
          <p:nvSpPr>
            <p:cNvPr id="26" name="Text Box 21"/>
            <p:cNvSpPr txBox="1">
              <a:spLocks noChangeArrowheads="1"/>
            </p:cNvSpPr>
            <p:nvPr/>
          </p:nvSpPr>
          <p:spPr bwMode="auto">
            <a:xfrm>
              <a:off x="1824" y="2256"/>
              <a:ext cx="720" cy="192"/>
            </a:xfrm>
            <a:prstGeom prst="rect">
              <a:avLst/>
            </a:prstGeom>
            <a:noFill/>
            <a:ln w="12700" algn="ctr">
              <a:noFill/>
              <a:miter lim="800000"/>
              <a:headEnd/>
              <a:tailEnd/>
            </a:ln>
            <a:effectLst/>
          </p:spPr>
          <p:txBody>
            <a:bodyPr>
              <a:spAutoFit/>
            </a:bodyPr>
            <a:lstStyle/>
            <a:p>
              <a:r>
                <a:rPr lang="en-US" sz="1400"/>
                <a:t>12/08/1955</a:t>
              </a:r>
            </a:p>
          </p:txBody>
        </p:sp>
        <p:sp>
          <p:nvSpPr>
            <p:cNvPr id="27" name="Text Box 22"/>
            <p:cNvSpPr txBox="1">
              <a:spLocks noChangeArrowheads="1"/>
            </p:cNvSpPr>
            <p:nvPr/>
          </p:nvSpPr>
          <p:spPr bwMode="auto">
            <a:xfrm>
              <a:off x="2544" y="2256"/>
              <a:ext cx="864" cy="192"/>
            </a:xfrm>
            <a:prstGeom prst="rect">
              <a:avLst/>
            </a:prstGeom>
            <a:noFill/>
            <a:ln w="12700" algn="ctr">
              <a:noFill/>
              <a:miter lim="800000"/>
              <a:headEnd/>
              <a:tailEnd/>
            </a:ln>
            <a:effectLst/>
          </p:spPr>
          <p:txBody>
            <a:bodyPr>
              <a:spAutoFit/>
            </a:bodyPr>
            <a:lstStyle/>
            <a:p>
              <a:r>
                <a:rPr lang="en-US" sz="1400"/>
                <a:t>638 NVC Q5</a:t>
              </a:r>
            </a:p>
          </p:txBody>
        </p:sp>
        <p:sp>
          <p:nvSpPr>
            <p:cNvPr id="28" name="Text Box 23"/>
            <p:cNvSpPr txBox="1">
              <a:spLocks noChangeArrowheads="1"/>
            </p:cNvSpPr>
            <p:nvPr/>
          </p:nvSpPr>
          <p:spPr bwMode="auto">
            <a:xfrm>
              <a:off x="3408" y="2256"/>
              <a:ext cx="480" cy="192"/>
            </a:xfrm>
            <a:prstGeom prst="rect">
              <a:avLst/>
            </a:prstGeom>
            <a:noFill/>
            <a:ln w="12700" algn="ctr">
              <a:noFill/>
              <a:miter lim="800000"/>
              <a:headEnd/>
              <a:tailEnd/>
            </a:ln>
            <a:effectLst/>
          </p:spPr>
          <p:txBody>
            <a:bodyPr>
              <a:spAutoFit/>
            </a:bodyPr>
            <a:lstStyle/>
            <a:p>
              <a:r>
                <a:rPr lang="en-US" sz="1400"/>
                <a:t>Nam</a:t>
              </a:r>
            </a:p>
          </p:txBody>
        </p:sp>
        <p:sp>
          <p:nvSpPr>
            <p:cNvPr id="29" name="Text Box 24"/>
            <p:cNvSpPr txBox="1">
              <a:spLocks noChangeArrowheads="1"/>
            </p:cNvSpPr>
            <p:nvPr/>
          </p:nvSpPr>
          <p:spPr bwMode="auto">
            <a:xfrm>
              <a:off x="3888" y="2256"/>
              <a:ext cx="672" cy="192"/>
            </a:xfrm>
            <a:prstGeom prst="rect">
              <a:avLst/>
            </a:prstGeom>
            <a:noFill/>
            <a:ln w="12700" algn="ctr">
              <a:noFill/>
              <a:miter lim="800000"/>
              <a:headEnd/>
              <a:tailEnd/>
            </a:ln>
            <a:effectLst/>
          </p:spPr>
          <p:txBody>
            <a:bodyPr>
              <a:spAutoFit/>
            </a:bodyPr>
            <a:lstStyle/>
            <a:p>
              <a:r>
                <a:rPr lang="en-US" sz="1400"/>
                <a:t>40000</a:t>
              </a:r>
            </a:p>
          </p:txBody>
        </p:sp>
        <p:sp>
          <p:nvSpPr>
            <p:cNvPr id="30" name="Text Box 26"/>
            <p:cNvSpPr txBox="1">
              <a:spLocks noChangeArrowheads="1"/>
            </p:cNvSpPr>
            <p:nvPr/>
          </p:nvSpPr>
          <p:spPr bwMode="auto">
            <a:xfrm>
              <a:off x="528" y="2448"/>
              <a:ext cx="624" cy="192"/>
            </a:xfrm>
            <a:prstGeom prst="rect">
              <a:avLst/>
            </a:prstGeom>
            <a:noFill/>
            <a:ln w="12700" algn="ctr">
              <a:noFill/>
              <a:miter lim="800000"/>
              <a:headEnd/>
              <a:tailEnd/>
            </a:ln>
            <a:effectLst/>
          </p:spPr>
          <p:txBody>
            <a:bodyPr>
              <a:spAutoFit/>
            </a:bodyPr>
            <a:lstStyle/>
            <a:p>
              <a:r>
                <a:rPr lang="en-US" sz="1400"/>
                <a:t>Hang</a:t>
              </a:r>
            </a:p>
          </p:txBody>
        </p:sp>
        <p:sp>
          <p:nvSpPr>
            <p:cNvPr id="31" name="Text Box 27"/>
            <p:cNvSpPr txBox="1">
              <a:spLocks noChangeArrowheads="1"/>
            </p:cNvSpPr>
            <p:nvPr/>
          </p:nvSpPr>
          <p:spPr bwMode="auto">
            <a:xfrm>
              <a:off x="1152" y="2448"/>
              <a:ext cx="672" cy="192"/>
            </a:xfrm>
            <a:prstGeom prst="rect">
              <a:avLst/>
            </a:prstGeom>
            <a:noFill/>
            <a:ln w="12700" algn="ctr">
              <a:noFill/>
              <a:miter lim="800000"/>
              <a:headEnd/>
              <a:tailEnd/>
            </a:ln>
            <a:effectLst/>
          </p:spPr>
          <p:txBody>
            <a:bodyPr>
              <a:spAutoFit/>
            </a:bodyPr>
            <a:lstStyle/>
            <a:p>
              <a:r>
                <a:rPr lang="en-US" sz="1400"/>
                <a:t>Bui</a:t>
              </a:r>
            </a:p>
          </p:txBody>
        </p:sp>
        <p:sp>
          <p:nvSpPr>
            <p:cNvPr id="32" name="Text Box 28"/>
            <p:cNvSpPr txBox="1">
              <a:spLocks noChangeArrowheads="1"/>
            </p:cNvSpPr>
            <p:nvPr/>
          </p:nvSpPr>
          <p:spPr bwMode="auto">
            <a:xfrm>
              <a:off x="1824" y="2448"/>
              <a:ext cx="720" cy="192"/>
            </a:xfrm>
            <a:prstGeom prst="rect">
              <a:avLst/>
            </a:prstGeom>
            <a:noFill/>
            <a:ln w="12700" algn="ctr">
              <a:noFill/>
              <a:miter lim="800000"/>
              <a:headEnd/>
              <a:tailEnd/>
            </a:ln>
            <a:effectLst/>
          </p:spPr>
          <p:txBody>
            <a:bodyPr>
              <a:spAutoFit/>
            </a:bodyPr>
            <a:lstStyle/>
            <a:p>
              <a:r>
                <a:rPr lang="en-US" sz="1400"/>
                <a:t>07/19/1968</a:t>
              </a:r>
            </a:p>
          </p:txBody>
        </p:sp>
        <p:sp>
          <p:nvSpPr>
            <p:cNvPr id="33" name="Text Box 29"/>
            <p:cNvSpPr txBox="1">
              <a:spLocks noChangeArrowheads="1"/>
            </p:cNvSpPr>
            <p:nvPr/>
          </p:nvSpPr>
          <p:spPr bwMode="auto">
            <a:xfrm>
              <a:off x="2544" y="2448"/>
              <a:ext cx="864" cy="192"/>
            </a:xfrm>
            <a:prstGeom prst="rect">
              <a:avLst/>
            </a:prstGeom>
            <a:noFill/>
            <a:ln w="12700" algn="ctr">
              <a:noFill/>
              <a:miter lim="800000"/>
              <a:headEnd/>
              <a:tailEnd/>
            </a:ln>
            <a:effectLst/>
          </p:spPr>
          <p:txBody>
            <a:bodyPr>
              <a:spAutoFit/>
            </a:bodyPr>
            <a:lstStyle/>
            <a:p>
              <a:r>
                <a:rPr lang="en-US" sz="1400"/>
                <a:t>332 NTH Q1</a:t>
              </a:r>
            </a:p>
          </p:txBody>
        </p:sp>
        <p:sp>
          <p:nvSpPr>
            <p:cNvPr id="34" name="Text Box 30"/>
            <p:cNvSpPr txBox="1">
              <a:spLocks noChangeArrowheads="1"/>
            </p:cNvSpPr>
            <p:nvPr/>
          </p:nvSpPr>
          <p:spPr bwMode="auto">
            <a:xfrm>
              <a:off x="3408" y="2448"/>
              <a:ext cx="480" cy="192"/>
            </a:xfrm>
            <a:prstGeom prst="rect">
              <a:avLst/>
            </a:prstGeom>
            <a:noFill/>
            <a:ln w="12700" algn="ctr">
              <a:noFill/>
              <a:miter lim="800000"/>
              <a:headEnd/>
              <a:tailEnd/>
            </a:ln>
            <a:effectLst/>
          </p:spPr>
          <p:txBody>
            <a:bodyPr>
              <a:spAutoFit/>
            </a:bodyPr>
            <a:lstStyle/>
            <a:p>
              <a:r>
                <a:rPr lang="en-US" sz="1400"/>
                <a:t>Nu</a:t>
              </a:r>
            </a:p>
          </p:txBody>
        </p:sp>
        <p:sp>
          <p:nvSpPr>
            <p:cNvPr id="35" name="Text Box 31"/>
            <p:cNvSpPr txBox="1">
              <a:spLocks noChangeArrowheads="1"/>
            </p:cNvSpPr>
            <p:nvPr/>
          </p:nvSpPr>
          <p:spPr bwMode="auto">
            <a:xfrm>
              <a:off x="3888" y="2448"/>
              <a:ext cx="672" cy="192"/>
            </a:xfrm>
            <a:prstGeom prst="rect">
              <a:avLst/>
            </a:prstGeom>
            <a:noFill/>
            <a:ln w="12700" algn="ctr">
              <a:noFill/>
              <a:miter lim="800000"/>
              <a:headEnd/>
              <a:tailEnd/>
            </a:ln>
            <a:effectLst/>
          </p:spPr>
          <p:txBody>
            <a:bodyPr>
              <a:spAutoFit/>
            </a:bodyPr>
            <a:lstStyle/>
            <a:p>
              <a:r>
                <a:rPr lang="en-US" sz="1400"/>
                <a:t>25000</a:t>
              </a:r>
            </a:p>
          </p:txBody>
        </p:sp>
        <p:sp>
          <p:nvSpPr>
            <p:cNvPr id="36" name="Text Box 33"/>
            <p:cNvSpPr txBox="1">
              <a:spLocks noChangeArrowheads="1"/>
            </p:cNvSpPr>
            <p:nvPr/>
          </p:nvSpPr>
          <p:spPr bwMode="auto">
            <a:xfrm>
              <a:off x="528" y="2640"/>
              <a:ext cx="624" cy="192"/>
            </a:xfrm>
            <a:prstGeom prst="rect">
              <a:avLst/>
            </a:prstGeom>
            <a:noFill/>
            <a:ln w="12700" algn="ctr">
              <a:noFill/>
              <a:miter lim="800000"/>
              <a:headEnd/>
              <a:tailEnd/>
            </a:ln>
            <a:effectLst/>
          </p:spPr>
          <p:txBody>
            <a:bodyPr>
              <a:spAutoFit/>
            </a:bodyPr>
            <a:lstStyle/>
            <a:p>
              <a:r>
                <a:rPr lang="en-US" sz="1400"/>
                <a:t>Nhu</a:t>
              </a:r>
            </a:p>
          </p:txBody>
        </p:sp>
        <p:sp>
          <p:nvSpPr>
            <p:cNvPr id="37" name="Text Box 34"/>
            <p:cNvSpPr txBox="1">
              <a:spLocks noChangeArrowheads="1"/>
            </p:cNvSpPr>
            <p:nvPr/>
          </p:nvSpPr>
          <p:spPr bwMode="auto">
            <a:xfrm>
              <a:off x="1152" y="2640"/>
              <a:ext cx="672" cy="192"/>
            </a:xfrm>
            <a:prstGeom prst="rect">
              <a:avLst/>
            </a:prstGeom>
            <a:noFill/>
            <a:ln w="12700" algn="ctr">
              <a:noFill/>
              <a:miter lim="800000"/>
              <a:headEnd/>
              <a:tailEnd/>
            </a:ln>
            <a:effectLst/>
          </p:spPr>
          <p:txBody>
            <a:bodyPr>
              <a:spAutoFit/>
            </a:bodyPr>
            <a:lstStyle/>
            <a:p>
              <a:r>
                <a:rPr lang="en-US" sz="1400"/>
                <a:t>Le</a:t>
              </a:r>
            </a:p>
          </p:txBody>
        </p:sp>
        <p:sp>
          <p:nvSpPr>
            <p:cNvPr id="38" name="Text Box 35"/>
            <p:cNvSpPr txBox="1">
              <a:spLocks noChangeArrowheads="1"/>
            </p:cNvSpPr>
            <p:nvPr/>
          </p:nvSpPr>
          <p:spPr bwMode="auto">
            <a:xfrm>
              <a:off x="1824" y="2640"/>
              <a:ext cx="720" cy="192"/>
            </a:xfrm>
            <a:prstGeom prst="rect">
              <a:avLst/>
            </a:prstGeom>
            <a:noFill/>
            <a:ln w="12700" algn="ctr">
              <a:noFill/>
              <a:miter lim="800000"/>
              <a:headEnd/>
              <a:tailEnd/>
            </a:ln>
            <a:effectLst/>
          </p:spPr>
          <p:txBody>
            <a:bodyPr>
              <a:spAutoFit/>
            </a:bodyPr>
            <a:lstStyle/>
            <a:p>
              <a:r>
                <a:rPr lang="en-US" sz="1400"/>
                <a:t>06/20/1951</a:t>
              </a:r>
            </a:p>
          </p:txBody>
        </p:sp>
        <p:sp>
          <p:nvSpPr>
            <p:cNvPr id="39" name="Text Box 36"/>
            <p:cNvSpPr txBox="1">
              <a:spLocks noChangeArrowheads="1"/>
            </p:cNvSpPr>
            <p:nvPr/>
          </p:nvSpPr>
          <p:spPr bwMode="auto">
            <a:xfrm>
              <a:off x="2544" y="2640"/>
              <a:ext cx="864" cy="192"/>
            </a:xfrm>
            <a:prstGeom prst="rect">
              <a:avLst/>
            </a:prstGeom>
            <a:noFill/>
            <a:ln w="12700" algn="ctr">
              <a:noFill/>
              <a:miter lim="800000"/>
              <a:headEnd/>
              <a:tailEnd/>
            </a:ln>
            <a:effectLst/>
          </p:spPr>
          <p:txBody>
            <a:bodyPr>
              <a:spAutoFit/>
            </a:bodyPr>
            <a:lstStyle/>
            <a:p>
              <a:r>
                <a:rPr lang="en-US" sz="1400"/>
                <a:t>291 HVH QPN</a:t>
              </a:r>
            </a:p>
          </p:txBody>
        </p:sp>
        <p:sp>
          <p:nvSpPr>
            <p:cNvPr id="40" name="Text Box 37"/>
            <p:cNvSpPr txBox="1">
              <a:spLocks noChangeArrowheads="1"/>
            </p:cNvSpPr>
            <p:nvPr/>
          </p:nvSpPr>
          <p:spPr bwMode="auto">
            <a:xfrm>
              <a:off x="3408" y="2640"/>
              <a:ext cx="480" cy="192"/>
            </a:xfrm>
            <a:prstGeom prst="rect">
              <a:avLst/>
            </a:prstGeom>
            <a:noFill/>
            <a:ln w="12700" algn="ctr">
              <a:noFill/>
              <a:miter lim="800000"/>
              <a:headEnd/>
              <a:tailEnd/>
            </a:ln>
            <a:effectLst/>
          </p:spPr>
          <p:txBody>
            <a:bodyPr>
              <a:spAutoFit/>
            </a:bodyPr>
            <a:lstStyle/>
            <a:p>
              <a:r>
                <a:rPr lang="en-US" sz="1400"/>
                <a:t>Nu</a:t>
              </a:r>
            </a:p>
          </p:txBody>
        </p:sp>
        <p:sp>
          <p:nvSpPr>
            <p:cNvPr id="41" name="Text Box 38"/>
            <p:cNvSpPr txBox="1">
              <a:spLocks noChangeArrowheads="1"/>
            </p:cNvSpPr>
            <p:nvPr/>
          </p:nvSpPr>
          <p:spPr bwMode="auto">
            <a:xfrm>
              <a:off x="3888" y="2640"/>
              <a:ext cx="672" cy="192"/>
            </a:xfrm>
            <a:prstGeom prst="rect">
              <a:avLst/>
            </a:prstGeom>
            <a:noFill/>
            <a:ln w="12700" algn="ctr">
              <a:noFill/>
              <a:miter lim="800000"/>
              <a:headEnd/>
              <a:tailEnd/>
            </a:ln>
            <a:effectLst/>
          </p:spPr>
          <p:txBody>
            <a:bodyPr>
              <a:spAutoFit/>
            </a:bodyPr>
            <a:lstStyle/>
            <a:p>
              <a:r>
                <a:rPr lang="en-US" sz="1400"/>
                <a:t>43000</a:t>
              </a:r>
            </a:p>
          </p:txBody>
        </p:sp>
        <p:sp>
          <p:nvSpPr>
            <p:cNvPr id="42" name="Text Box 39"/>
            <p:cNvSpPr txBox="1">
              <a:spLocks noChangeArrowheads="1"/>
            </p:cNvSpPr>
            <p:nvPr/>
          </p:nvSpPr>
          <p:spPr bwMode="auto">
            <a:xfrm>
              <a:off x="4560" y="2640"/>
              <a:ext cx="672" cy="192"/>
            </a:xfrm>
            <a:prstGeom prst="rect">
              <a:avLst/>
            </a:prstGeom>
            <a:noFill/>
            <a:ln w="12700" algn="ctr">
              <a:noFill/>
              <a:miter lim="800000"/>
              <a:headEnd/>
              <a:tailEnd/>
            </a:ln>
            <a:effectLst/>
          </p:spPr>
          <p:txBody>
            <a:bodyPr>
              <a:spAutoFit/>
            </a:bodyPr>
            <a:lstStyle/>
            <a:p>
              <a:r>
                <a:rPr lang="en-US" sz="1400"/>
                <a:t>4</a:t>
              </a:r>
            </a:p>
          </p:txBody>
        </p:sp>
        <p:sp>
          <p:nvSpPr>
            <p:cNvPr id="43" name="Text Box 40"/>
            <p:cNvSpPr txBox="1">
              <a:spLocks noChangeArrowheads="1"/>
            </p:cNvSpPr>
            <p:nvPr/>
          </p:nvSpPr>
          <p:spPr bwMode="auto">
            <a:xfrm>
              <a:off x="528" y="2832"/>
              <a:ext cx="624" cy="192"/>
            </a:xfrm>
            <a:prstGeom prst="rect">
              <a:avLst/>
            </a:prstGeom>
            <a:noFill/>
            <a:ln w="12700" algn="ctr">
              <a:noFill/>
              <a:miter lim="800000"/>
              <a:headEnd/>
              <a:tailEnd/>
            </a:ln>
            <a:effectLst/>
          </p:spPr>
          <p:txBody>
            <a:bodyPr>
              <a:spAutoFit/>
            </a:bodyPr>
            <a:lstStyle/>
            <a:p>
              <a:r>
                <a:rPr lang="en-US" sz="1400"/>
                <a:t>Hung</a:t>
              </a:r>
            </a:p>
          </p:txBody>
        </p:sp>
        <p:sp>
          <p:nvSpPr>
            <p:cNvPr id="44" name="Text Box 41"/>
            <p:cNvSpPr txBox="1">
              <a:spLocks noChangeArrowheads="1"/>
            </p:cNvSpPr>
            <p:nvPr/>
          </p:nvSpPr>
          <p:spPr bwMode="auto">
            <a:xfrm>
              <a:off x="1152" y="2832"/>
              <a:ext cx="672" cy="192"/>
            </a:xfrm>
            <a:prstGeom prst="rect">
              <a:avLst/>
            </a:prstGeom>
            <a:noFill/>
            <a:ln w="12700" algn="ctr">
              <a:noFill/>
              <a:miter lim="800000"/>
              <a:headEnd/>
              <a:tailEnd/>
            </a:ln>
            <a:effectLst/>
          </p:spPr>
          <p:txBody>
            <a:bodyPr>
              <a:spAutoFit/>
            </a:bodyPr>
            <a:lstStyle/>
            <a:p>
              <a:r>
                <a:rPr lang="en-US" sz="1400"/>
                <a:t>Nguyen</a:t>
              </a:r>
            </a:p>
          </p:txBody>
        </p:sp>
        <p:sp>
          <p:nvSpPr>
            <p:cNvPr id="45" name="Text Box 42"/>
            <p:cNvSpPr txBox="1">
              <a:spLocks noChangeArrowheads="1"/>
            </p:cNvSpPr>
            <p:nvPr/>
          </p:nvSpPr>
          <p:spPr bwMode="auto">
            <a:xfrm>
              <a:off x="1824" y="2832"/>
              <a:ext cx="720" cy="192"/>
            </a:xfrm>
            <a:prstGeom prst="rect">
              <a:avLst/>
            </a:prstGeom>
            <a:noFill/>
            <a:ln w="12700" algn="ctr">
              <a:noFill/>
              <a:miter lim="800000"/>
              <a:headEnd/>
              <a:tailEnd/>
            </a:ln>
            <a:effectLst/>
          </p:spPr>
          <p:txBody>
            <a:bodyPr>
              <a:spAutoFit/>
            </a:bodyPr>
            <a:lstStyle/>
            <a:p>
              <a:r>
                <a:rPr lang="en-US" sz="1400"/>
                <a:t>09/15/1962</a:t>
              </a:r>
            </a:p>
          </p:txBody>
        </p:sp>
        <p:sp>
          <p:nvSpPr>
            <p:cNvPr id="46" name="Text Box 43"/>
            <p:cNvSpPr txBox="1">
              <a:spLocks noChangeArrowheads="1"/>
            </p:cNvSpPr>
            <p:nvPr/>
          </p:nvSpPr>
          <p:spPr bwMode="auto">
            <a:xfrm>
              <a:off x="2544" y="2832"/>
              <a:ext cx="864" cy="192"/>
            </a:xfrm>
            <a:prstGeom prst="rect">
              <a:avLst/>
            </a:prstGeom>
            <a:noFill/>
            <a:ln w="12700" algn="ctr">
              <a:noFill/>
              <a:miter lim="800000"/>
              <a:headEnd/>
              <a:tailEnd/>
            </a:ln>
            <a:effectLst/>
          </p:spPr>
          <p:txBody>
            <a:bodyPr>
              <a:spAutoFit/>
            </a:bodyPr>
            <a:lstStyle/>
            <a:p>
              <a:r>
                <a:rPr lang="en-US" sz="1400"/>
                <a:t>Ba Ria VT</a:t>
              </a:r>
            </a:p>
          </p:txBody>
        </p:sp>
        <p:sp>
          <p:nvSpPr>
            <p:cNvPr id="47" name="Text Box 44"/>
            <p:cNvSpPr txBox="1">
              <a:spLocks noChangeArrowheads="1"/>
            </p:cNvSpPr>
            <p:nvPr/>
          </p:nvSpPr>
          <p:spPr bwMode="auto">
            <a:xfrm>
              <a:off x="3408" y="2832"/>
              <a:ext cx="480" cy="192"/>
            </a:xfrm>
            <a:prstGeom prst="rect">
              <a:avLst/>
            </a:prstGeom>
            <a:noFill/>
            <a:ln w="12700" algn="ctr">
              <a:noFill/>
              <a:miter lim="800000"/>
              <a:headEnd/>
              <a:tailEnd/>
            </a:ln>
            <a:effectLst/>
          </p:spPr>
          <p:txBody>
            <a:bodyPr>
              <a:spAutoFit/>
            </a:bodyPr>
            <a:lstStyle/>
            <a:p>
              <a:r>
                <a:rPr lang="en-US" sz="1400"/>
                <a:t>Nam</a:t>
              </a:r>
            </a:p>
          </p:txBody>
        </p:sp>
        <p:sp>
          <p:nvSpPr>
            <p:cNvPr id="48" name="Text Box 45"/>
            <p:cNvSpPr txBox="1">
              <a:spLocks noChangeArrowheads="1"/>
            </p:cNvSpPr>
            <p:nvPr/>
          </p:nvSpPr>
          <p:spPr bwMode="auto">
            <a:xfrm>
              <a:off x="3888" y="2832"/>
              <a:ext cx="672" cy="192"/>
            </a:xfrm>
            <a:prstGeom prst="rect">
              <a:avLst/>
            </a:prstGeom>
            <a:noFill/>
            <a:ln w="12700" algn="ctr">
              <a:noFill/>
              <a:miter lim="800000"/>
              <a:headEnd/>
              <a:tailEnd/>
            </a:ln>
            <a:effectLst/>
          </p:spPr>
          <p:txBody>
            <a:bodyPr>
              <a:spAutoFit/>
            </a:bodyPr>
            <a:lstStyle/>
            <a:p>
              <a:r>
                <a:rPr lang="en-US" sz="1400"/>
                <a:t>38000</a:t>
              </a:r>
            </a:p>
          </p:txBody>
        </p:sp>
        <p:sp>
          <p:nvSpPr>
            <p:cNvPr id="49" name="Text Box 46"/>
            <p:cNvSpPr txBox="1">
              <a:spLocks noChangeArrowheads="1"/>
            </p:cNvSpPr>
            <p:nvPr/>
          </p:nvSpPr>
          <p:spPr bwMode="auto">
            <a:xfrm>
              <a:off x="4560" y="2832"/>
              <a:ext cx="672" cy="192"/>
            </a:xfrm>
            <a:prstGeom prst="rect">
              <a:avLst/>
            </a:prstGeom>
            <a:noFill/>
            <a:ln w="12700" algn="ctr">
              <a:noFill/>
              <a:miter lim="800000"/>
              <a:headEnd/>
              <a:tailEnd/>
            </a:ln>
            <a:effectLst/>
          </p:spPr>
          <p:txBody>
            <a:bodyPr>
              <a:spAutoFit/>
            </a:bodyPr>
            <a:lstStyle/>
            <a:p>
              <a:r>
                <a:rPr lang="en-US" sz="1400"/>
                <a:t>5</a:t>
              </a:r>
            </a:p>
          </p:txBody>
        </p:sp>
      </p:grpSp>
      <p:grpSp>
        <p:nvGrpSpPr>
          <p:cNvPr id="50" name="Group 60"/>
          <p:cNvGrpSpPr>
            <a:grpSpLocks/>
          </p:cNvGrpSpPr>
          <p:nvPr/>
        </p:nvGrpSpPr>
        <p:grpSpPr bwMode="auto">
          <a:xfrm>
            <a:off x="859971" y="5562600"/>
            <a:ext cx="7467600" cy="304800"/>
            <a:chOff x="528" y="2832"/>
            <a:chExt cx="4704" cy="192"/>
          </a:xfrm>
        </p:grpSpPr>
        <p:sp>
          <p:nvSpPr>
            <p:cNvPr id="51" name="Text Box 47"/>
            <p:cNvSpPr txBox="1">
              <a:spLocks noChangeArrowheads="1"/>
            </p:cNvSpPr>
            <p:nvPr/>
          </p:nvSpPr>
          <p:spPr bwMode="auto">
            <a:xfrm>
              <a:off x="528" y="2832"/>
              <a:ext cx="624" cy="192"/>
            </a:xfrm>
            <a:prstGeom prst="rect">
              <a:avLst/>
            </a:prstGeom>
            <a:noFill/>
            <a:ln w="12700" algn="ctr">
              <a:noFill/>
              <a:miter lim="800000"/>
              <a:headEnd/>
              <a:tailEnd/>
            </a:ln>
            <a:effectLst/>
          </p:spPr>
          <p:txBody>
            <a:bodyPr>
              <a:spAutoFit/>
            </a:bodyPr>
            <a:lstStyle/>
            <a:p>
              <a:r>
                <a:rPr lang="en-US" sz="1400">
                  <a:solidFill>
                    <a:srgbClr val="CC0000"/>
                  </a:solidFill>
                </a:rPr>
                <a:t>Quang</a:t>
              </a:r>
            </a:p>
          </p:txBody>
        </p:sp>
        <p:sp>
          <p:nvSpPr>
            <p:cNvPr id="52" name="Text Box 48"/>
            <p:cNvSpPr txBox="1">
              <a:spLocks noChangeArrowheads="1"/>
            </p:cNvSpPr>
            <p:nvPr/>
          </p:nvSpPr>
          <p:spPr bwMode="auto">
            <a:xfrm>
              <a:off x="1152" y="2832"/>
              <a:ext cx="672" cy="192"/>
            </a:xfrm>
            <a:prstGeom prst="rect">
              <a:avLst/>
            </a:prstGeom>
            <a:noFill/>
            <a:ln w="12700" algn="ctr">
              <a:noFill/>
              <a:miter lim="800000"/>
              <a:headEnd/>
              <a:tailEnd/>
            </a:ln>
            <a:effectLst/>
          </p:spPr>
          <p:txBody>
            <a:bodyPr>
              <a:spAutoFit/>
            </a:bodyPr>
            <a:lstStyle/>
            <a:p>
              <a:r>
                <a:rPr lang="en-US" sz="1400">
                  <a:solidFill>
                    <a:srgbClr val="CC0000"/>
                  </a:solidFill>
                </a:rPr>
                <a:t>Pham</a:t>
              </a:r>
            </a:p>
          </p:txBody>
        </p:sp>
        <p:sp>
          <p:nvSpPr>
            <p:cNvPr id="53" name="Text Box 49"/>
            <p:cNvSpPr txBox="1">
              <a:spLocks noChangeArrowheads="1"/>
            </p:cNvSpPr>
            <p:nvPr/>
          </p:nvSpPr>
          <p:spPr bwMode="auto">
            <a:xfrm>
              <a:off x="1824" y="2832"/>
              <a:ext cx="720" cy="192"/>
            </a:xfrm>
            <a:prstGeom prst="rect">
              <a:avLst/>
            </a:prstGeom>
            <a:noFill/>
            <a:ln w="12700" algn="ctr">
              <a:noFill/>
              <a:miter lim="800000"/>
              <a:headEnd/>
              <a:tailEnd/>
            </a:ln>
            <a:effectLst/>
          </p:spPr>
          <p:txBody>
            <a:bodyPr>
              <a:spAutoFit/>
            </a:bodyPr>
            <a:lstStyle/>
            <a:p>
              <a:r>
                <a:rPr lang="en-US" sz="1400">
                  <a:solidFill>
                    <a:srgbClr val="CC0000"/>
                  </a:solidFill>
                </a:rPr>
                <a:t>11/10/1937</a:t>
              </a:r>
            </a:p>
          </p:txBody>
        </p:sp>
        <p:sp>
          <p:nvSpPr>
            <p:cNvPr id="54" name="Text Box 50"/>
            <p:cNvSpPr txBox="1">
              <a:spLocks noChangeArrowheads="1"/>
            </p:cNvSpPr>
            <p:nvPr/>
          </p:nvSpPr>
          <p:spPr bwMode="auto">
            <a:xfrm>
              <a:off x="2544" y="2832"/>
              <a:ext cx="864" cy="192"/>
            </a:xfrm>
            <a:prstGeom prst="rect">
              <a:avLst/>
            </a:prstGeom>
            <a:noFill/>
            <a:ln w="12700" algn="ctr">
              <a:noFill/>
              <a:miter lim="800000"/>
              <a:headEnd/>
              <a:tailEnd/>
            </a:ln>
            <a:effectLst/>
          </p:spPr>
          <p:txBody>
            <a:bodyPr>
              <a:spAutoFit/>
            </a:bodyPr>
            <a:lstStyle/>
            <a:p>
              <a:r>
                <a:rPr lang="en-US" sz="1400">
                  <a:solidFill>
                    <a:srgbClr val="CC0000"/>
                  </a:solidFill>
                </a:rPr>
                <a:t>450 TV HN</a:t>
              </a:r>
            </a:p>
          </p:txBody>
        </p:sp>
        <p:sp>
          <p:nvSpPr>
            <p:cNvPr id="55" name="Text Box 51"/>
            <p:cNvSpPr txBox="1">
              <a:spLocks noChangeArrowheads="1"/>
            </p:cNvSpPr>
            <p:nvPr/>
          </p:nvSpPr>
          <p:spPr bwMode="auto">
            <a:xfrm>
              <a:off x="3408" y="2832"/>
              <a:ext cx="480" cy="192"/>
            </a:xfrm>
            <a:prstGeom prst="rect">
              <a:avLst/>
            </a:prstGeom>
            <a:noFill/>
            <a:ln w="12700" algn="ctr">
              <a:noFill/>
              <a:miter lim="800000"/>
              <a:headEnd/>
              <a:tailEnd/>
            </a:ln>
            <a:effectLst/>
          </p:spPr>
          <p:txBody>
            <a:bodyPr>
              <a:spAutoFit/>
            </a:bodyPr>
            <a:lstStyle/>
            <a:p>
              <a:r>
                <a:rPr lang="en-US" sz="1400">
                  <a:solidFill>
                    <a:srgbClr val="CC0000"/>
                  </a:solidFill>
                </a:rPr>
                <a:t>Nam</a:t>
              </a:r>
            </a:p>
          </p:txBody>
        </p:sp>
        <p:sp>
          <p:nvSpPr>
            <p:cNvPr id="56" name="Text Box 52"/>
            <p:cNvSpPr txBox="1">
              <a:spLocks noChangeArrowheads="1"/>
            </p:cNvSpPr>
            <p:nvPr/>
          </p:nvSpPr>
          <p:spPr bwMode="auto">
            <a:xfrm>
              <a:off x="3888" y="2832"/>
              <a:ext cx="672" cy="192"/>
            </a:xfrm>
            <a:prstGeom prst="rect">
              <a:avLst/>
            </a:prstGeom>
            <a:noFill/>
            <a:ln w="12700" algn="ctr">
              <a:noFill/>
              <a:miter lim="800000"/>
              <a:headEnd/>
              <a:tailEnd/>
            </a:ln>
            <a:effectLst/>
          </p:spPr>
          <p:txBody>
            <a:bodyPr>
              <a:spAutoFit/>
            </a:bodyPr>
            <a:lstStyle/>
            <a:p>
              <a:r>
                <a:rPr lang="en-US" sz="1400" dirty="0">
                  <a:solidFill>
                    <a:srgbClr val="CC0000"/>
                  </a:solidFill>
                </a:rPr>
                <a:t>15000</a:t>
              </a:r>
            </a:p>
          </p:txBody>
        </p:sp>
        <p:sp>
          <p:nvSpPr>
            <p:cNvPr id="57" name="Text Box 53"/>
            <p:cNvSpPr txBox="1">
              <a:spLocks noChangeArrowheads="1"/>
            </p:cNvSpPr>
            <p:nvPr/>
          </p:nvSpPr>
          <p:spPr bwMode="auto">
            <a:xfrm>
              <a:off x="4560" y="2832"/>
              <a:ext cx="672" cy="192"/>
            </a:xfrm>
            <a:prstGeom prst="rect">
              <a:avLst/>
            </a:prstGeom>
            <a:noFill/>
            <a:ln w="12700" algn="ctr">
              <a:noFill/>
              <a:miter lim="800000"/>
              <a:headEnd/>
              <a:tailEnd/>
            </a:ln>
            <a:effectLst/>
          </p:spPr>
          <p:txBody>
            <a:bodyPr>
              <a:spAutoFit/>
            </a:bodyPr>
            <a:lstStyle/>
            <a:p>
              <a:r>
                <a:rPr lang="en-US" sz="1400">
                  <a:solidFill>
                    <a:srgbClr val="CC0000"/>
                  </a:solidFill>
                </a:rPr>
                <a:t>1</a:t>
              </a:r>
            </a:p>
          </p:txBody>
        </p:sp>
        <p:sp>
          <p:nvSpPr>
            <p:cNvPr id="58" name="Line 54"/>
            <p:cNvSpPr>
              <a:spLocks noChangeShapeType="1"/>
            </p:cNvSpPr>
            <p:nvPr/>
          </p:nvSpPr>
          <p:spPr bwMode="auto">
            <a:xfrm flipV="1">
              <a:off x="1152" y="2832"/>
              <a:ext cx="0" cy="144"/>
            </a:xfrm>
            <a:prstGeom prst="line">
              <a:avLst/>
            </a:prstGeom>
            <a:noFill/>
            <a:ln w="12700">
              <a:solidFill>
                <a:schemeClr val="tx1"/>
              </a:solidFill>
              <a:round/>
              <a:headEnd/>
              <a:tailEnd/>
            </a:ln>
            <a:effectLst/>
          </p:spPr>
          <p:txBody>
            <a:bodyPr wrap="none" anchor="ctr">
              <a:spAutoFit/>
            </a:bodyPr>
            <a:lstStyle/>
            <a:p>
              <a:endParaRPr lang="en-US"/>
            </a:p>
          </p:txBody>
        </p:sp>
        <p:sp>
          <p:nvSpPr>
            <p:cNvPr id="59" name="Line 55"/>
            <p:cNvSpPr>
              <a:spLocks noChangeShapeType="1"/>
            </p:cNvSpPr>
            <p:nvPr/>
          </p:nvSpPr>
          <p:spPr bwMode="auto">
            <a:xfrm flipV="1">
              <a:off x="1824" y="2832"/>
              <a:ext cx="0" cy="144"/>
            </a:xfrm>
            <a:prstGeom prst="line">
              <a:avLst/>
            </a:prstGeom>
            <a:noFill/>
            <a:ln w="12700">
              <a:solidFill>
                <a:schemeClr val="tx1"/>
              </a:solidFill>
              <a:round/>
              <a:headEnd/>
              <a:tailEnd/>
            </a:ln>
            <a:effectLst/>
          </p:spPr>
          <p:txBody>
            <a:bodyPr wrap="none" anchor="ctr">
              <a:spAutoFit/>
            </a:bodyPr>
            <a:lstStyle/>
            <a:p>
              <a:endParaRPr lang="en-US"/>
            </a:p>
          </p:txBody>
        </p:sp>
        <p:sp>
          <p:nvSpPr>
            <p:cNvPr id="60" name="Line 56"/>
            <p:cNvSpPr>
              <a:spLocks noChangeShapeType="1"/>
            </p:cNvSpPr>
            <p:nvPr/>
          </p:nvSpPr>
          <p:spPr bwMode="auto">
            <a:xfrm flipV="1">
              <a:off x="2544" y="2832"/>
              <a:ext cx="0" cy="144"/>
            </a:xfrm>
            <a:prstGeom prst="line">
              <a:avLst/>
            </a:prstGeom>
            <a:noFill/>
            <a:ln w="12700">
              <a:solidFill>
                <a:schemeClr val="tx1"/>
              </a:solidFill>
              <a:round/>
              <a:headEnd/>
              <a:tailEnd/>
            </a:ln>
            <a:effectLst/>
          </p:spPr>
          <p:txBody>
            <a:bodyPr wrap="none" anchor="ctr">
              <a:spAutoFit/>
            </a:bodyPr>
            <a:lstStyle/>
            <a:p>
              <a:endParaRPr lang="en-US"/>
            </a:p>
          </p:txBody>
        </p:sp>
        <p:sp>
          <p:nvSpPr>
            <p:cNvPr id="61" name="Line 57"/>
            <p:cNvSpPr>
              <a:spLocks noChangeShapeType="1"/>
            </p:cNvSpPr>
            <p:nvPr/>
          </p:nvSpPr>
          <p:spPr bwMode="auto">
            <a:xfrm flipV="1">
              <a:off x="3408" y="2832"/>
              <a:ext cx="0" cy="144"/>
            </a:xfrm>
            <a:prstGeom prst="line">
              <a:avLst/>
            </a:prstGeom>
            <a:noFill/>
            <a:ln w="12700">
              <a:solidFill>
                <a:schemeClr val="tx1"/>
              </a:solidFill>
              <a:round/>
              <a:headEnd/>
              <a:tailEnd/>
            </a:ln>
            <a:effectLst/>
          </p:spPr>
          <p:txBody>
            <a:bodyPr wrap="none" anchor="ctr">
              <a:spAutoFit/>
            </a:bodyPr>
            <a:lstStyle/>
            <a:p>
              <a:endParaRPr lang="en-US"/>
            </a:p>
          </p:txBody>
        </p:sp>
        <p:sp>
          <p:nvSpPr>
            <p:cNvPr id="62" name="Line 58"/>
            <p:cNvSpPr>
              <a:spLocks noChangeShapeType="1"/>
            </p:cNvSpPr>
            <p:nvPr/>
          </p:nvSpPr>
          <p:spPr bwMode="auto">
            <a:xfrm flipV="1">
              <a:off x="3888" y="2832"/>
              <a:ext cx="0" cy="144"/>
            </a:xfrm>
            <a:prstGeom prst="line">
              <a:avLst/>
            </a:prstGeom>
            <a:noFill/>
            <a:ln w="12700">
              <a:solidFill>
                <a:schemeClr val="tx1"/>
              </a:solidFill>
              <a:round/>
              <a:headEnd/>
              <a:tailEnd/>
            </a:ln>
            <a:effectLst/>
          </p:spPr>
          <p:txBody>
            <a:bodyPr wrap="none" anchor="ctr">
              <a:spAutoFit/>
            </a:bodyPr>
            <a:lstStyle/>
            <a:p>
              <a:endParaRPr lang="en-US"/>
            </a:p>
          </p:txBody>
        </p:sp>
        <p:sp>
          <p:nvSpPr>
            <p:cNvPr id="63" name="Line 59"/>
            <p:cNvSpPr>
              <a:spLocks noChangeShapeType="1"/>
            </p:cNvSpPr>
            <p:nvPr/>
          </p:nvSpPr>
          <p:spPr bwMode="auto">
            <a:xfrm flipV="1">
              <a:off x="4560" y="2832"/>
              <a:ext cx="0" cy="144"/>
            </a:xfrm>
            <a:prstGeom prst="line">
              <a:avLst/>
            </a:prstGeom>
            <a:noFill/>
            <a:ln w="12700">
              <a:solidFill>
                <a:schemeClr val="tx1"/>
              </a:solidFill>
              <a:round/>
              <a:headEnd/>
              <a:tailEnd/>
            </a:ln>
            <a:effectLst/>
          </p:spPr>
          <p:txBody>
            <a:bodyPr wrap="none" anchor="ctr">
              <a:spAutoFit/>
            </a:bodyPr>
            <a:lstStyle/>
            <a:p>
              <a:endParaRPr lang="en-US"/>
            </a:p>
          </p:txBody>
        </p:sp>
      </p:grpSp>
      <p:sp>
        <p:nvSpPr>
          <p:cNvPr id="64" name="Rectangle 89"/>
          <p:cNvSpPr>
            <a:spLocks noChangeArrowheads="1"/>
          </p:cNvSpPr>
          <p:nvPr/>
        </p:nvSpPr>
        <p:spPr bwMode="auto">
          <a:xfrm>
            <a:off x="314558" y="3848100"/>
            <a:ext cx="8360229" cy="2438400"/>
          </a:xfrm>
          <a:prstGeom prst="rect">
            <a:avLst/>
          </a:prstGeom>
          <a:solidFill>
            <a:schemeClr val="bg1">
              <a:alpha val="80000"/>
            </a:schemeClr>
          </a:solidFill>
          <a:ln w="12700" algn="ctr">
            <a:noFill/>
            <a:miter lim="800000"/>
            <a:headEnd/>
            <a:tailEnd/>
          </a:ln>
          <a:effectLst/>
        </p:spPr>
        <p:txBody>
          <a:bodyPr wrap="square" anchor="ctr">
            <a:spAutoFit/>
          </a:bodyPr>
          <a:lstStyle/>
          <a:p>
            <a:endParaRPr lang="en-US"/>
          </a:p>
        </p:txBody>
      </p:sp>
      <p:sp>
        <p:nvSpPr>
          <p:cNvPr id="65" name="Text Box 63"/>
          <p:cNvSpPr txBox="1">
            <a:spLocks noChangeArrowheads="1"/>
          </p:cNvSpPr>
          <p:nvPr/>
        </p:nvSpPr>
        <p:spPr bwMode="auto">
          <a:xfrm>
            <a:off x="7260771" y="4343400"/>
            <a:ext cx="1066800" cy="304800"/>
          </a:xfrm>
          <a:prstGeom prst="rect">
            <a:avLst/>
          </a:prstGeom>
          <a:noFill/>
          <a:ln w="12700" algn="ctr">
            <a:noFill/>
            <a:miter lim="800000"/>
            <a:headEnd/>
            <a:tailEnd/>
          </a:ln>
          <a:effectLst/>
        </p:spPr>
        <p:txBody>
          <a:bodyPr>
            <a:spAutoFit/>
          </a:bodyPr>
          <a:lstStyle/>
          <a:p>
            <a:r>
              <a:rPr lang="en-US" sz="1400">
                <a:solidFill>
                  <a:srgbClr val="CC0000"/>
                </a:solidFill>
              </a:rPr>
              <a:t>1</a:t>
            </a:r>
          </a:p>
        </p:txBody>
      </p:sp>
      <p:grpSp>
        <p:nvGrpSpPr>
          <p:cNvPr id="66" name="Group 87"/>
          <p:cNvGrpSpPr>
            <a:grpSpLocks/>
          </p:cNvGrpSpPr>
          <p:nvPr/>
        </p:nvGrpSpPr>
        <p:grpSpPr bwMode="auto">
          <a:xfrm>
            <a:off x="859971" y="4267200"/>
            <a:ext cx="3200400" cy="1600200"/>
            <a:chOff x="528" y="2352"/>
            <a:chExt cx="2016" cy="1008"/>
          </a:xfrm>
        </p:grpSpPr>
        <p:sp>
          <p:nvSpPr>
            <p:cNvPr id="67" name="Text Box 65"/>
            <p:cNvSpPr txBox="1">
              <a:spLocks noChangeArrowheads="1"/>
            </p:cNvSpPr>
            <p:nvPr/>
          </p:nvSpPr>
          <p:spPr bwMode="auto">
            <a:xfrm>
              <a:off x="528" y="2400"/>
              <a:ext cx="624" cy="192"/>
            </a:xfrm>
            <a:prstGeom prst="rect">
              <a:avLst/>
            </a:prstGeom>
            <a:noFill/>
            <a:ln w="12700" algn="ctr">
              <a:noFill/>
              <a:miter lim="800000"/>
              <a:headEnd/>
              <a:tailEnd/>
            </a:ln>
            <a:effectLst/>
          </p:spPr>
          <p:txBody>
            <a:bodyPr>
              <a:spAutoFit/>
            </a:bodyPr>
            <a:lstStyle/>
            <a:p>
              <a:r>
                <a:rPr lang="en-US" sz="1400" dirty="0"/>
                <a:t>Tung</a:t>
              </a:r>
            </a:p>
          </p:txBody>
        </p:sp>
        <p:sp>
          <p:nvSpPr>
            <p:cNvPr id="68" name="Text Box 66"/>
            <p:cNvSpPr txBox="1">
              <a:spLocks noChangeArrowheads="1"/>
            </p:cNvSpPr>
            <p:nvPr/>
          </p:nvSpPr>
          <p:spPr bwMode="auto">
            <a:xfrm>
              <a:off x="1152" y="2400"/>
              <a:ext cx="672" cy="192"/>
            </a:xfrm>
            <a:prstGeom prst="rect">
              <a:avLst/>
            </a:prstGeom>
            <a:noFill/>
            <a:ln w="12700" algn="ctr">
              <a:noFill/>
              <a:miter lim="800000"/>
              <a:headEnd/>
              <a:tailEnd/>
            </a:ln>
            <a:effectLst/>
          </p:spPr>
          <p:txBody>
            <a:bodyPr>
              <a:spAutoFit/>
            </a:bodyPr>
            <a:lstStyle/>
            <a:p>
              <a:r>
                <a:rPr lang="en-US" sz="1400"/>
                <a:t>Nguyen</a:t>
              </a:r>
            </a:p>
          </p:txBody>
        </p:sp>
        <p:sp>
          <p:nvSpPr>
            <p:cNvPr id="69" name="Text Box 67"/>
            <p:cNvSpPr txBox="1">
              <a:spLocks noChangeArrowheads="1"/>
            </p:cNvSpPr>
            <p:nvPr/>
          </p:nvSpPr>
          <p:spPr bwMode="auto">
            <a:xfrm>
              <a:off x="1824" y="2400"/>
              <a:ext cx="720" cy="192"/>
            </a:xfrm>
            <a:prstGeom prst="rect">
              <a:avLst/>
            </a:prstGeom>
            <a:noFill/>
            <a:ln w="12700" algn="ctr">
              <a:noFill/>
              <a:miter lim="800000"/>
              <a:headEnd/>
              <a:tailEnd/>
            </a:ln>
            <a:effectLst/>
          </p:spPr>
          <p:txBody>
            <a:bodyPr>
              <a:spAutoFit/>
            </a:bodyPr>
            <a:lstStyle/>
            <a:p>
              <a:r>
                <a:rPr lang="en-US" sz="1400"/>
                <a:t>12/08/1955</a:t>
              </a:r>
            </a:p>
          </p:txBody>
        </p:sp>
        <p:sp>
          <p:nvSpPr>
            <p:cNvPr id="70" name="Text Box 68"/>
            <p:cNvSpPr txBox="1">
              <a:spLocks noChangeArrowheads="1"/>
            </p:cNvSpPr>
            <p:nvPr/>
          </p:nvSpPr>
          <p:spPr bwMode="auto">
            <a:xfrm>
              <a:off x="528" y="2592"/>
              <a:ext cx="624" cy="192"/>
            </a:xfrm>
            <a:prstGeom prst="rect">
              <a:avLst/>
            </a:prstGeom>
            <a:noFill/>
            <a:ln w="12700" algn="ctr">
              <a:noFill/>
              <a:miter lim="800000"/>
              <a:headEnd/>
              <a:tailEnd/>
            </a:ln>
            <a:effectLst/>
          </p:spPr>
          <p:txBody>
            <a:bodyPr>
              <a:spAutoFit/>
            </a:bodyPr>
            <a:lstStyle/>
            <a:p>
              <a:r>
                <a:rPr lang="en-US" sz="1400"/>
                <a:t>Hang</a:t>
              </a:r>
            </a:p>
          </p:txBody>
        </p:sp>
        <p:sp>
          <p:nvSpPr>
            <p:cNvPr id="71" name="Text Box 69"/>
            <p:cNvSpPr txBox="1">
              <a:spLocks noChangeArrowheads="1"/>
            </p:cNvSpPr>
            <p:nvPr/>
          </p:nvSpPr>
          <p:spPr bwMode="auto">
            <a:xfrm>
              <a:off x="1152" y="2592"/>
              <a:ext cx="672" cy="192"/>
            </a:xfrm>
            <a:prstGeom prst="rect">
              <a:avLst/>
            </a:prstGeom>
            <a:noFill/>
            <a:ln w="12700" algn="ctr">
              <a:noFill/>
              <a:miter lim="800000"/>
              <a:headEnd/>
              <a:tailEnd/>
            </a:ln>
            <a:effectLst/>
          </p:spPr>
          <p:txBody>
            <a:bodyPr>
              <a:spAutoFit/>
            </a:bodyPr>
            <a:lstStyle/>
            <a:p>
              <a:r>
                <a:rPr lang="en-US" sz="1400"/>
                <a:t>Bui</a:t>
              </a:r>
            </a:p>
          </p:txBody>
        </p:sp>
        <p:sp>
          <p:nvSpPr>
            <p:cNvPr id="72" name="Text Box 70"/>
            <p:cNvSpPr txBox="1">
              <a:spLocks noChangeArrowheads="1"/>
            </p:cNvSpPr>
            <p:nvPr/>
          </p:nvSpPr>
          <p:spPr bwMode="auto">
            <a:xfrm>
              <a:off x="1824" y="2592"/>
              <a:ext cx="720" cy="192"/>
            </a:xfrm>
            <a:prstGeom prst="rect">
              <a:avLst/>
            </a:prstGeom>
            <a:noFill/>
            <a:ln w="12700" algn="ctr">
              <a:noFill/>
              <a:miter lim="800000"/>
              <a:headEnd/>
              <a:tailEnd/>
            </a:ln>
            <a:effectLst/>
          </p:spPr>
          <p:txBody>
            <a:bodyPr>
              <a:spAutoFit/>
            </a:bodyPr>
            <a:lstStyle/>
            <a:p>
              <a:r>
                <a:rPr lang="en-US" sz="1400"/>
                <a:t>07/19/1968</a:t>
              </a:r>
            </a:p>
          </p:txBody>
        </p:sp>
        <p:sp>
          <p:nvSpPr>
            <p:cNvPr id="73" name="Text Box 71"/>
            <p:cNvSpPr txBox="1">
              <a:spLocks noChangeArrowheads="1"/>
            </p:cNvSpPr>
            <p:nvPr/>
          </p:nvSpPr>
          <p:spPr bwMode="auto">
            <a:xfrm>
              <a:off x="528" y="2784"/>
              <a:ext cx="624" cy="192"/>
            </a:xfrm>
            <a:prstGeom prst="rect">
              <a:avLst/>
            </a:prstGeom>
            <a:noFill/>
            <a:ln w="12700" algn="ctr">
              <a:noFill/>
              <a:miter lim="800000"/>
              <a:headEnd/>
              <a:tailEnd/>
            </a:ln>
            <a:effectLst/>
          </p:spPr>
          <p:txBody>
            <a:bodyPr>
              <a:spAutoFit/>
            </a:bodyPr>
            <a:lstStyle/>
            <a:p>
              <a:r>
                <a:rPr lang="en-US" sz="1400"/>
                <a:t>Nhu</a:t>
              </a:r>
            </a:p>
          </p:txBody>
        </p:sp>
        <p:sp>
          <p:nvSpPr>
            <p:cNvPr id="74" name="Text Box 72"/>
            <p:cNvSpPr txBox="1">
              <a:spLocks noChangeArrowheads="1"/>
            </p:cNvSpPr>
            <p:nvPr/>
          </p:nvSpPr>
          <p:spPr bwMode="auto">
            <a:xfrm>
              <a:off x="1152" y="2784"/>
              <a:ext cx="672" cy="192"/>
            </a:xfrm>
            <a:prstGeom prst="rect">
              <a:avLst/>
            </a:prstGeom>
            <a:noFill/>
            <a:ln w="12700" algn="ctr">
              <a:noFill/>
              <a:miter lim="800000"/>
              <a:headEnd/>
              <a:tailEnd/>
            </a:ln>
            <a:effectLst/>
          </p:spPr>
          <p:txBody>
            <a:bodyPr>
              <a:spAutoFit/>
            </a:bodyPr>
            <a:lstStyle/>
            <a:p>
              <a:r>
                <a:rPr lang="en-US" sz="1400"/>
                <a:t>Le</a:t>
              </a:r>
            </a:p>
          </p:txBody>
        </p:sp>
        <p:sp>
          <p:nvSpPr>
            <p:cNvPr id="75" name="Text Box 73"/>
            <p:cNvSpPr txBox="1">
              <a:spLocks noChangeArrowheads="1"/>
            </p:cNvSpPr>
            <p:nvPr/>
          </p:nvSpPr>
          <p:spPr bwMode="auto">
            <a:xfrm>
              <a:off x="1824" y="2784"/>
              <a:ext cx="720" cy="192"/>
            </a:xfrm>
            <a:prstGeom prst="rect">
              <a:avLst/>
            </a:prstGeom>
            <a:noFill/>
            <a:ln w="12700" algn="ctr">
              <a:noFill/>
              <a:miter lim="800000"/>
              <a:headEnd/>
              <a:tailEnd/>
            </a:ln>
            <a:effectLst/>
          </p:spPr>
          <p:txBody>
            <a:bodyPr>
              <a:spAutoFit/>
            </a:bodyPr>
            <a:lstStyle/>
            <a:p>
              <a:r>
                <a:rPr lang="en-US" sz="1400"/>
                <a:t>06/20/1951</a:t>
              </a:r>
            </a:p>
          </p:txBody>
        </p:sp>
        <p:sp>
          <p:nvSpPr>
            <p:cNvPr id="76" name="Text Box 74"/>
            <p:cNvSpPr txBox="1">
              <a:spLocks noChangeArrowheads="1"/>
            </p:cNvSpPr>
            <p:nvPr/>
          </p:nvSpPr>
          <p:spPr bwMode="auto">
            <a:xfrm>
              <a:off x="528" y="2976"/>
              <a:ext cx="624" cy="192"/>
            </a:xfrm>
            <a:prstGeom prst="rect">
              <a:avLst/>
            </a:prstGeom>
            <a:noFill/>
            <a:ln w="12700" algn="ctr">
              <a:noFill/>
              <a:miter lim="800000"/>
              <a:headEnd/>
              <a:tailEnd/>
            </a:ln>
            <a:effectLst/>
          </p:spPr>
          <p:txBody>
            <a:bodyPr>
              <a:spAutoFit/>
            </a:bodyPr>
            <a:lstStyle/>
            <a:p>
              <a:r>
                <a:rPr lang="en-US" sz="1400"/>
                <a:t>Hung</a:t>
              </a:r>
            </a:p>
          </p:txBody>
        </p:sp>
        <p:sp>
          <p:nvSpPr>
            <p:cNvPr id="77" name="Text Box 75"/>
            <p:cNvSpPr txBox="1">
              <a:spLocks noChangeArrowheads="1"/>
            </p:cNvSpPr>
            <p:nvPr/>
          </p:nvSpPr>
          <p:spPr bwMode="auto">
            <a:xfrm>
              <a:off x="1152" y="2976"/>
              <a:ext cx="672" cy="192"/>
            </a:xfrm>
            <a:prstGeom prst="rect">
              <a:avLst/>
            </a:prstGeom>
            <a:noFill/>
            <a:ln w="12700" algn="ctr">
              <a:noFill/>
              <a:miter lim="800000"/>
              <a:headEnd/>
              <a:tailEnd/>
            </a:ln>
            <a:effectLst/>
          </p:spPr>
          <p:txBody>
            <a:bodyPr>
              <a:spAutoFit/>
            </a:bodyPr>
            <a:lstStyle/>
            <a:p>
              <a:r>
                <a:rPr lang="en-US" sz="1400" dirty="0"/>
                <a:t>Nguyen</a:t>
              </a:r>
            </a:p>
          </p:txBody>
        </p:sp>
        <p:sp>
          <p:nvSpPr>
            <p:cNvPr id="78" name="Text Box 76"/>
            <p:cNvSpPr txBox="1">
              <a:spLocks noChangeArrowheads="1"/>
            </p:cNvSpPr>
            <p:nvPr/>
          </p:nvSpPr>
          <p:spPr bwMode="auto">
            <a:xfrm>
              <a:off x="1824" y="2976"/>
              <a:ext cx="720" cy="192"/>
            </a:xfrm>
            <a:prstGeom prst="rect">
              <a:avLst/>
            </a:prstGeom>
            <a:noFill/>
            <a:ln w="12700" algn="ctr">
              <a:noFill/>
              <a:miter lim="800000"/>
              <a:headEnd/>
              <a:tailEnd/>
            </a:ln>
            <a:effectLst/>
          </p:spPr>
          <p:txBody>
            <a:bodyPr>
              <a:spAutoFit/>
            </a:bodyPr>
            <a:lstStyle/>
            <a:p>
              <a:r>
                <a:rPr lang="en-US" sz="1400"/>
                <a:t>09/15/1962</a:t>
              </a:r>
            </a:p>
          </p:txBody>
        </p:sp>
        <p:sp>
          <p:nvSpPr>
            <p:cNvPr id="79" name="Text Box 77"/>
            <p:cNvSpPr txBox="1">
              <a:spLocks noChangeArrowheads="1"/>
            </p:cNvSpPr>
            <p:nvPr/>
          </p:nvSpPr>
          <p:spPr bwMode="auto">
            <a:xfrm>
              <a:off x="528" y="3168"/>
              <a:ext cx="624" cy="192"/>
            </a:xfrm>
            <a:prstGeom prst="rect">
              <a:avLst/>
            </a:prstGeom>
            <a:noFill/>
            <a:ln w="12700" algn="ctr">
              <a:noFill/>
              <a:miter lim="800000"/>
              <a:headEnd/>
              <a:tailEnd/>
            </a:ln>
            <a:effectLst/>
          </p:spPr>
          <p:txBody>
            <a:bodyPr>
              <a:spAutoFit/>
            </a:bodyPr>
            <a:lstStyle/>
            <a:p>
              <a:endParaRPr lang="en-US" sz="1400" dirty="0"/>
            </a:p>
          </p:txBody>
        </p:sp>
        <p:sp>
          <p:nvSpPr>
            <p:cNvPr id="80" name="Text Box 78"/>
            <p:cNvSpPr txBox="1">
              <a:spLocks noChangeArrowheads="1"/>
            </p:cNvSpPr>
            <p:nvPr/>
          </p:nvSpPr>
          <p:spPr bwMode="auto">
            <a:xfrm>
              <a:off x="1152" y="3168"/>
              <a:ext cx="672" cy="192"/>
            </a:xfrm>
            <a:prstGeom prst="rect">
              <a:avLst/>
            </a:prstGeom>
            <a:noFill/>
            <a:ln w="12700" algn="ctr">
              <a:noFill/>
              <a:miter lim="800000"/>
              <a:headEnd/>
              <a:tailEnd/>
            </a:ln>
            <a:effectLst/>
          </p:spPr>
          <p:txBody>
            <a:bodyPr>
              <a:spAutoFit/>
            </a:bodyPr>
            <a:lstStyle/>
            <a:p>
              <a:endParaRPr lang="en-US" sz="1400" dirty="0"/>
            </a:p>
          </p:txBody>
        </p:sp>
        <p:sp>
          <p:nvSpPr>
            <p:cNvPr id="81" name="Text Box 79"/>
            <p:cNvSpPr txBox="1">
              <a:spLocks noChangeArrowheads="1"/>
            </p:cNvSpPr>
            <p:nvPr/>
          </p:nvSpPr>
          <p:spPr bwMode="auto">
            <a:xfrm>
              <a:off x="1824" y="3168"/>
              <a:ext cx="720" cy="192"/>
            </a:xfrm>
            <a:prstGeom prst="rect">
              <a:avLst/>
            </a:prstGeom>
            <a:noFill/>
            <a:ln w="12700" algn="ctr">
              <a:noFill/>
              <a:miter lim="800000"/>
              <a:headEnd/>
              <a:tailEnd/>
            </a:ln>
            <a:effectLst/>
          </p:spPr>
          <p:txBody>
            <a:bodyPr>
              <a:spAutoFit/>
            </a:bodyPr>
            <a:lstStyle/>
            <a:p>
              <a:endParaRPr lang="en-US" sz="1400" dirty="0"/>
            </a:p>
          </p:txBody>
        </p:sp>
        <p:grpSp>
          <p:nvGrpSpPr>
            <p:cNvPr id="82" name="Group 80"/>
            <p:cNvGrpSpPr>
              <a:grpSpLocks/>
            </p:cNvGrpSpPr>
            <p:nvPr/>
          </p:nvGrpSpPr>
          <p:grpSpPr bwMode="auto">
            <a:xfrm>
              <a:off x="576" y="2352"/>
              <a:ext cx="1968" cy="1008"/>
              <a:chOff x="576" y="2352"/>
              <a:chExt cx="1968" cy="864"/>
            </a:xfrm>
          </p:grpSpPr>
          <p:sp>
            <p:nvSpPr>
              <p:cNvPr id="85" name="Line 81"/>
              <p:cNvSpPr>
                <a:spLocks noChangeShapeType="1"/>
              </p:cNvSpPr>
              <p:nvPr/>
            </p:nvSpPr>
            <p:spPr bwMode="auto">
              <a:xfrm flipV="1">
                <a:off x="1152" y="2352"/>
                <a:ext cx="0" cy="864"/>
              </a:xfrm>
              <a:prstGeom prst="line">
                <a:avLst/>
              </a:prstGeom>
              <a:noFill/>
              <a:ln w="12700">
                <a:solidFill>
                  <a:schemeClr val="tx1"/>
                </a:solidFill>
                <a:round/>
                <a:headEnd/>
                <a:tailEnd/>
              </a:ln>
              <a:effectLst/>
            </p:spPr>
            <p:txBody>
              <a:bodyPr anchor="ctr">
                <a:spAutoFit/>
              </a:bodyPr>
              <a:lstStyle/>
              <a:p>
                <a:endParaRPr lang="en-US"/>
              </a:p>
            </p:txBody>
          </p:sp>
          <p:sp>
            <p:nvSpPr>
              <p:cNvPr id="86" name="Line 82"/>
              <p:cNvSpPr>
                <a:spLocks noChangeShapeType="1"/>
              </p:cNvSpPr>
              <p:nvPr/>
            </p:nvSpPr>
            <p:spPr bwMode="auto">
              <a:xfrm flipV="1">
                <a:off x="1824" y="2352"/>
                <a:ext cx="0" cy="864"/>
              </a:xfrm>
              <a:prstGeom prst="line">
                <a:avLst/>
              </a:prstGeom>
              <a:noFill/>
              <a:ln w="12700">
                <a:solidFill>
                  <a:schemeClr val="tx1"/>
                </a:solidFill>
                <a:round/>
                <a:headEnd/>
                <a:tailEnd/>
              </a:ln>
              <a:effectLst/>
            </p:spPr>
            <p:txBody>
              <a:bodyPr anchor="ctr">
                <a:spAutoFit/>
              </a:bodyPr>
              <a:lstStyle/>
              <a:p>
                <a:endParaRPr lang="en-US"/>
              </a:p>
            </p:txBody>
          </p:sp>
          <p:sp>
            <p:nvSpPr>
              <p:cNvPr id="87" name="Line 83"/>
              <p:cNvSpPr>
                <a:spLocks noChangeShapeType="1"/>
              </p:cNvSpPr>
              <p:nvPr/>
            </p:nvSpPr>
            <p:spPr bwMode="auto">
              <a:xfrm flipV="1">
                <a:off x="2544" y="2352"/>
                <a:ext cx="0" cy="864"/>
              </a:xfrm>
              <a:prstGeom prst="line">
                <a:avLst/>
              </a:prstGeom>
              <a:noFill/>
              <a:ln w="12700">
                <a:solidFill>
                  <a:schemeClr val="tx1"/>
                </a:solidFill>
                <a:round/>
                <a:headEnd/>
                <a:tailEnd/>
              </a:ln>
              <a:effectLst/>
            </p:spPr>
            <p:txBody>
              <a:bodyPr anchor="ctr">
                <a:spAutoFit/>
              </a:bodyPr>
              <a:lstStyle/>
              <a:p>
                <a:endParaRPr lang="en-US"/>
              </a:p>
            </p:txBody>
          </p:sp>
          <p:sp>
            <p:nvSpPr>
              <p:cNvPr id="88" name="Line 84"/>
              <p:cNvSpPr>
                <a:spLocks noChangeShapeType="1"/>
              </p:cNvSpPr>
              <p:nvPr/>
            </p:nvSpPr>
            <p:spPr bwMode="auto">
              <a:xfrm flipV="1">
                <a:off x="576" y="2352"/>
                <a:ext cx="0" cy="864"/>
              </a:xfrm>
              <a:prstGeom prst="line">
                <a:avLst/>
              </a:prstGeom>
              <a:noFill/>
              <a:ln w="12700">
                <a:solidFill>
                  <a:schemeClr val="tx1"/>
                </a:solidFill>
                <a:round/>
                <a:headEnd/>
                <a:tailEnd/>
              </a:ln>
              <a:effectLst/>
            </p:spPr>
            <p:txBody>
              <a:bodyPr anchor="ctr">
                <a:spAutoFit/>
              </a:bodyPr>
              <a:lstStyle/>
              <a:p>
                <a:endParaRPr lang="en-US"/>
              </a:p>
            </p:txBody>
          </p:sp>
        </p:grpSp>
        <p:sp>
          <p:nvSpPr>
            <p:cNvPr id="83" name="Line 85"/>
            <p:cNvSpPr>
              <a:spLocks noChangeShapeType="1"/>
            </p:cNvSpPr>
            <p:nvPr/>
          </p:nvSpPr>
          <p:spPr bwMode="auto">
            <a:xfrm>
              <a:off x="576" y="3360"/>
              <a:ext cx="1968" cy="0"/>
            </a:xfrm>
            <a:prstGeom prst="line">
              <a:avLst/>
            </a:prstGeom>
            <a:noFill/>
            <a:ln w="12700">
              <a:solidFill>
                <a:schemeClr val="tx1"/>
              </a:solidFill>
              <a:round/>
              <a:headEnd/>
              <a:tailEnd/>
            </a:ln>
            <a:effectLst/>
          </p:spPr>
          <p:txBody>
            <a:bodyPr wrap="none" anchor="ctr">
              <a:spAutoFit/>
            </a:bodyPr>
            <a:lstStyle/>
            <a:p>
              <a:endParaRPr lang="en-US" dirty="0"/>
            </a:p>
          </p:txBody>
        </p:sp>
        <p:sp>
          <p:nvSpPr>
            <p:cNvPr id="84" name="Line 86"/>
            <p:cNvSpPr>
              <a:spLocks noChangeShapeType="1"/>
            </p:cNvSpPr>
            <p:nvPr/>
          </p:nvSpPr>
          <p:spPr bwMode="auto">
            <a:xfrm>
              <a:off x="576" y="2352"/>
              <a:ext cx="1968" cy="0"/>
            </a:xfrm>
            <a:prstGeom prst="line">
              <a:avLst/>
            </a:prstGeom>
            <a:noFill/>
            <a:ln w="12700">
              <a:solidFill>
                <a:schemeClr val="tx1"/>
              </a:solidFill>
              <a:round/>
              <a:headEnd/>
              <a:tailEnd/>
            </a:ln>
            <a:effectLst/>
          </p:spPr>
          <p:txBody>
            <a:bodyPr wrap="none" anchor="ctr">
              <a:spAutoFit/>
            </a:bodyPr>
            <a:lstStyle/>
            <a:p>
              <a:endParaRPr lang="en-US"/>
            </a:p>
          </p:txBody>
        </p:sp>
      </p:grpSp>
    </p:spTree>
    <p:extLst>
      <p:ext uri="{BB962C8B-B14F-4D97-AF65-F5344CB8AC3E}">
        <p14:creationId xmlns:p14="http://schemas.microsoft.com/office/powerpoint/2010/main" val="426173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anim calcmode="lin" valueType="num">
                                      <p:cBhvr additive="base">
                                        <p:cTn id="11" dur="500" fill="hold"/>
                                        <p:tgtEl>
                                          <p:spTgt spid="50"/>
                                        </p:tgtEl>
                                        <p:attrNameLst>
                                          <p:attrName>ppt_x</p:attrName>
                                        </p:attrNameLst>
                                      </p:cBhvr>
                                      <p:tavLst>
                                        <p:tav tm="0">
                                          <p:val>
                                            <p:strVal val="#ppt_x"/>
                                          </p:val>
                                        </p:tav>
                                        <p:tav tm="100000">
                                          <p:val>
                                            <p:strVal val="#ppt_x"/>
                                          </p:val>
                                        </p:tav>
                                      </p:tavLst>
                                    </p:anim>
                                    <p:anim calcmode="lin" valueType="num">
                                      <p:cBhvr additive="base">
                                        <p:cTn id="12"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0" nodeType="clickEffect">
                                  <p:stCondLst>
                                    <p:cond delay="0"/>
                                  </p:stCondLst>
                                  <p:childTnLst>
                                    <p:animEffect transition="out" filter="blinds(horizontal)">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par>
                                <p:cTn id="18" presetID="1" presetClass="entr" presetSubtype="0" fill="hold" grpId="0" nodeType="withEffect">
                                  <p:stCondLst>
                                    <p:cond delay="0"/>
                                  </p:stCondLst>
                                  <p:childTnLst>
                                    <p:set>
                                      <p:cBhvr>
                                        <p:cTn id="19" dur="1" fill="hold">
                                          <p:stCondLst>
                                            <p:cond delay="0"/>
                                          </p:stCondLst>
                                        </p:cTn>
                                        <p:tgtEl>
                                          <p:spTgt spid="6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4"/>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66"/>
                                        </p:tgtEl>
                                        <p:attrNameLst>
                                          <p:attrName>style.visibility</p:attrName>
                                        </p:attrNameLst>
                                      </p:cBhvr>
                                      <p:to>
                                        <p:strVal val="visible"/>
                                      </p:to>
                                    </p:set>
                                  </p:childTnLst>
                                </p:cTn>
                              </p:par>
                              <p:par>
                                <p:cTn id="26" presetID="49" presetClass="path" presetSubtype="0" accel="50000" decel="50000" fill="hold" nodeType="withEffect">
                                  <p:stCondLst>
                                    <p:cond delay="0"/>
                                  </p:stCondLst>
                                  <p:childTnLst>
                                    <p:animMotion origin="layout" path="M 3.33333E-6 -3.3526E-6 L 0.24166 0.04995 " pathEditMode="relative" rAng="0" ptsTypes="AA">
                                      <p:cBhvr>
                                        <p:cTn id="27" dur="1000" fill="hold"/>
                                        <p:tgtEl>
                                          <p:spTgt spid="66"/>
                                        </p:tgtEl>
                                        <p:attrNameLst>
                                          <p:attrName>ppt_x</p:attrName>
                                          <p:attrName>ppt_y</p:attrName>
                                        </p:attrNameLst>
                                      </p:cBhvr>
                                      <p:rCtr x="12100" y="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4" grpId="0" animBg="1"/>
      <p:bldP spid="6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354013"/>
            <a:ext cx="8229600" cy="620712"/>
          </a:xfrm>
        </p:spPr>
        <p:txBody>
          <a:bodyPr>
            <a:noAutofit/>
          </a:bodyPr>
          <a:lstStyle/>
          <a:p>
            <a:pPr eaLnBrk="1" hangingPunct="1"/>
            <a:r>
              <a:rPr lang="en-US" altLang="en-US" sz="3600" b="1" dirty="0">
                <a:solidFill>
                  <a:schemeClr val="tx1"/>
                </a:solidFill>
                <a:latin typeface="Times New Roman" panose="02020603050405020304" pitchFamily="18" charset="0"/>
                <a:cs typeface="Times New Roman" panose="02020603050405020304" pitchFamily="18" charset="0"/>
              </a:rPr>
              <a:t>1. </a:t>
            </a:r>
            <a:r>
              <a:rPr lang="en-US" altLang="en-US" sz="3600" b="1" dirty="0" err="1">
                <a:solidFill>
                  <a:schemeClr val="tx1"/>
                </a:solidFill>
                <a:latin typeface="Times New Roman" panose="02020603050405020304" pitchFamily="18" charset="0"/>
                <a:cs typeface="Times New Roman" panose="02020603050405020304" pitchFamily="18" charset="0"/>
              </a:rPr>
              <a:t>Giới</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thiệu</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6147" name="Rectangle 3"/>
          <p:cNvSpPr>
            <a:spLocks noGrp="1" noChangeArrowheads="1"/>
          </p:cNvSpPr>
          <p:nvPr>
            <p:ph sz="quarter" idx="1"/>
          </p:nvPr>
        </p:nvSpPr>
        <p:spPr>
          <a:xfrm>
            <a:off x="381000" y="1295400"/>
            <a:ext cx="8305800" cy="5181600"/>
          </a:xfrm>
        </p:spPr>
        <p:txBody>
          <a:bodyPr>
            <a:normAutofit/>
          </a:bodyPr>
          <a:lstStyle/>
          <a:p>
            <a:pPr eaLnBrk="1" hangingPunct="1"/>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2 </a:t>
            </a:r>
            <a:r>
              <a:rPr lang="en-US" altLang="en-US" dirty="0" err="1">
                <a:latin typeface="Times New Roman" panose="02020603050405020304" pitchFamily="18" charset="0"/>
                <a:cs typeface="Times New Roman" panose="02020603050405020304" pitchFamily="18" charset="0"/>
              </a:rPr>
              <a:t>loại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xử</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lý</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err="1">
                <a:latin typeface="Times New Roman" panose="02020603050405020304" pitchFamily="18" charset="0"/>
                <a:cs typeface="Times New Roman" panose="02020603050405020304" pitchFamily="18" charset="0"/>
              </a:rPr>
              <a:t>Làm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thay</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đổi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dữ</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liệu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cập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nhật</a:t>
            </a:r>
            <a:r>
              <a:rPr lang="en-US" altLang="en-US" dirty="0">
                <a:latin typeface="Times New Roman" panose="02020603050405020304" pitchFamily="18" charset="0"/>
                <a:cs typeface="Times New Roman" panose="02020603050405020304" pitchFamily="18" charset="0"/>
              </a:rPr>
              <a:t>)</a:t>
            </a:r>
          </a:p>
          <a:p>
            <a:pPr lvl="2" eaLnBrk="1" hangingPunct="1"/>
            <a:r>
              <a:rPr lang="en-US" altLang="en-US" dirty="0" err="1">
                <a:latin typeface="Times New Roman" panose="02020603050405020304" pitchFamily="18" charset="0"/>
                <a:cs typeface="Times New Roman" panose="02020603050405020304" pitchFamily="18" charset="0"/>
              </a:rPr>
              <a:t>Thêm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mới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xóa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sửa</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err="1">
                <a:latin typeface="Times New Roman" panose="02020603050405020304" pitchFamily="18" charset="0"/>
                <a:cs typeface="Times New Roman" panose="02020603050405020304" pitchFamily="18" charset="0"/>
              </a:rPr>
              <a:t>Không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thay</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đổi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dữ</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liệu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rút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trích</a:t>
            </a:r>
            <a:r>
              <a:rPr lang="en-US" altLang="en-US" dirty="0">
                <a:latin typeface="Times New Roman" panose="02020603050405020304" pitchFamily="18" charset="0"/>
                <a:cs typeface="Times New Roman" panose="02020603050405020304" pitchFamily="18" charset="0"/>
              </a:rPr>
              <a:t>)</a:t>
            </a:r>
          </a:p>
          <a:p>
            <a:pPr lvl="2" eaLnBrk="1" hangingPunct="1"/>
            <a:r>
              <a:rPr lang="en-US" altLang="en-US" dirty="0" err="1">
                <a:latin typeface="Times New Roman" panose="02020603050405020304" pitchFamily="18" charset="0"/>
                <a:cs typeface="Times New Roman" panose="02020603050405020304" pitchFamily="18" charset="0"/>
              </a:rPr>
              <a:t>Truy</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vấn</a:t>
            </a:r>
            <a:r>
              <a:rPr lang="en-US" altLang="en-US" dirty="0">
                <a:latin typeface="Times New Roman" panose="02020603050405020304" pitchFamily="18" charset="0"/>
                <a:cs typeface="Times New Roman" panose="02020603050405020304" pitchFamily="18" charset="0"/>
              </a:rPr>
              <a:t> (query)</a:t>
            </a:r>
          </a:p>
          <a:p>
            <a:pPr lvl="2" eaLnBrk="1" hangingPunct="1"/>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err="1">
                <a:latin typeface="Times New Roman" panose="02020603050405020304" pitchFamily="18" charset="0"/>
                <a:cs typeface="Times New Roman" panose="02020603050405020304" pitchFamily="18" charset="0"/>
              </a:rPr>
              <a:t>Thực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xử</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lý</a:t>
            </a:r>
            <a:r>
              <a:rPr lang="en-US" altLang="en-US" dirty="0">
                <a:latin typeface="Times New Roman" panose="02020603050405020304" pitchFamily="18" charset="0"/>
                <a:cs typeface="Times New Roman" panose="02020603050405020304" pitchFamily="18" charset="0"/>
              </a:rPr>
              <a:t> </a:t>
            </a:r>
          </a:p>
          <a:p>
            <a:pPr lvl="1" eaLnBrk="1" hangingPunct="1"/>
            <a:r>
              <a:rPr lang="en-US" altLang="en-US" dirty="0" err="1">
                <a:latin typeface="Times New Roman" panose="02020603050405020304" pitchFamily="18" charset="0"/>
                <a:cs typeface="Times New Roman" panose="02020603050405020304" pitchFamily="18" charset="0"/>
              </a:rPr>
              <a:t>Đại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số</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(Relational Algebra)</a:t>
            </a:r>
          </a:p>
          <a:p>
            <a:pPr lvl="2" eaLnBrk="1" hangingPunct="1"/>
            <a:r>
              <a:rPr lang="en-US" altLang="en-US" dirty="0" err="1">
                <a:latin typeface="Times New Roman" panose="02020603050405020304" pitchFamily="18" charset="0"/>
                <a:cs typeface="Times New Roman" panose="02020603050405020304" pitchFamily="18" charset="0"/>
              </a:rPr>
              <a:t>Biểu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diễn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câu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truy</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vấn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dưới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dạng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biểu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thức</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(Relational Calculus)</a:t>
            </a:r>
          </a:p>
          <a:p>
            <a:pPr lvl="2" eaLnBrk="1" hangingPunct="1"/>
            <a:r>
              <a:rPr lang="en-US" altLang="en-US" dirty="0" err="1">
                <a:latin typeface="Times New Roman" panose="02020603050405020304" pitchFamily="18" charset="0"/>
                <a:cs typeface="Times New Roman" panose="02020603050405020304" pitchFamily="18" charset="0"/>
              </a:rPr>
              <a:t>Biểu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diễn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quả</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a:latin typeface="Times New Roman" panose="02020603050405020304" pitchFamily="18" charset="0"/>
                <a:cs typeface="Times New Roman" panose="02020603050405020304" pitchFamily="18" charset="0"/>
              </a:rPr>
              <a:t>SQL (Structured Query Language)</a:t>
            </a: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4</a:t>
            </a:fld>
            <a:endParaRPr lang="en-US" altLang="en-US"/>
          </a:p>
        </p:txBody>
      </p:sp>
    </p:spTree>
    <p:extLst>
      <p:ext uri="{BB962C8B-B14F-4D97-AF65-F5344CB8AC3E}">
        <p14:creationId xmlns:p14="http://schemas.microsoft.com/office/powerpoint/2010/main" val="201361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354013"/>
            <a:ext cx="8229600" cy="620712"/>
          </a:xfrm>
        </p:spPr>
        <p:txBody>
          <a:bodyPr>
            <a:noAutofit/>
          </a:bodyPr>
          <a:lstStyle/>
          <a:p>
            <a:pPr eaLnBrk="1" hangingPunct="1"/>
            <a:r>
              <a:rPr lang="en-US" altLang="en-US" sz="3600" b="1" dirty="0">
                <a:solidFill>
                  <a:schemeClr val="tx1"/>
                </a:solidFill>
                <a:latin typeface="Times New Roman" panose="02020603050405020304" pitchFamily="18" charset="0"/>
                <a:cs typeface="Times New Roman" panose="02020603050405020304" pitchFamily="18" charset="0"/>
              </a:rPr>
              <a:t>2. </a:t>
            </a:r>
            <a:r>
              <a:rPr lang="en-US" altLang="en-US" sz="3600" b="1" dirty="0" err="1">
                <a:solidFill>
                  <a:schemeClr val="tx1"/>
                </a:solidFill>
                <a:latin typeface="Times New Roman" panose="02020603050405020304" pitchFamily="18" charset="0"/>
                <a:cs typeface="Times New Roman" panose="02020603050405020304" pitchFamily="18" charset="0"/>
              </a:rPr>
              <a:t>Đại</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số</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quan</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hệ</a:t>
            </a:r>
            <a:r>
              <a:rPr lang="en-US" altLang="en-US" sz="3600" b="1" dirty="0">
                <a:solidFill>
                  <a:schemeClr val="tx1"/>
                </a:solidFill>
                <a:latin typeface="Times New Roman" panose="02020603050405020304" pitchFamily="18" charset="0"/>
                <a:cs typeface="Times New Roman" panose="02020603050405020304" pitchFamily="18" charset="0"/>
              </a:rPr>
              <a:t> </a:t>
            </a:r>
          </a:p>
        </p:txBody>
      </p:sp>
      <p:sp>
        <p:nvSpPr>
          <p:cNvPr id="7171" name="Rectangle 3"/>
          <p:cNvSpPr>
            <a:spLocks noGrp="1" noChangeArrowheads="1"/>
          </p:cNvSpPr>
          <p:nvPr>
            <p:ph sz="quarter" idx="1"/>
          </p:nvPr>
        </p:nvSpPr>
        <p:spPr>
          <a:xfrm>
            <a:off x="381000" y="1295400"/>
            <a:ext cx="8305800" cy="5181600"/>
          </a:xfrm>
        </p:spPr>
        <p:txBody>
          <a:bodyPr>
            <a:normAutofit/>
          </a:bodyPr>
          <a:lstStyle/>
          <a:p>
            <a:pPr eaLnBrk="1" hangingPunct="1"/>
            <a:r>
              <a:rPr lang="en-US" altLang="en-US" dirty="0" err="1">
                <a:latin typeface="Times New Roman" panose="02020603050405020304" pitchFamily="18" charset="0"/>
                <a:cs typeface="Times New Roman" panose="02020603050405020304" pitchFamily="18" charset="0"/>
              </a:rPr>
              <a:t>Đại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số</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err="1">
                <a:latin typeface="Times New Roman" panose="02020603050405020304" pitchFamily="18" charset="0"/>
                <a:cs typeface="Times New Roman" panose="02020603050405020304" pitchFamily="18" charset="0"/>
              </a:rPr>
              <a:t>Toán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tử</a:t>
            </a:r>
            <a:r>
              <a:rPr lang="en-US" altLang="en-US" dirty="0">
                <a:latin typeface="Times New Roman" panose="02020603050405020304" pitchFamily="18" charset="0"/>
                <a:cs typeface="Times New Roman" panose="02020603050405020304" pitchFamily="18" charset="0"/>
              </a:rPr>
              <a:t> (operator)</a:t>
            </a:r>
          </a:p>
          <a:p>
            <a:pPr lvl="1" eaLnBrk="1" hangingPunct="1"/>
            <a:r>
              <a:rPr lang="en-US" altLang="en-US" dirty="0" err="1">
                <a:latin typeface="Times New Roman" panose="02020603050405020304" pitchFamily="18" charset="0"/>
                <a:cs typeface="Times New Roman" panose="02020603050405020304" pitchFamily="18" charset="0"/>
              </a:rPr>
              <a:t>Toán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hạng</a:t>
            </a:r>
            <a:r>
              <a:rPr lang="en-US" altLang="en-US" dirty="0">
                <a:latin typeface="Times New Roman" panose="02020603050405020304" pitchFamily="18" charset="0"/>
                <a:cs typeface="Times New Roman" panose="02020603050405020304" pitchFamily="18" charset="0"/>
              </a:rPr>
              <a:t> (operand)</a:t>
            </a:r>
          </a:p>
          <a:p>
            <a:pPr lvl="1" eaLnBrk="1" hangingPunct="1"/>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err="1">
                <a:latin typeface="Times New Roman" panose="02020603050405020304" pitchFamily="18" charset="0"/>
                <a:cs typeface="Times New Roman" panose="02020603050405020304" pitchFamily="18" charset="0"/>
              </a:rPr>
              <a:t>Trong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số</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học</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err="1">
                <a:latin typeface="Times New Roman" panose="02020603050405020304" pitchFamily="18" charset="0"/>
                <a:cs typeface="Times New Roman" panose="02020603050405020304" pitchFamily="18" charset="0"/>
              </a:rPr>
              <a:t>Toán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tử</a:t>
            </a:r>
            <a:r>
              <a:rPr lang="en-US" altLang="en-US" dirty="0">
                <a:latin typeface="Times New Roman" panose="02020603050405020304" pitchFamily="18" charset="0"/>
                <a:cs typeface="Times New Roman" panose="02020603050405020304" pitchFamily="18" charset="0"/>
              </a:rPr>
              <a:t>: +, -, *, /</a:t>
            </a:r>
          </a:p>
          <a:p>
            <a:pPr lvl="1" eaLnBrk="1" hangingPunct="1"/>
            <a:r>
              <a:rPr lang="en-US" altLang="en-US" dirty="0" err="1">
                <a:latin typeface="Times New Roman" panose="02020603050405020304" pitchFamily="18" charset="0"/>
                <a:cs typeface="Times New Roman" panose="02020603050405020304" pitchFamily="18" charset="0"/>
              </a:rPr>
              <a:t>Toán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hạng</a:t>
            </a:r>
            <a:r>
              <a:rPr lang="en-US" altLang="en-US" dirty="0">
                <a:latin typeface="Times New Roman" panose="02020603050405020304" pitchFamily="18" charset="0"/>
                <a:cs typeface="Times New Roman" panose="02020603050405020304" pitchFamily="18" charset="0"/>
              </a:rPr>
              <a:t> - </a:t>
            </a:r>
            <a:r>
              <a:rPr lang="en-US" altLang="en-US" dirty="0" err="1">
                <a:latin typeface="Times New Roman" panose="02020603050405020304" pitchFamily="18" charset="0"/>
                <a:cs typeface="Times New Roman" panose="02020603050405020304" pitchFamily="18" charset="0"/>
              </a:rPr>
              <a:t>biến</a:t>
            </a:r>
            <a:r>
              <a:rPr lang="en-US" altLang="en-US" dirty="0">
                <a:latin typeface="Times New Roman" panose="02020603050405020304" pitchFamily="18" charset="0"/>
                <a:cs typeface="Times New Roman" panose="02020603050405020304" pitchFamily="18" charset="0"/>
              </a:rPr>
              <a:t> (variables): x, y, z</a:t>
            </a:r>
          </a:p>
          <a:p>
            <a:pPr lvl="1" eaLnBrk="1" hangingPunct="1"/>
            <a:r>
              <a:rPr lang="en-US" altLang="en-US" dirty="0" err="1">
                <a:latin typeface="Times New Roman" panose="02020603050405020304" pitchFamily="18" charset="0"/>
                <a:cs typeface="Times New Roman" panose="02020603050405020304" pitchFamily="18" charset="0"/>
              </a:rPr>
              <a:t>Hằng</a:t>
            </a:r>
            <a:r>
              <a:rPr lang="en-US" altLang="en-US" dirty="0">
                <a:latin typeface="Times New Roman" panose="02020603050405020304" pitchFamily="18" charset="0"/>
                <a:cs typeface="Times New Roman" panose="02020603050405020304" pitchFamily="18" charset="0"/>
              </a:rPr>
              <a:t> (constant)</a:t>
            </a:r>
          </a:p>
          <a:p>
            <a:pPr lvl="1" eaLnBrk="1" hangingPunct="1"/>
            <a:r>
              <a:rPr lang="en-US" altLang="en-US" dirty="0" err="1">
                <a:latin typeface="Times New Roman" panose="02020603050405020304" pitchFamily="18" charset="0"/>
                <a:cs typeface="Times New Roman" panose="02020603050405020304" pitchFamily="18" charset="0"/>
              </a:rPr>
              <a:t>Biểu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thức</a:t>
            </a:r>
            <a:endParaRPr lang="en-US" altLang="en-US" dirty="0">
              <a:latin typeface="Times New Roman" panose="02020603050405020304" pitchFamily="18" charset="0"/>
              <a:cs typeface="Times New Roman" panose="02020603050405020304" pitchFamily="18" charset="0"/>
            </a:endParaRPr>
          </a:p>
          <a:p>
            <a:pPr lvl="2" eaLnBrk="1" hangingPunct="1"/>
            <a:r>
              <a:rPr lang="en-US" altLang="en-US" dirty="0">
                <a:latin typeface="Times New Roman" panose="02020603050405020304" pitchFamily="18" charset="0"/>
                <a:cs typeface="Times New Roman" panose="02020603050405020304" pitchFamily="18" charset="0"/>
              </a:rPr>
              <a:t>(x+7) / (y-3)</a:t>
            </a:r>
          </a:p>
          <a:p>
            <a:pPr lvl="2" eaLnBrk="1" hangingPunct="1"/>
            <a:r>
              <a:rPr lang="en-US" altLang="en-US" dirty="0">
                <a:latin typeface="Times New Roman" panose="02020603050405020304" pitchFamily="18" charset="0"/>
                <a:cs typeface="Times New Roman" panose="02020603050405020304" pitchFamily="18" charset="0"/>
              </a:rPr>
              <a:t>(</a:t>
            </a:r>
            <a:r>
              <a:rPr lang="en-US" altLang="en-US" dirty="0" err="1">
                <a:latin typeface="Times New Roman" panose="02020603050405020304" pitchFamily="18" charset="0"/>
                <a:cs typeface="Times New Roman" panose="02020603050405020304" pitchFamily="18" charset="0"/>
              </a:rPr>
              <a:t>x+y</a:t>
            </a:r>
            <a:r>
              <a:rPr lang="en-US" altLang="en-US" dirty="0">
                <a:latin typeface="Times New Roman" panose="02020603050405020304" pitchFamily="18" charset="0"/>
                <a:cs typeface="Times New Roman" panose="02020603050405020304" pitchFamily="18" charset="0"/>
              </a:rPr>
              <a:t>)*z  and/or (x+7) / (y-3)</a:t>
            </a: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5</a:t>
            </a:fld>
            <a:endParaRPr lang="en-US" altLang="en-US"/>
          </a:p>
        </p:txBody>
      </p:sp>
    </p:spTree>
    <p:extLst>
      <p:ext uri="{BB962C8B-B14F-4D97-AF65-F5344CB8AC3E}">
        <p14:creationId xmlns:p14="http://schemas.microsoft.com/office/powerpoint/2010/main" val="1292602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354013"/>
            <a:ext cx="8229600" cy="620712"/>
          </a:xfrm>
        </p:spPr>
        <p:txBody>
          <a:bodyPr>
            <a:noAutofit/>
          </a:bodyPr>
          <a:lstStyle/>
          <a:p>
            <a:pPr eaLnBrk="1" hangingPunct="1"/>
            <a:r>
              <a:rPr lang="en-US" altLang="en-US" sz="3600" b="1" dirty="0">
                <a:solidFill>
                  <a:schemeClr val="tx1"/>
                </a:solidFill>
                <a:latin typeface="Times New Roman" panose="02020603050405020304" pitchFamily="18" charset="0"/>
                <a:cs typeface="Times New Roman" panose="02020603050405020304" pitchFamily="18" charset="0"/>
              </a:rPr>
              <a:t>2. </a:t>
            </a:r>
            <a:r>
              <a:rPr lang="en-US" altLang="en-US" sz="3600" b="1" dirty="0" err="1">
                <a:solidFill>
                  <a:schemeClr val="tx1"/>
                </a:solidFill>
                <a:latin typeface="Times New Roman" panose="02020603050405020304" pitchFamily="18" charset="0"/>
                <a:cs typeface="Times New Roman" panose="02020603050405020304" pitchFamily="18" charset="0"/>
              </a:rPr>
              <a:t>Đại</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số</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quan</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hệ</a:t>
            </a:r>
            <a:r>
              <a:rPr lang="en-US" altLang="en-US" sz="3600" b="1" dirty="0">
                <a:solidFill>
                  <a:schemeClr val="tx1"/>
                </a:solidFill>
                <a:latin typeface="Times New Roman" panose="02020603050405020304" pitchFamily="18" charset="0"/>
                <a:cs typeface="Times New Roman" panose="02020603050405020304" pitchFamily="18" charset="0"/>
              </a:rPr>
              <a:t> </a:t>
            </a:r>
          </a:p>
        </p:txBody>
      </p:sp>
      <p:sp>
        <p:nvSpPr>
          <p:cNvPr id="8195" name="Rectangle 3"/>
          <p:cNvSpPr>
            <a:spLocks noGrp="1" noChangeArrowheads="1"/>
          </p:cNvSpPr>
          <p:nvPr>
            <p:ph sz="quarter" idx="1"/>
          </p:nvPr>
        </p:nvSpPr>
        <p:spPr>
          <a:xfrm>
            <a:off x="381000" y="1295400"/>
            <a:ext cx="8458200" cy="5334000"/>
          </a:xfrm>
        </p:spPr>
        <p:txBody>
          <a:bodyPr>
            <a:normAutofit/>
          </a:bodyPr>
          <a:lstStyle/>
          <a:p>
            <a:pPr eaLnBrk="1" hangingPunct="1">
              <a:lnSpc>
                <a:spcPct val="90000"/>
              </a:lnSpc>
            </a:pPr>
            <a:r>
              <a:rPr lang="en-US" altLang="en-US" dirty="0" err="1">
                <a:latin typeface="Times New Roman" panose="02020603050405020304" pitchFamily="18" charset="0"/>
                <a:cs typeface="Times New Roman" panose="02020603050405020304" pitchFamily="18" charset="0"/>
              </a:rPr>
              <a:t>Biến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u="sng" dirty="0" err="1">
                <a:latin typeface="Times New Roman" panose="02020603050405020304" pitchFamily="18" charset="0"/>
                <a:cs typeface="Times New Roman" panose="02020603050405020304" pitchFamily="18" charset="0"/>
              </a:rPr>
              <a:t>quan</a:t>
            </a:r>
            <a:r>
              <a:rPr lang="en-US" altLang="en-US" u="sng" dirty="0">
                <a:latin typeface="Times New Roman" panose="02020603050405020304" pitchFamily="18" charset="0"/>
                <a:cs typeface="Times New Roman" panose="02020603050405020304" pitchFamily="18" charset="0"/>
              </a:rPr>
              <a:t> </a:t>
            </a:r>
            <a:r>
              <a:rPr lang="en-US" altLang="en-US" u="sng"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a:t>
            </a:r>
          </a:p>
          <a:p>
            <a:pPr lvl="1" eaLnBrk="1" hangingPunct="1">
              <a:lnSpc>
                <a:spcPct val="90000"/>
              </a:lnSpc>
            </a:pPr>
            <a:r>
              <a:rPr lang="en-US" altLang="en-US" dirty="0" err="1">
                <a:latin typeface="Times New Roman" panose="02020603050405020304" pitchFamily="18" charset="0"/>
                <a:cs typeface="Times New Roman" panose="02020603050405020304" pitchFamily="18" charset="0"/>
              </a:rPr>
              <a:t>Tập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r>
              <a:rPr lang="en-US" altLang="en-US" dirty="0">
                <a:latin typeface="Times New Roman" panose="02020603050405020304" pitchFamily="18" charset="0"/>
                <a:cs typeface="Times New Roman" panose="02020603050405020304" pitchFamily="18" charset="0"/>
              </a:rPr>
              <a:t> (set)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dữ</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liệu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dòng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dữ</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liệu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trong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bảng</a:t>
            </a:r>
            <a:r>
              <a:rPr lang="en-US" altLang="en-US" dirty="0">
                <a:latin typeface="Times New Roman" panose="02020603050405020304" pitchFamily="18" charset="0"/>
                <a:cs typeface="Times New Roman" panose="02020603050405020304" pitchFamily="18" charset="0"/>
              </a:rPr>
              <a:t>)</a:t>
            </a:r>
          </a:p>
          <a:p>
            <a:pPr eaLnBrk="1" hangingPunct="1">
              <a:lnSpc>
                <a:spcPct val="90000"/>
              </a:lnSpc>
            </a:pPr>
            <a:r>
              <a:rPr lang="en-US" altLang="en-US" dirty="0" err="1">
                <a:latin typeface="Times New Roman" panose="02020603050405020304" pitchFamily="18" charset="0"/>
                <a:cs typeface="Times New Roman" panose="02020603050405020304" pitchFamily="18" charset="0"/>
              </a:rPr>
              <a:t>Toán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tử</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toán</a:t>
            </a:r>
            <a:r>
              <a:rPr lang="en-US" altLang="en-US" dirty="0">
                <a:latin typeface="Times New Roman" panose="02020603050405020304" pitchFamily="18" charset="0"/>
                <a:cs typeface="Times New Roman" panose="02020603050405020304" pitchFamily="18" charset="0"/>
              </a:rPr>
              <a:t> (operations)</a:t>
            </a:r>
          </a:p>
          <a:p>
            <a:pPr lvl="1" eaLnBrk="1" hangingPunct="1">
              <a:lnSpc>
                <a:spcPct val="90000"/>
              </a:lnSpc>
            </a:pPr>
            <a:r>
              <a:rPr lang="en-US" altLang="en-US" dirty="0" err="1">
                <a:latin typeface="Times New Roman" panose="02020603050405020304" pitchFamily="18" charset="0"/>
                <a:cs typeface="Times New Roman" panose="02020603050405020304" pitchFamily="18" charset="0"/>
              </a:rPr>
              <a:t>Trên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tập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endParaRPr lang="en-US" altLang="en-US" dirty="0">
              <a:latin typeface="Times New Roman" panose="02020603050405020304" pitchFamily="18" charset="0"/>
              <a:cs typeface="Times New Roman" panose="02020603050405020304" pitchFamily="18" charset="0"/>
            </a:endParaRPr>
          </a:p>
          <a:p>
            <a:pPr lvl="2" eaLnBrk="1" hangingPunct="1">
              <a:lnSpc>
                <a:spcPct val="90000"/>
              </a:lnSpc>
            </a:pPr>
            <a:r>
              <a:rPr lang="en-US" altLang="en-US" dirty="0" err="1">
                <a:latin typeface="Times New Roman" panose="02020603050405020304" pitchFamily="18" charset="0"/>
                <a:cs typeface="Times New Roman" panose="02020603050405020304" pitchFamily="18" charset="0"/>
              </a:rPr>
              <a:t>Hợp</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(union)</a:t>
            </a:r>
          </a:p>
          <a:p>
            <a:pPr lvl="2" eaLnBrk="1" hangingPunct="1">
              <a:lnSpc>
                <a:spcPct val="90000"/>
              </a:lnSpc>
            </a:pPr>
            <a:r>
              <a:rPr lang="en-US" altLang="en-US" dirty="0" err="1">
                <a:latin typeface="Times New Roman" panose="02020603050405020304" pitchFamily="18" charset="0"/>
                <a:cs typeface="Times New Roman" panose="02020603050405020304" pitchFamily="18" charset="0"/>
              </a:rPr>
              <a:t>Giao</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intersec</a:t>
            </a:r>
            <a:r>
              <a:rPr lang="en-US" altLang="en-US" dirty="0">
                <a:latin typeface="Times New Roman" panose="02020603050405020304" pitchFamily="18" charset="0"/>
                <a:cs typeface="Times New Roman" panose="02020603050405020304" pitchFamily="18" charset="0"/>
                <a:sym typeface="Symbol" pitchFamily="18" charset="2"/>
              </a:rPr>
              <a:t>)</a:t>
            </a:r>
            <a:endParaRPr lang="en-US" altLang="en-US" dirty="0">
              <a:latin typeface="Times New Roman" panose="02020603050405020304" pitchFamily="18" charset="0"/>
              <a:cs typeface="Times New Roman" panose="02020603050405020304" pitchFamily="18" charset="0"/>
            </a:endParaRPr>
          </a:p>
          <a:p>
            <a:pPr lvl="2" eaLnBrk="1" hangingPunct="1">
              <a:lnSpc>
                <a:spcPct val="90000"/>
              </a:lnSpc>
            </a:pPr>
            <a:r>
              <a:rPr lang="en-US" altLang="en-US" dirty="0" err="1">
                <a:latin typeface="Times New Roman" panose="02020603050405020304" pitchFamily="18" charset="0"/>
                <a:cs typeface="Times New Roman" panose="02020603050405020304" pitchFamily="18" charset="0"/>
              </a:rPr>
              <a:t>Trừ</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(difference)</a:t>
            </a:r>
          </a:p>
          <a:p>
            <a:pPr lvl="1" eaLnBrk="1" hangingPunct="1">
              <a:lnSpc>
                <a:spcPct val="90000"/>
              </a:lnSpc>
            </a:pPr>
            <a:r>
              <a:rPr lang="en-US" altLang="en-US" dirty="0" err="1">
                <a:latin typeface="Times New Roman" panose="02020603050405020304" pitchFamily="18" charset="0"/>
                <a:cs typeface="Times New Roman" panose="02020603050405020304" pitchFamily="18" charset="0"/>
                <a:sym typeface="Symbol" pitchFamily="18" charset="2"/>
              </a:rPr>
              <a:t>Rút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trích</a:t>
            </a:r>
            <a:r>
              <a:rPr lang="en-US" altLang="en-US" dirty="0">
                <a:latin typeface="Times New Roman" panose="02020603050405020304" pitchFamily="18" charset="0"/>
                <a:cs typeface="Times New Roman" panose="02020603050405020304" pitchFamily="18" charset="0"/>
                <a:sym typeface="Symbol" pitchFamily="18" charset="2"/>
              </a:rPr>
              <a:t> 1 </a:t>
            </a:r>
            <a:r>
              <a:rPr lang="en-US" altLang="en-US" dirty="0" err="1">
                <a:latin typeface="Times New Roman" panose="02020603050405020304" pitchFamily="18" charset="0"/>
                <a:cs typeface="Times New Roman" panose="02020603050405020304" pitchFamily="18" charset="0"/>
                <a:sym typeface="Symbol" pitchFamily="18" charset="2"/>
              </a:rPr>
              <a:t>phần</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của</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quan</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hệ</a:t>
            </a:r>
            <a:endParaRPr lang="en-US" altLang="en-US" dirty="0">
              <a:latin typeface="Times New Roman" panose="02020603050405020304" pitchFamily="18" charset="0"/>
              <a:cs typeface="Times New Roman" panose="02020603050405020304" pitchFamily="18" charset="0"/>
              <a:sym typeface="Symbol" pitchFamily="18" charset="2"/>
            </a:endParaRPr>
          </a:p>
          <a:p>
            <a:pPr lvl="2" eaLnBrk="1" hangingPunct="1">
              <a:lnSpc>
                <a:spcPct val="90000"/>
              </a:lnSpc>
            </a:pPr>
            <a:r>
              <a:rPr lang="en-US" altLang="en-US" dirty="0" err="1">
                <a:latin typeface="Times New Roman" panose="02020603050405020304" pitchFamily="18" charset="0"/>
                <a:cs typeface="Times New Roman" panose="02020603050405020304" pitchFamily="18" charset="0"/>
                <a:sym typeface="Symbol" pitchFamily="18" charset="2"/>
              </a:rPr>
              <a:t>Chọn</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(selection)</a:t>
            </a:r>
          </a:p>
          <a:p>
            <a:pPr lvl="2" eaLnBrk="1" hangingPunct="1">
              <a:lnSpc>
                <a:spcPct val="90000"/>
              </a:lnSpc>
            </a:pPr>
            <a:r>
              <a:rPr lang="en-US" altLang="en-US" dirty="0" err="1">
                <a:latin typeface="Times New Roman" panose="02020603050405020304" pitchFamily="18" charset="0"/>
                <a:cs typeface="Times New Roman" panose="02020603050405020304" pitchFamily="18" charset="0"/>
                <a:sym typeface="Symbol" pitchFamily="18" charset="2"/>
              </a:rPr>
              <a:t>Chiếu</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(projection)</a:t>
            </a:r>
          </a:p>
          <a:p>
            <a:pPr lvl="1" eaLnBrk="1" hangingPunct="1">
              <a:lnSpc>
                <a:spcPct val="90000"/>
              </a:lnSpc>
            </a:pPr>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endParaRPr lang="en-US" altLang="en-US" dirty="0">
              <a:latin typeface="Times New Roman" panose="02020603050405020304" pitchFamily="18" charset="0"/>
              <a:cs typeface="Times New Roman" panose="02020603050405020304" pitchFamily="18" charset="0"/>
            </a:endParaRPr>
          </a:p>
          <a:p>
            <a:pPr lvl="2" eaLnBrk="1" hangingPunct="1">
              <a:lnSpc>
                <a:spcPct val="90000"/>
              </a:lnSpc>
            </a:pPr>
            <a:r>
              <a:rPr lang="en-US" altLang="en-US" dirty="0" err="1">
                <a:latin typeface="Times New Roman" panose="02020603050405020304" pitchFamily="18" charset="0"/>
                <a:cs typeface="Times New Roman" panose="02020603050405020304" pitchFamily="18" charset="0"/>
              </a:rPr>
              <a:t>Tích</a:t>
            </a:r>
            <a:r>
              <a:rPr lang="en-US" altLang="en-US" dirty="0">
                <a:latin typeface="Times New Roman" panose="02020603050405020304" pitchFamily="18" charset="0"/>
                <a:cs typeface="Times New Roman" panose="02020603050405020304" pitchFamily="18" charset="0"/>
              </a:rPr>
              <a:t> Cartesian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a:latin typeface="Times New Roman" panose="02020603050405020304" pitchFamily="18" charset="0"/>
                <a:cs typeface="Times New Roman" panose="02020603050405020304" pitchFamily="18" charset="0"/>
              </a:rPr>
              <a:t>Cartesian product</a:t>
            </a:r>
            <a:r>
              <a:rPr lang="en-US" altLang="en-US" dirty="0">
                <a:latin typeface="Times New Roman" panose="02020603050405020304" pitchFamily="18" charset="0"/>
                <a:cs typeface="Times New Roman" panose="02020603050405020304" pitchFamily="18" charset="0"/>
                <a:sym typeface="Symbol" pitchFamily="18" charset="2"/>
              </a:rPr>
              <a:t>)</a:t>
            </a:r>
          </a:p>
          <a:p>
            <a:pPr lvl="2" eaLnBrk="1" hangingPunct="1">
              <a:lnSpc>
                <a:spcPct val="90000"/>
              </a:lnSpc>
            </a:pPr>
            <a:r>
              <a:rPr lang="en-US" altLang="en-US" dirty="0" err="1">
                <a:latin typeface="Times New Roman" panose="02020603050405020304" pitchFamily="18" charset="0"/>
                <a:cs typeface="Times New Roman" panose="02020603050405020304" pitchFamily="18" charset="0"/>
                <a:sym typeface="Symbol" pitchFamily="18" charset="2"/>
              </a:rPr>
              <a:t>Kết</a:t>
            </a:r>
            <a:r>
              <a:rPr lang="en-US" altLang="en-US" dirty="0">
                <a:latin typeface="Times New Roman" panose="02020603050405020304" pitchFamily="18" charset="0"/>
                <a:cs typeface="Times New Roman" panose="02020603050405020304" pitchFamily="18" charset="0"/>
                <a:sym typeface="Symbol" pitchFamily="18" charset="2"/>
              </a:rPr>
              <a:t>                 (join)</a:t>
            </a:r>
          </a:p>
          <a:p>
            <a:pPr lvl="1" eaLnBrk="1" hangingPunct="1">
              <a:lnSpc>
                <a:spcPct val="90000"/>
              </a:lnSpc>
            </a:pPr>
            <a:r>
              <a:rPr lang="en-US" altLang="en-US" dirty="0" err="1">
                <a:latin typeface="Times New Roman" panose="02020603050405020304" pitchFamily="18" charset="0"/>
                <a:cs typeface="Times New Roman" panose="02020603050405020304" pitchFamily="18" charset="0"/>
                <a:sym typeface="Symbol" pitchFamily="18" charset="2"/>
              </a:rPr>
              <a:t>Đổi</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tên</a:t>
            </a:r>
            <a:r>
              <a:rPr lang="en-US" altLang="en-US" dirty="0">
                <a:latin typeface="Times New Roman" panose="02020603050405020304" pitchFamily="18" charset="0"/>
                <a:cs typeface="Times New Roman" panose="02020603050405020304" pitchFamily="18" charset="0"/>
                <a:sym typeface="Symbol" pitchFamily="18" charset="2"/>
              </a:rPr>
              <a:t> </a:t>
            </a:r>
          </a:p>
        </p:txBody>
      </p:sp>
      <p:sp>
        <p:nvSpPr>
          <p:cNvPr id="8196" name="AutoShape 5"/>
          <p:cNvSpPr>
            <a:spLocks noChangeArrowheads="1"/>
          </p:cNvSpPr>
          <p:nvPr/>
        </p:nvSpPr>
        <p:spPr bwMode="auto">
          <a:xfrm rot="-5400000">
            <a:off x="2173015" y="5119568"/>
            <a:ext cx="152400" cy="733663"/>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6</a:t>
            </a:fld>
            <a:endParaRPr lang="en-US" altLang="en-US"/>
          </a:p>
        </p:txBody>
      </p:sp>
    </p:spTree>
    <p:extLst>
      <p:ext uri="{BB962C8B-B14F-4D97-AF65-F5344CB8AC3E}">
        <p14:creationId xmlns:p14="http://schemas.microsoft.com/office/powerpoint/2010/main" val="1072972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354013"/>
            <a:ext cx="8229600" cy="620712"/>
          </a:xfrm>
        </p:spPr>
        <p:txBody>
          <a:bodyPr>
            <a:normAutofit fontScale="90000"/>
          </a:bodyPr>
          <a:lstStyle/>
          <a:p>
            <a:r>
              <a:rPr lang="en-US" altLang="en-US" sz="4000" b="1" dirty="0">
                <a:solidFill>
                  <a:schemeClr val="tx1"/>
                </a:solidFill>
                <a:latin typeface="Times New Roman" panose="02020603050405020304" pitchFamily="18" charset="0"/>
                <a:cs typeface="Times New Roman" panose="02020603050405020304" pitchFamily="18" charset="0"/>
              </a:rPr>
              <a:t>2. </a:t>
            </a:r>
            <a:r>
              <a:rPr lang="en-US" altLang="en-US" sz="4000" b="1" dirty="0" err="1">
                <a:solidFill>
                  <a:schemeClr val="tx1"/>
                </a:solidFill>
                <a:latin typeface="Times New Roman" panose="02020603050405020304" pitchFamily="18" charset="0"/>
                <a:cs typeface="Times New Roman" panose="02020603050405020304" pitchFamily="18" charset="0"/>
              </a:rPr>
              <a:t>Đại</a:t>
            </a:r>
            <a:r>
              <a:rPr lang="en-US" altLang="en-US" sz="4000" b="1" dirty="0">
                <a:solidFill>
                  <a:schemeClr val="tx1"/>
                </a:solidFill>
                <a:latin typeface="Times New Roman" panose="02020603050405020304" pitchFamily="18" charset="0"/>
                <a:cs typeface="Times New Roman" panose="02020603050405020304" pitchFamily="18" charset="0"/>
              </a:rPr>
              <a:t> </a:t>
            </a:r>
            <a:r>
              <a:rPr lang="en-US" altLang="en-US" sz="4000" b="1" dirty="0" err="1">
                <a:solidFill>
                  <a:schemeClr val="tx1"/>
                </a:solidFill>
                <a:latin typeface="Times New Roman" panose="02020603050405020304" pitchFamily="18" charset="0"/>
                <a:cs typeface="Times New Roman" panose="02020603050405020304" pitchFamily="18" charset="0"/>
              </a:rPr>
              <a:t>số</a:t>
            </a:r>
            <a:r>
              <a:rPr lang="en-US" altLang="en-US" sz="4000" b="1" dirty="0">
                <a:solidFill>
                  <a:schemeClr val="tx1"/>
                </a:solidFill>
                <a:latin typeface="Times New Roman" panose="02020603050405020304" pitchFamily="18" charset="0"/>
                <a:cs typeface="Times New Roman" panose="02020603050405020304" pitchFamily="18" charset="0"/>
              </a:rPr>
              <a:t> </a:t>
            </a:r>
            <a:r>
              <a:rPr lang="en-US" altLang="en-US" sz="4000" b="1" dirty="0" err="1">
                <a:solidFill>
                  <a:schemeClr val="tx1"/>
                </a:solidFill>
                <a:latin typeface="Times New Roman" panose="02020603050405020304" pitchFamily="18" charset="0"/>
                <a:cs typeface="Times New Roman" panose="02020603050405020304" pitchFamily="18" charset="0"/>
              </a:rPr>
              <a:t>quan</a:t>
            </a:r>
            <a:r>
              <a:rPr lang="en-US" altLang="en-US" sz="4000" b="1" dirty="0">
                <a:solidFill>
                  <a:schemeClr val="tx1"/>
                </a:solidFill>
                <a:latin typeface="Times New Roman" panose="02020603050405020304" pitchFamily="18" charset="0"/>
                <a:cs typeface="Times New Roman" panose="02020603050405020304" pitchFamily="18" charset="0"/>
              </a:rPr>
              <a:t> </a:t>
            </a:r>
            <a:r>
              <a:rPr lang="en-US" altLang="en-US" sz="4000" b="1" dirty="0" err="1">
                <a:solidFill>
                  <a:schemeClr val="tx1"/>
                </a:solidFill>
                <a:latin typeface="Times New Roman" panose="02020603050405020304" pitchFamily="18" charset="0"/>
                <a:cs typeface="Times New Roman" panose="02020603050405020304" pitchFamily="18" charset="0"/>
              </a:rPr>
              <a:t>hệ</a:t>
            </a:r>
            <a:endParaRPr lang="en-US" altLang="en-US" sz="4000" b="1" dirty="0">
              <a:solidFill>
                <a:schemeClr val="tx1"/>
              </a:solidFill>
              <a:latin typeface="Times New Roman" panose="02020603050405020304" pitchFamily="18" charset="0"/>
              <a:cs typeface="Times New Roman" panose="02020603050405020304" pitchFamily="18" charset="0"/>
            </a:endParaRPr>
          </a:p>
        </p:txBody>
      </p:sp>
      <p:sp>
        <p:nvSpPr>
          <p:cNvPr id="9219" name="Rectangle 3"/>
          <p:cNvSpPr>
            <a:spLocks noGrp="1" noChangeArrowheads="1"/>
          </p:cNvSpPr>
          <p:nvPr>
            <p:ph sz="quarter" idx="1"/>
          </p:nvPr>
        </p:nvSpPr>
        <p:spPr>
          <a:xfrm>
            <a:off x="381000" y="1295400"/>
            <a:ext cx="8305800" cy="5105400"/>
          </a:xfrm>
        </p:spPr>
        <p:txBody>
          <a:bodyPr/>
          <a:lstStyle/>
          <a:p>
            <a:pPr eaLnBrk="1" hangingPunct="1"/>
            <a:r>
              <a:rPr lang="en-US" altLang="en-US" dirty="0" err="1">
                <a:latin typeface="Times New Roman" panose="02020603050405020304" pitchFamily="18" charset="0"/>
                <a:cs typeface="Times New Roman" panose="02020603050405020304" pitchFamily="18" charset="0"/>
              </a:rPr>
              <a:t>Hằng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số</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thể</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err="1">
                <a:latin typeface="Times New Roman" panose="02020603050405020304" pitchFamily="18" charset="0"/>
                <a:cs typeface="Times New Roman" panose="02020603050405020304" pitchFamily="18" charset="0"/>
              </a:rPr>
              <a:t>Biểu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thức</a:t>
            </a:r>
            <a:r>
              <a:rPr lang="en-US" altLang="en-US" dirty="0">
                <a:latin typeface="Times New Roman" panose="02020603050405020304" pitchFamily="18" charset="0"/>
                <a:cs typeface="Times New Roman" panose="02020603050405020304" pitchFamily="18" charset="0"/>
              </a:rPr>
              <a:t> </a:t>
            </a:r>
          </a:p>
          <a:p>
            <a:pPr lvl="1" eaLnBrk="1" hangingPunct="1"/>
            <a:r>
              <a:rPr lang="en-US" altLang="en-US" dirty="0" err="1">
                <a:latin typeface="Times New Roman" panose="02020603050405020304" pitchFamily="18" charset="0"/>
                <a:cs typeface="Times New Roman" panose="02020603050405020304" pitchFamily="18" charset="0"/>
              </a:rPr>
              <a:t>Được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gọi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câu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truy</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vấn</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chuỗi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toán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đại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số</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a:t>
            </a:r>
          </a:p>
          <a:p>
            <a:pPr lvl="1" eaLnBrk="1" hangingPunct="1"/>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về</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một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thể</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endParaRPr lang="en-US" altLang="en-US"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7</a:t>
            </a:fld>
            <a:endParaRPr lang="en-US" altLang="en-US"/>
          </a:p>
        </p:txBody>
      </p:sp>
    </p:spTree>
    <p:extLst>
      <p:ext uri="{BB962C8B-B14F-4D97-AF65-F5344CB8AC3E}">
        <p14:creationId xmlns:p14="http://schemas.microsoft.com/office/powerpoint/2010/main" val="3349185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354013"/>
            <a:ext cx="8229600" cy="620712"/>
          </a:xfrm>
        </p:spPr>
        <p:txBody>
          <a:bodyPr>
            <a:noAutofit/>
          </a:bodyPr>
          <a:lstStyle/>
          <a:p>
            <a:pPr eaLnBrk="1" hangingPunct="1"/>
            <a:r>
              <a:rPr lang="en-US" altLang="en-US" sz="3600" b="1" dirty="0">
                <a:solidFill>
                  <a:schemeClr val="tx1"/>
                </a:solidFill>
                <a:latin typeface="Times New Roman" panose="02020603050405020304" pitchFamily="18" charset="0"/>
                <a:cs typeface="Times New Roman" panose="02020603050405020304" pitchFamily="18" charset="0"/>
              </a:rPr>
              <a:t>3.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toán</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tập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hợp</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11267" name="Rectangle 3"/>
          <p:cNvSpPr>
            <a:spLocks noGrp="1" noChangeArrowheads="1"/>
          </p:cNvSpPr>
          <p:nvPr>
            <p:ph sz="quarter" idx="1"/>
          </p:nvPr>
        </p:nvSpPr>
        <p:spPr>
          <a:xfrm>
            <a:off x="381000" y="1295400"/>
            <a:ext cx="8077200" cy="5181600"/>
          </a:xfrm>
        </p:spPr>
        <p:txBody>
          <a:bodyPr>
            <a:normAutofit/>
          </a:bodyPr>
          <a:lstStyle/>
          <a:p>
            <a:pPr algn="just" eaLnBrk="1" hangingPunct="1">
              <a:lnSpc>
                <a:spcPct val="90000"/>
              </a:lnSpc>
            </a:pP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tập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bộ</a:t>
            </a:r>
            <a:endParaRPr lang="en-US" altLang="en-US" dirty="0">
              <a:latin typeface="Times New Roman" panose="02020603050405020304" pitchFamily="18" charset="0"/>
              <a:cs typeface="Times New Roman" panose="02020603050405020304" pitchFamily="18" charset="0"/>
            </a:endParaRPr>
          </a:p>
          <a:p>
            <a:pPr lvl="1" algn="just" eaLnBrk="1" hangingPunct="1">
              <a:lnSpc>
                <a:spcPct val="90000"/>
              </a:lnSpc>
            </a:pP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r>
              <a:rPr lang="en-US" altLang="en-US" dirty="0">
                <a:latin typeface="Times New Roman" panose="02020603050405020304" pitchFamily="18" charset="0"/>
                <a:cs typeface="Times New Roman" panose="02020603050405020304" pitchFamily="18" charset="0"/>
              </a:rPr>
              <a:t>  R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a:latin typeface="Times New Roman" panose="02020603050405020304" pitchFamily="18" charset="0"/>
                <a:cs typeface="Times New Roman" panose="02020603050405020304" pitchFamily="18" charset="0"/>
              </a:rPr>
              <a:t>S</a:t>
            </a:r>
          </a:p>
          <a:p>
            <a:pPr lvl="1" algn="just" eaLnBrk="1" hangingPunct="1">
              <a:lnSpc>
                <a:spcPct val="90000"/>
              </a:lnSpc>
            </a:pP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giao</a:t>
            </a:r>
            <a:r>
              <a:rPr lang="en-US" altLang="en-US" dirty="0">
                <a:latin typeface="Times New Roman" panose="02020603050405020304" pitchFamily="18" charset="0"/>
                <a:cs typeface="Times New Roman" panose="02020603050405020304" pitchFamily="18" charset="0"/>
              </a:rPr>
              <a:t>  R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a:latin typeface="Times New Roman" panose="02020603050405020304" pitchFamily="18" charset="0"/>
                <a:cs typeface="Times New Roman" panose="02020603050405020304" pitchFamily="18" charset="0"/>
              </a:rPr>
              <a:t>S</a:t>
            </a:r>
          </a:p>
          <a:p>
            <a:pPr lvl="1" algn="just" eaLnBrk="1" hangingPunct="1">
              <a:lnSpc>
                <a:spcPct val="90000"/>
              </a:lnSpc>
            </a:pP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trừ</a:t>
            </a:r>
            <a:r>
              <a:rPr lang="en-US" altLang="en-US" dirty="0">
                <a:latin typeface="Times New Roman" panose="02020603050405020304" pitchFamily="18" charset="0"/>
                <a:cs typeface="Times New Roman" panose="02020603050405020304" pitchFamily="18" charset="0"/>
              </a:rPr>
              <a:t>  R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a:latin typeface="Times New Roman" panose="02020603050405020304" pitchFamily="18" charset="0"/>
                <a:cs typeface="Times New Roman" panose="02020603050405020304" pitchFamily="18" charset="0"/>
              </a:rPr>
              <a:t>S</a:t>
            </a:r>
          </a:p>
          <a:p>
            <a:pPr lvl="2" algn="just" eaLnBrk="1" hangingPunct="1">
              <a:lnSpc>
                <a:spcPct val="90000"/>
              </a:lnSpc>
            </a:pPr>
            <a:endParaRPr lang="en-US" altLang="en-US" dirty="0">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khả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r>
              <a:rPr lang="en-US" altLang="en-US" dirty="0">
                <a:latin typeface="Times New Roman" panose="02020603050405020304" pitchFamily="18" charset="0"/>
                <a:cs typeface="Times New Roman" panose="02020603050405020304" pitchFamily="18" charset="0"/>
              </a:rPr>
              <a:t> (Union Compatibility)</a:t>
            </a:r>
          </a:p>
          <a:p>
            <a:pPr lvl="1" algn="just" eaLnBrk="1" hangingPunct="1">
              <a:lnSpc>
                <a:spcPct val="90000"/>
              </a:lnSpc>
            </a:pPr>
            <a:r>
              <a:rPr lang="en-US" altLang="en-US" dirty="0">
                <a:latin typeface="Times New Roman" panose="02020603050405020304" pitchFamily="18" charset="0"/>
                <a:cs typeface="Times New Roman" panose="02020603050405020304" pitchFamily="18" charset="0"/>
              </a:rPr>
              <a:t>Hai </a:t>
            </a:r>
            <a:r>
              <a:rPr lang="en-US" altLang="en-US" dirty="0" err="1">
                <a:latin typeface="Times New Roman" panose="02020603050405020304" pitchFamily="18" charset="0"/>
                <a:cs typeface="Times New Roman" panose="02020603050405020304" pitchFamily="18" charset="0"/>
              </a:rPr>
              <a:t>lược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đồ</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R(A</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A</a:t>
            </a:r>
            <a:r>
              <a:rPr lang="en-US" altLang="en-US" baseline="-25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 …, A</a:t>
            </a:r>
            <a:r>
              <a:rPr lang="en-US" altLang="en-US" baseline="-25000" dirty="0">
                <a:latin typeface="Times New Roman" panose="02020603050405020304" pitchFamily="18" charset="0"/>
                <a:cs typeface="Times New Roman" panose="02020603050405020304" pitchFamily="18" charset="0"/>
              </a:rPr>
              <a:t>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S(B</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B</a:t>
            </a:r>
            <a:r>
              <a:rPr lang="en-US" altLang="en-US" baseline="-25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 …, </a:t>
            </a:r>
            <a:r>
              <a:rPr lang="en-US" altLang="en-US" dirty="0" err="1">
                <a:latin typeface="Times New Roman" panose="02020603050405020304" pitchFamily="18" charset="0"/>
                <a:cs typeface="Times New Roman" panose="02020603050405020304" pitchFamily="18" charset="0"/>
              </a:rPr>
              <a:t>B</a:t>
            </a:r>
            <a:r>
              <a:rPr lang="en-US" altLang="en-US" baseline="-25000" dirty="0" err="1">
                <a:latin typeface="Times New Roman" panose="02020603050405020304" pitchFamily="18" charset="0"/>
                <a:cs typeface="Times New Roman" panose="02020603050405020304" pitchFamily="18" charset="0"/>
              </a:rPr>
              <a:t>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b="1" u="sng" dirty="0" err="1">
                <a:solidFill>
                  <a:srgbClr val="FF0000"/>
                </a:solidFill>
                <a:latin typeface="Times New Roman" panose="02020603050405020304" pitchFamily="18" charset="0"/>
                <a:cs typeface="Times New Roman" panose="02020603050405020304" pitchFamily="18" charset="0"/>
              </a:rPr>
              <a:t>khả</a:t>
            </a:r>
            <a:r>
              <a:rPr lang="en-US" altLang="en-US" b="1" u="sng" dirty="0">
                <a:solidFill>
                  <a:srgbClr val="FF0000"/>
                </a:solidFill>
                <a:latin typeface="Times New Roman" panose="02020603050405020304" pitchFamily="18" charset="0"/>
                <a:cs typeface="Times New Roman" panose="02020603050405020304" pitchFamily="18" charset="0"/>
              </a:rPr>
              <a:t> </a:t>
            </a:r>
            <a:r>
              <a:rPr lang="en-US" altLang="en-US" b="1" u="sng" dirty="0" err="1">
                <a:solidFill>
                  <a:srgbClr val="FF0000"/>
                </a:solidFill>
                <a:latin typeface="Times New Roman" panose="02020603050405020304" pitchFamily="18" charset="0"/>
                <a:cs typeface="Times New Roman" panose="02020603050405020304" pitchFamily="18" charset="0"/>
              </a:rPr>
              <a:t>hợp</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nếu</a:t>
            </a:r>
            <a:endParaRPr lang="en-US" altLang="en-US" dirty="0">
              <a:latin typeface="Times New Roman" panose="02020603050405020304" pitchFamily="18" charset="0"/>
              <a:cs typeface="Times New Roman" panose="02020603050405020304" pitchFamily="18" charset="0"/>
            </a:endParaRPr>
          </a:p>
          <a:p>
            <a:pPr lvl="2" algn="just" eaLnBrk="1" hangingPunct="1">
              <a:lnSpc>
                <a:spcPct val="90000"/>
              </a:lnSpc>
            </a:pPr>
            <a:r>
              <a:rPr lang="en-US" altLang="en-US" dirty="0" err="1">
                <a:latin typeface="Times New Roman" panose="02020603050405020304" pitchFamily="18" charset="0"/>
                <a:cs typeface="Times New Roman" panose="02020603050405020304" pitchFamily="18" charset="0"/>
              </a:rPr>
              <a:t>Cùng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bậc</a:t>
            </a:r>
            <a:r>
              <a:rPr lang="en-US" altLang="en-US" dirty="0">
                <a:latin typeface="Times New Roman" panose="02020603050405020304" pitchFamily="18" charset="0"/>
                <a:cs typeface="Times New Roman" panose="02020603050405020304" pitchFamily="18" charset="0"/>
              </a:rPr>
              <a:t> n</a:t>
            </a:r>
          </a:p>
          <a:p>
            <a:pPr lvl="2" algn="just" eaLnBrk="1" hangingPunct="1">
              <a:lnSpc>
                <a:spcPct val="90000"/>
              </a:lnSpc>
            </a:pP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DOM(A</a:t>
            </a:r>
            <a:r>
              <a:rPr lang="en-US" altLang="en-US" baseline="-25000" dirty="0">
                <a:latin typeface="Times New Roman" panose="02020603050405020304" pitchFamily="18" charset="0"/>
                <a:cs typeface="Times New Roman" panose="02020603050405020304" pitchFamily="18" charset="0"/>
              </a:rPr>
              <a:t>i</a:t>
            </a:r>
            <a:r>
              <a:rPr lang="en-US" altLang="en-US" dirty="0">
                <a:latin typeface="Times New Roman" panose="02020603050405020304" pitchFamily="18" charset="0"/>
                <a:cs typeface="Times New Roman" panose="02020603050405020304" pitchFamily="18" charset="0"/>
              </a:rPr>
              <a:t>)=DOM(B</a:t>
            </a:r>
            <a:r>
              <a:rPr lang="en-US" altLang="en-US" baseline="-25000" dirty="0">
                <a:latin typeface="Times New Roman" panose="02020603050405020304" pitchFamily="18" charset="0"/>
                <a:cs typeface="Times New Roman" panose="02020603050405020304" pitchFamily="18" charset="0"/>
              </a:rPr>
              <a:t>i</a:t>
            </a:r>
            <a:r>
              <a:rPr lang="en-US" altLang="en-US" dirty="0">
                <a:latin typeface="Times New Roman" panose="02020603050405020304" pitchFamily="18" charset="0"/>
                <a:cs typeface="Times New Roman" panose="02020603050405020304" pitchFamily="18" charset="0"/>
              </a:rPr>
              <a:t>) , 1</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i</a:t>
            </a:r>
            <a:r>
              <a:rPr lang="en-US"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rPr>
              <a:t> n</a:t>
            </a:r>
          </a:p>
          <a:p>
            <a:pPr lvl="2" algn="just" eaLnBrk="1" hangingPunct="1">
              <a:lnSpc>
                <a:spcPct val="90000"/>
              </a:lnSpc>
            </a:pPr>
            <a:endParaRPr lang="en-US" altLang="en-US" dirty="0">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và</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là</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một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b="1" u="sng" dirty="0" err="1">
                <a:latin typeface="Times New Roman" panose="02020603050405020304" pitchFamily="18" charset="0"/>
                <a:cs typeface="Times New Roman" panose="02020603050405020304" pitchFamily="18" charset="0"/>
                <a:sym typeface="Symbol" pitchFamily="18" charset="2"/>
              </a:rPr>
              <a:t>quan</a:t>
            </a:r>
            <a:r>
              <a:rPr lang="en-US" altLang="en-US" b="1" u="sng" dirty="0">
                <a:latin typeface="Times New Roman" panose="02020603050405020304" pitchFamily="18" charset="0"/>
                <a:cs typeface="Times New Roman" panose="02020603050405020304" pitchFamily="18" charset="0"/>
                <a:sym typeface="Symbol" pitchFamily="18" charset="2"/>
              </a:rPr>
              <a:t> </a:t>
            </a:r>
            <a:r>
              <a:rPr lang="en-US" altLang="en-US" b="1" u="sng" dirty="0" err="1">
                <a:latin typeface="Times New Roman" panose="02020603050405020304" pitchFamily="18" charset="0"/>
                <a:cs typeface="Times New Roman" panose="02020603050405020304" pitchFamily="18" charset="0"/>
                <a:sym typeface="Symbol" pitchFamily="18" charset="2"/>
              </a:rPr>
              <a:t>hệ</a:t>
            </a:r>
            <a:r>
              <a:rPr lang="en-US" altLang="en-US" b="1"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có</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cùng</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tên</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thuộc</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tính</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với</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quan</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hệ</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đầu</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tiên</a:t>
            </a:r>
            <a:r>
              <a:rPr lang="en-US" altLang="en-US" dirty="0">
                <a:latin typeface="Times New Roman" panose="02020603050405020304" pitchFamily="18" charset="0"/>
                <a:cs typeface="Times New Roman" panose="02020603050405020304" pitchFamily="18" charset="0"/>
                <a:sym typeface="Symbol" pitchFamily="18" charset="2"/>
              </a:rPr>
              <a:t> (R)</a:t>
            </a:r>
            <a:endParaRPr lang="en-US" altLang="en-US"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8</a:t>
            </a:fld>
            <a:endParaRPr lang="en-US" altLang="en-US"/>
          </a:p>
        </p:txBody>
      </p:sp>
    </p:spTree>
    <p:extLst>
      <p:ext uri="{BB962C8B-B14F-4D97-AF65-F5344CB8AC3E}">
        <p14:creationId xmlns:p14="http://schemas.microsoft.com/office/powerpoint/2010/main" val="1553742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354013"/>
            <a:ext cx="82296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3.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toán</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tập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hợp</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12291" name="Rectangle 3"/>
          <p:cNvSpPr>
            <a:spLocks noGrp="1" noChangeArrowheads="1"/>
          </p:cNvSpPr>
          <p:nvPr>
            <p:ph sz="quarter" idx="1"/>
          </p:nvPr>
        </p:nvSpPr>
        <p:spPr>
          <a:xfrm>
            <a:off x="381000" y="1295400"/>
            <a:ext cx="8305800" cy="5105400"/>
          </a:xfrm>
        </p:spPr>
        <p:txBody>
          <a:bodyPr/>
          <a:lstStyle/>
          <a:p>
            <a:pPr eaLnBrk="1" hangingPunct="1"/>
            <a:r>
              <a:rPr lang="en-US" altLang="en-US" dirty="0" err="1">
                <a:latin typeface="Times New Roman" panose="02020603050405020304" pitchFamily="18" charset="0"/>
                <a:cs typeface="Times New Roman" panose="02020603050405020304" pitchFamily="18" charset="0"/>
              </a:rPr>
              <a:t>Ví</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dụ</a:t>
            </a:r>
            <a:r>
              <a:rPr lang="en-US" altLang="en-US" dirty="0">
                <a:latin typeface="Times New Roman" panose="02020603050405020304" pitchFamily="18" charset="0"/>
                <a:cs typeface="Times New Roman" panose="02020603050405020304" pitchFamily="18" charset="0"/>
              </a:rPr>
              <a:t>:</a:t>
            </a:r>
          </a:p>
        </p:txBody>
      </p:sp>
      <p:grpSp>
        <p:nvGrpSpPr>
          <p:cNvPr id="12292" name="Group 4"/>
          <p:cNvGrpSpPr>
            <a:grpSpLocks/>
          </p:cNvGrpSpPr>
          <p:nvPr/>
        </p:nvGrpSpPr>
        <p:grpSpPr bwMode="auto">
          <a:xfrm>
            <a:off x="0" y="2209800"/>
            <a:ext cx="4114800" cy="1600200"/>
            <a:chOff x="528" y="2544"/>
            <a:chExt cx="2592" cy="1008"/>
          </a:xfrm>
        </p:grpSpPr>
        <p:sp>
          <p:nvSpPr>
            <p:cNvPr id="12322" name="Line 5"/>
            <p:cNvSpPr>
              <a:spLocks noChangeShapeType="1"/>
            </p:cNvSpPr>
            <p:nvPr/>
          </p:nvSpPr>
          <p:spPr bwMode="auto">
            <a:xfrm>
              <a:off x="624" y="2736"/>
              <a:ext cx="249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2323" name="Line 6"/>
            <p:cNvSpPr>
              <a:spLocks noChangeShapeType="1"/>
            </p:cNvSpPr>
            <p:nvPr/>
          </p:nvSpPr>
          <p:spPr bwMode="auto">
            <a:xfrm>
              <a:off x="1920" y="254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2324" name="Text Box 7"/>
            <p:cNvSpPr txBox="1">
              <a:spLocks noChangeArrowheads="1"/>
            </p:cNvSpPr>
            <p:nvPr/>
          </p:nvSpPr>
          <p:spPr bwMode="auto">
            <a:xfrm>
              <a:off x="1344" y="2544"/>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TENNV</a:t>
              </a:r>
            </a:p>
          </p:txBody>
        </p:sp>
        <p:sp>
          <p:nvSpPr>
            <p:cNvPr id="12325" name="Text Box 8"/>
            <p:cNvSpPr txBox="1">
              <a:spLocks noChangeArrowheads="1"/>
            </p:cNvSpPr>
            <p:nvPr/>
          </p:nvSpPr>
          <p:spPr bwMode="auto">
            <a:xfrm>
              <a:off x="1920" y="2544"/>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NGSINH</a:t>
              </a:r>
            </a:p>
          </p:txBody>
        </p:sp>
        <p:sp>
          <p:nvSpPr>
            <p:cNvPr id="12326" name="Line 9"/>
            <p:cNvSpPr>
              <a:spLocks noChangeShapeType="1"/>
            </p:cNvSpPr>
            <p:nvPr/>
          </p:nvSpPr>
          <p:spPr bwMode="auto">
            <a:xfrm>
              <a:off x="2640" y="254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2327" name="Line 10"/>
            <p:cNvSpPr>
              <a:spLocks noChangeShapeType="1"/>
            </p:cNvSpPr>
            <p:nvPr/>
          </p:nvSpPr>
          <p:spPr bwMode="auto">
            <a:xfrm>
              <a:off x="3120" y="254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2328" name="Text Box 11"/>
            <p:cNvSpPr txBox="1">
              <a:spLocks noChangeArrowheads="1"/>
            </p:cNvSpPr>
            <p:nvPr/>
          </p:nvSpPr>
          <p:spPr bwMode="auto">
            <a:xfrm>
              <a:off x="2640" y="2544"/>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PHAI</a:t>
              </a:r>
            </a:p>
          </p:txBody>
        </p:sp>
        <p:sp>
          <p:nvSpPr>
            <p:cNvPr id="12329" name="Text Box 12"/>
            <p:cNvSpPr txBox="1">
              <a:spLocks noChangeArrowheads="1"/>
            </p:cNvSpPr>
            <p:nvPr/>
          </p:nvSpPr>
          <p:spPr bwMode="auto">
            <a:xfrm>
              <a:off x="1344" y="2784"/>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Tung</a:t>
              </a:r>
            </a:p>
          </p:txBody>
        </p:sp>
        <p:sp>
          <p:nvSpPr>
            <p:cNvPr id="12330" name="Text Box 13"/>
            <p:cNvSpPr txBox="1">
              <a:spLocks noChangeArrowheads="1"/>
            </p:cNvSpPr>
            <p:nvPr/>
          </p:nvSpPr>
          <p:spPr bwMode="auto">
            <a:xfrm>
              <a:off x="1920" y="2784"/>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12/08/1955</a:t>
              </a:r>
            </a:p>
          </p:txBody>
        </p:sp>
        <p:sp>
          <p:nvSpPr>
            <p:cNvPr id="12331" name="Text Box 14"/>
            <p:cNvSpPr txBox="1">
              <a:spLocks noChangeArrowheads="1"/>
            </p:cNvSpPr>
            <p:nvPr/>
          </p:nvSpPr>
          <p:spPr bwMode="auto">
            <a:xfrm>
              <a:off x="2640" y="2784"/>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Nam</a:t>
              </a:r>
            </a:p>
          </p:txBody>
        </p:sp>
        <p:sp>
          <p:nvSpPr>
            <p:cNvPr id="12332" name="Text Box 15"/>
            <p:cNvSpPr txBox="1">
              <a:spLocks noChangeArrowheads="1"/>
            </p:cNvSpPr>
            <p:nvPr/>
          </p:nvSpPr>
          <p:spPr bwMode="auto">
            <a:xfrm>
              <a:off x="1344" y="2976"/>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Hang</a:t>
              </a:r>
            </a:p>
          </p:txBody>
        </p:sp>
        <p:sp>
          <p:nvSpPr>
            <p:cNvPr id="12333" name="Text Box 16"/>
            <p:cNvSpPr txBox="1">
              <a:spLocks noChangeArrowheads="1"/>
            </p:cNvSpPr>
            <p:nvPr/>
          </p:nvSpPr>
          <p:spPr bwMode="auto">
            <a:xfrm>
              <a:off x="1920" y="2976"/>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07/19/1968</a:t>
              </a:r>
            </a:p>
          </p:txBody>
        </p:sp>
        <p:sp>
          <p:nvSpPr>
            <p:cNvPr id="12334" name="Text Box 17"/>
            <p:cNvSpPr txBox="1">
              <a:spLocks noChangeArrowheads="1"/>
            </p:cNvSpPr>
            <p:nvPr/>
          </p:nvSpPr>
          <p:spPr bwMode="auto">
            <a:xfrm>
              <a:off x="2640" y="2976"/>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Nu</a:t>
              </a:r>
            </a:p>
          </p:txBody>
        </p:sp>
        <p:sp>
          <p:nvSpPr>
            <p:cNvPr id="12335" name="Text Box 18"/>
            <p:cNvSpPr txBox="1">
              <a:spLocks noChangeArrowheads="1"/>
            </p:cNvSpPr>
            <p:nvPr/>
          </p:nvSpPr>
          <p:spPr bwMode="auto">
            <a:xfrm>
              <a:off x="1344" y="3168"/>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Nhu</a:t>
              </a:r>
            </a:p>
          </p:txBody>
        </p:sp>
        <p:sp>
          <p:nvSpPr>
            <p:cNvPr id="12336" name="Text Box 19"/>
            <p:cNvSpPr txBox="1">
              <a:spLocks noChangeArrowheads="1"/>
            </p:cNvSpPr>
            <p:nvPr/>
          </p:nvSpPr>
          <p:spPr bwMode="auto">
            <a:xfrm>
              <a:off x="1920" y="3168"/>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06/20/1951</a:t>
              </a:r>
            </a:p>
          </p:txBody>
        </p:sp>
        <p:sp>
          <p:nvSpPr>
            <p:cNvPr id="12337" name="Text Box 20"/>
            <p:cNvSpPr txBox="1">
              <a:spLocks noChangeArrowheads="1"/>
            </p:cNvSpPr>
            <p:nvPr/>
          </p:nvSpPr>
          <p:spPr bwMode="auto">
            <a:xfrm>
              <a:off x="2640" y="3168"/>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Nu</a:t>
              </a:r>
            </a:p>
          </p:txBody>
        </p:sp>
        <p:sp>
          <p:nvSpPr>
            <p:cNvPr id="12338" name="Text Box 21"/>
            <p:cNvSpPr txBox="1">
              <a:spLocks noChangeArrowheads="1"/>
            </p:cNvSpPr>
            <p:nvPr/>
          </p:nvSpPr>
          <p:spPr bwMode="auto">
            <a:xfrm>
              <a:off x="1344" y="3360"/>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Hung</a:t>
              </a:r>
            </a:p>
          </p:txBody>
        </p:sp>
        <p:sp>
          <p:nvSpPr>
            <p:cNvPr id="12339" name="Text Box 22"/>
            <p:cNvSpPr txBox="1">
              <a:spLocks noChangeArrowheads="1"/>
            </p:cNvSpPr>
            <p:nvPr/>
          </p:nvSpPr>
          <p:spPr bwMode="auto">
            <a:xfrm>
              <a:off x="1920" y="3360"/>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09/15/1962</a:t>
              </a:r>
            </a:p>
          </p:txBody>
        </p:sp>
        <p:sp>
          <p:nvSpPr>
            <p:cNvPr id="12340" name="Text Box 23"/>
            <p:cNvSpPr txBox="1">
              <a:spLocks noChangeArrowheads="1"/>
            </p:cNvSpPr>
            <p:nvPr/>
          </p:nvSpPr>
          <p:spPr bwMode="auto">
            <a:xfrm>
              <a:off x="2640" y="3360"/>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Nam</a:t>
              </a:r>
            </a:p>
          </p:txBody>
        </p:sp>
        <p:sp>
          <p:nvSpPr>
            <p:cNvPr id="12341" name="Line 24"/>
            <p:cNvSpPr>
              <a:spLocks noChangeShapeType="1"/>
            </p:cNvSpPr>
            <p:nvPr/>
          </p:nvSpPr>
          <p:spPr bwMode="auto">
            <a:xfrm>
              <a:off x="1344" y="254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2342" name="Line 25"/>
            <p:cNvSpPr>
              <a:spLocks noChangeShapeType="1"/>
            </p:cNvSpPr>
            <p:nvPr/>
          </p:nvSpPr>
          <p:spPr bwMode="auto">
            <a:xfrm>
              <a:off x="624" y="2544"/>
              <a:ext cx="249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2343" name="Line 26"/>
            <p:cNvSpPr>
              <a:spLocks noChangeShapeType="1"/>
            </p:cNvSpPr>
            <p:nvPr/>
          </p:nvSpPr>
          <p:spPr bwMode="auto">
            <a:xfrm>
              <a:off x="1344" y="3552"/>
              <a:ext cx="17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2344" name="Text Box 27"/>
            <p:cNvSpPr txBox="1">
              <a:spLocks noChangeArrowheads="1"/>
            </p:cNvSpPr>
            <p:nvPr/>
          </p:nvSpPr>
          <p:spPr bwMode="auto">
            <a:xfrm>
              <a:off x="528" y="2544"/>
              <a:ext cx="816"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dirty="0">
                  <a:latin typeface="Times New Roman" panose="02020603050405020304" pitchFamily="18" charset="0"/>
                  <a:cs typeface="Times New Roman" panose="02020603050405020304" pitchFamily="18" charset="0"/>
                </a:rPr>
                <a:t>NHAN_VIEN</a:t>
              </a:r>
            </a:p>
          </p:txBody>
        </p:sp>
        <p:sp>
          <p:nvSpPr>
            <p:cNvPr id="12345" name="Line 28"/>
            <p:cNvSpPr>
              <a:spLocks noChangeShapeType="1"/>
            </p:cNvSpPr>
            <p:nvPr/>
          </p:nvSpPr>
          <p:spPr bwMode="auto">
            <a:xfrm>
              <a:off x="624" y="2544"/>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grpSp>
      <p:grpSp>
        <p:nvGrpSpPr>
          <p:cNvPr id="12293" name="Group 59"/>
          <p:cNvGrpSpPr>
            <a:grpSpLocks/>
          </p:cNvGrpSpPr>
          <p:nvPr/>
        </p:nvGrpSpPr>
        <p:grpSpPr bwMode="auto">
          <a:xfrm>
            <a:off x="4191000" y="2209800"/>
            <a:ext cx="4343400" cy="1905000"/>
            <a:chOff x="2784" y="1392"/>
            <a:chExt cx="2736" cy="1200"/>
          </a:xfrm>
        </p:grpSpPr>
        <p:sp>
          <p:nvSpPr>
            <p:cNvPr id="12295" name="Line 30"/>
            <p:cNvSpPr>
              <a:spLocks noChangeShapeType="1"/>
            </p:cNvSpPr>
            <p:nvPr/>
          </p:nvSpPr>
          <p:spPr bwMode="auto">
            <a:xfrm>
              <a:off x="2928" y="1584"/>
              <a:ext cx="254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2296" name="Line 31"/>
            <p:cNvSpPr>
              <a:spLocks noChangeShapeType="1"/>
            </p:cNvSpPr>
            <p:nvPr/>
          </p:nvSpPr>
          <p:spPr bwMode="auto">
            <a:xfrm>
              <a:off x="4272" y="1392"/>
              <a:ext cx="0" cy="1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2297" name="Text Box 32"/>
            <p:cNvSpPr txBox="1">
              <a:spLocks noChangeArrowheads="1"/>
            </p:cNvSpPr>
            <p:nvPr/>
          </p:nvSpPr>
          <p:spPr bwMode="auto">
            <a:xfrm>
              <a:off x="3696" y="1392"/>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TENTN</a:t>
              </a:r>
            </a:p>
          </p:txBody>
        </p:sp>
        <p:sp>
          <p:nvSpPr>
            <p:cNvPr id="12298" name="Text Box 33"/>
            <p:cNvSpPr txBox="1">
              <a:spLocks noChangeArrowheads="1"/>
            </p:cNvSpPr>
            <p:nvPr/>
          </p:nvSpPr>
          <p:spPr bwMode="auto">
            <a:xfrm>
              <a:off x="4272" y="1392"/>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NG_SINH</a:t>
              </a:r>
            </a:p>
          </p:txBody>
        </p:sp>
        <p:sp>
          <p:nvSpPr>
            <p:cNvPr id="12299" name="Line 34"/>
            <p:cNvSpPr>
              <a:spLocks noChangeShapeType="1"/>
            </p:cNvSpPr>
            <p:nvPr/>
          </p:nvSpPr>
          <p:spPr bwMode="auto">
            <a:xfrm>
              <a:off x="4992" y="1392"/>
              <a:ext cx="0" cy="1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2300" name="Line 35"/>
            <p:cNvSpPr>
              <a:spLocks noChangeShapeType="1"/>
            </p:cNvSpPr>
            <p:nvPr/>
          </p:nvSpPr>
          <p:spPr bwMode="auto">
            <a:xfrm>
              <a:off x="5472" y="1392"/>
              <a:ext cx="0" cy="1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2301" name="Text Box 36"/>
            <p:cNvSpPr txBox="1">
              <a:spLocks noChangeArrowheads="1"/>
            </p:cNvSpPr>
            <p:nvPr/>
          </p:nvSpPr>
          <p:spPr bwMode="auto">
            <a:xfrm>
              <a:off x="4992" y="1392"/>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PHAITN</a:t>
              </a:r>
            </a:p>
          </p:txBody>
        </p:sp>
        <p:sp>
          <p:nvSpPr>
            <p:cNvPr id="12302" name="Text Box 37"/>
            <p:cNvSpPr txBox="1">
              <a:spLocks noChangeArrowheads="1"/>
            </p:cNvSpPr>
            <p:nvPr/>
          </p:nvSpPr>
          <p:spPr bwMode="auto">
            <a:xfrm>
              <a:off x="3696" y="1632"/>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Trinh</a:t>
              </a:r>
            </a:p>
          </p:txBody>
        </p:sp>
        <p:sp>
          <p:nvSpPr>
            <p:cNvPr id="12303" name="Text Box 38"/>
            <p:cNvSpPr txBox="1">
              <a:spLocks noChangeArrowheads="1"/>
            </p:cNvSpPr>
            <p:nvPr/>
          </p:nvSpPr>
          <p:spPr bwMode="auto">
            <a:xfrm>
              <a:off x="4272" y="1632"/>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04/05/1986</a:t>
              </a:r>
            </a:p>
          </p:txBody>
        </p:sp>
        <p:sp>
          <p:nvSpPr>
            <p:cNvPr id="12304" name="Text Box 39"/>
            <p:cNvSpPr txBox="1">
              <a:spLocks noChangeArrowheads="1"/>
            </p:cNvSpPr>
            <p:nvPr/>
          </p:nvSpPr>
          <p:spPr bwMode="auto">
            <a:xfrm>
              <a:off x="4992" y="1632"/>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Nu</a:t>
              </a:r>
            </a:p>
          </p:txBody>
        </p:sp>
        <p:sp>
          <p:nvSpPr>
            <p:cNvPr id="12305" name="Text Box 40"/>
            <p:cNvSpPr txBox="1">
              <a:spLocks noChangeArrowheads="1"/>
            </p:cNvSpPr>
            <p:nvPr/>
          </p:nvSpPr>
          <p:spPr bwMode="auto">
            <a:xfrm>
              <a:off x="3696" y="1824"/>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Khang</a:t>
              </a:r>
            </a:p>
          </p:txBody>
        </p:sp>
        <p:sp>
          <p:nvSpPr>
            <p:cNvPr id="12306" name="Text Box 41"/>
            <p:cNvSpPr txBox="1">
              <a:spLocks noChangeArrowheads="1"/>
            </p:cNvSpPr>
            <p:nvPr/>
          </p:nvSpPr>
          <p:spPr bwMode="auto">
            <a:xfrm>
              <a:off x="4272" y="1824"/>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10/25/1983</a:t>
              </a:r>
            </a:p>
          </p:txBody>
        </p:sp>
        <p:sp>
          <p:nvSpPr>
            <p:cNvPr id="12307" name="Text Box 42"/>
            <p:cNvSpPr txBox="1">
              <a:spLocks noChangeArrowheads="1"/>
            </p:cNvSpPr>
            <p:nvPr/>
          </p:nvSpPr>
          <p:spPr bwMode="auto">
            <a:xfrm>
              <a:off x="4992" y="1824"/>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Nam</a:t>
              </a:r>
            </a:p>
          </p:txBody>
        </p:sp>
        <p:sp>
          <p:nvSpPr>
            <p:cNvPr id="12308" name="Text Box 43"/>
            <p:cNvSpPr txBox="1">
              <a:spLocks noChangeArrowheads="1"/>
            </p:cNvSpPr>
            <p:nvPr/>
          </p:nvSpPr>
          <p:spPr bwMode="auto">
            <a:xfrm>
              <a:off x="3696" y="2016"/>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Phuong</a:t>
              </a:r>
            </a:p>
          </p:txBody>
        </p:sp>
        <p:sp>
          <p:nvSpPr>
            <p:cNvPr id="12309" name="Text Box 44"/>
            <p:cNvSpPr txBox="1">
              <a:spLocks noChangeArrowheads="1"/>
            </p:cNvSpPr>
            <p:nvPr/>
          </p:nvSpPr>
          <p:spPr bwMode="auto">
            <a:xfrm>
              <a:off x="4272" y="2016"/>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05/03/1958</a:t>
              </a:r>
            </a:p>
          </p:txBody>
        </p:sp>
        <p:sp>
          <p:nvSpPr>
            <p:cNvPr id="12310" name="Text Box 45"/>
            <p:cNvSpPr txBox="1">
              <a:spLocks noChangeArrowheads="1"/>
            </p:cNvSpPr>
            <p:nvPr/>
          </p:nvSpPr>
          <p:spPr bwMode="auto">
            <a:xfrm>
              <a:off x="4992" y="2016"/>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Nu</a:t>
              </a:r>
            </a:p>
          </p:txBody>
        </p:sp>
        <p:sp>
          <p:nvSpPr>
            <p:cNvPr id="12311" name="Text Box 46"/>
            <p:cNvSpPr txBox="1">
              <a:spLocks noChangeArrowheads="1"/>
            </p:cNvSpPr>
            <p:nvPr/>
          </p:nvSpPr>
          <p:spPr bwMode="auto">
            <a:xfrm>
              <a:off x="3696" y="2208"/>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Minh</a:t>
              </a:r>
            </a:p>
          </p:txBody>
        </p:sp>
        <p:sp>
          <p:nvSpPr>
            <p:cNvPr id="12312" name="Text Box 47"/>
            <p:cNvSpPr txBox="1">
              <a:spLocks noChangeArrowheads="1"/>
            </p:cNvSpPr>
            <p:nvPr/>
          </p:nvSpPr>
          <p:spPr bwMode="auto">
            <a:xfrm>
              <a:off x="4272" y="2208"/>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02/28/1942</a:t>
              </a:r>
            </a:p>
          </p:txBody>
        </p:sp>
        <p:sp>
          <p:nvSpPr>
            <p:cNvPr id="12313" name="Text Box 48"/>
            <p:cNvSpPr txBox="1">
              <a:spLocks noChangeArrowheads="1"/>
            </p:cNvSpPr>
            <p:nvPr/>
          </p:nvSpPr>
          <p:spPr bwMode="auto">
            <a:xfrm>
              <a:off x="4992" y="2208"/>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Nam</a:t>
              </a:r>
            </a:p>
          </p:txBody>
        </p:sp>
        <p:sp>
          <p:nvSpPr>
            <p:cNvPr id="12314" name="Line 49"/>
            <p:cNvSpPr>
              <a:spLocks noChangeShapeType="1"/>
            </p:cNvSpPr>
            <p:nvPr/>
          </p:nvSpPr>
          <p:spPr bwMode="auto">
            <a:xfrm>
              <a:off x="3696" y="1392"/>
              <a:ext cx="0" cy="1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2315" name="Line 50"/>
            <p:cNvSpPr>
              <a:spLocks noChangeShapeType="1"/>
            </p:cNvSpPr>
            <p:nvPr/>
          </p:nvSpPr>
          <p:spPr bwMode="auto">
            <a:xfrm>
              <a:off x="2928" y="1392"/>
              <a:ext cx="254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2316" name="Line 51"/>
            <p:cNvSpPr>
              <a:spLocks noChangeShapeType="1"/>
            </p:cNvSpPr>
            <p:nvPr/>
          </p:nvSpPr>
          <p:spPr bwMode="auto">
            <a:xfrm>
              <a:off x="3696" y="2592"/>
              <a:ext cx="17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2317" name="Text Box 52"/>
            <p:cNvSpPr txBox="1">
              <a:spLocks noChangeArrowheads="1"/>
            </p:cNvSpPr>
            <p:nvPr/>
          </p:nvSpPr>
          <p:spPr bwMode="auto">
            <a:xfrm>
              <a:off x="2784" y="1392"/>
              <a:ext cx="912"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dirty="0">
                  <a:latin typeface="Times New Roman" panose="02020603050405020304" pitchFamily="18" charset="0"/>
                  <a:cs typeface="Times New Roman" panose="02020603050405020304" pitchFamily="18" charset="0"/>
                </a:rPr>
                <a:t>   THAN_NHAN</a:t>
              </a:r>
            </a:p>
          </p:txBody>
        </p:sp>
        <p:sp>
          <p:nvSpPr>
            <p:cNvPr id="12318" name="Line 53"/>
            <p:cNvSpPr>
              <a:spLocks noChangeShapeType="1"/>
            </p:cNvSpPr>
            <p:nvPr/>
          </p:nvSpPr>
          <p:spPr bwMode="auto">
            <a:xfrm>
              <a:off x="2928" y="1392"/>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2319" name="Text Box 54"/>
            <p:cNvSpPr txBox="1">
              <a:spLocks noChangeArrowheads="1"/>
            </p:cNvSpPr>
            <p:nvPr/>
          </p:nvSpPr>
          <p:spPr bwMode="auto">
            <a:xfrm>
              <a:off x="3696" y="2400"/>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Chau</a:t>
              </a:r>
            </a:p>
          </p:txBody>
        </p:sp>
        <p:sp>
          <p:nvSpPr>
            <p:cNvPr id="12320" name="Text Box 55"/>
            <p:cNvSpPr txBox="1">
              <a:spLocks noChangeArrowheads="1"/>
            </p:cNvSpPr>
            <p:nvPr/>
          </p:nvSpPr>
          <p:spPr bwMode="auto">
            <a:xfrm>
              <a:off x="4272" y="2400"/>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12/30/1988</a:t>
              </a:r>
            </a:p>
          </p:txBody>
        </p:sp>
        <p:sp>
          <p:nvSpPr>
            <p:cNvPr id="12321" name="Text Box 56"/>
            <p:cNvSpPr txBox="1">
              <a:spLocks noChangeArrowheads="1"/>
            </p:cNvSpPr>
            <p:nvPr/>
          </p:nvSpPr>
          <p:spPr bwMode="auto">
            <a:xfrm>
              <a:off x="4992" y="2400"/>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Nu</a:t>
              </a:r>
            </a:p>
          </p:txBody>
        </p:sp>
      </p:grpSp>
      <p:sp>
        <p:nvSpPr>
          <p:cNvPr id="394298" name="Text Box 58"/>
          <p:cNvSpPr txBox="1">
            <a:spLocks noChangeArrowheads="1"/>
          </p:cNvSpPr>
          <p:nvPr/>
        </p:nvSpPr>
        <p:spPr bwMode="auto">
          <a:xfrm>
            <a:off x="1828800" y="4648200"/>
            <a:ext cx="5524500"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dirty="0" err="1">
                <a:latin typeface="Times New Roman" panose="02020603050405020304" pitchFamily="18" charset="0"/>
                <a:cs typeface="Times New Roman" panose="02020603050405020304" pitchFamily="18" charset="0"/>
              </a:rPr>
              <a:t>Bậc</a:t>
            </a:r>
            <a:r>
              <a:rPr lang="en-US" altLang="en-US" dirty="0">
                <a:latin typeface="Times New Roman" panose="02020603050405020304" pitchFamily="18" charset="0"/>
                <a:cs typeface="Times New Roman" panose="02020603050405020304" pitchFamily="18" charset="0"/>
              </a:rPr>
              <a:t> n=3</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DOM(TENNV) = DOM(TENTN)</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DOM(NGSINH) = DOM(NG_SINH)</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DOM(PHAI) = DOM(PHAITN)</a:t>
            </a:r>
          </a:p>
          <a:p>
            <a:pPr algn="l" eaLnBrk="1" hangingPunct="1"/>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Quan</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hệ</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NHAN_VIEN &amp; THAN_NHAN 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Khả</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hợp</a:t>
            </a:r>
            <a:endParaRPr lang="en-US" altLang="en-US"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9</a:t>
            </a:fld>
            <a:endParaRPr lang="en-US" altLang="en-US"/>
          </a:p>
        </p:txBody>
      </p:sp>
    </p:spTree>
    <p:extLst>
      <p:ext uri="{BB962C8B-B14F-4D97-AF65-F5344CB8AC3E}">
        <p14:creationId xmlns:p14="http://schemas.microsoft.com/office/powerpoint/2010/main" val="146041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354013"/>
            <a:ext cx="82296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3.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toán</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tập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hợp</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16387" name="Rectangle 3"/>
          <p:cNvSpPr>
            <a:spLocks noGrp="1" noChangeArrowheads="1"/>
          </p:cNvSpPr>
          <p:nvPr>
            <p:ph sz="quarter" idx="1"/>
          </p:nvPr>
        </p:nvSpPr>
        <p:spPr>
          <a:xfrm>
            <a:off x="457200" y="1295400"/>
            <a:ext cx="8229600" cy="4835525"/>
          </a:xfrm>
        </p:spPr>
        <p:txBody>
          <a:bodyPr/>
          <a:lstStyle/>
          <a:p>
            <a:pPr eaLnBrk="1" hangingPunct="1"/>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chất</a:t>
            </a:r>
            <a:r>
              <a:rPr lang="en-US" altLang="en-US" dirty="0">
                <a:latin typeface="Times New Roman" panose="02020603050405020304" pitchFamily="18" charset="0"/>
                <a:cs typeface="Times New Roman" panose="02020603050405020304" pitchFamily="18" charset="0"/>
              </a:rPr>
              <a:t>: </a:t>
            </a:r>
          </a:p>
          <a:p>
            <a:pPr lvl="1"/>
            <a:r>
              <a:rPr lang="en-US" altLang="en-US" dirty="0" err="1">
                <a:latin typeface="Times New Roman" panose="02020603050405020304" pitchFamily="18" charset="0"/>
                <a:cs typeface="Times New Roman" panose="02020603050405020304" pitchFamily="18" charset="0"/>
              </a:rPr>
              <a:t>Giao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hoán</a:t>
            </a:r>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lvl="1"/>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endParaRPr lang="en-US" altLang="en-US" dirty="0">
              <a:latin typeface="Times New Roman" panose="02020603050405020304" pitchFamily="18" charset="0"/>
              <a:cs typeface="Times New Roman" panose="02020603050405020304" pitchFamily="18" charset="0"/>
            </a:endParaRPr>
          </a:p>
        </p:txBody>
      </p:sp>
      <p:sp>
        <p:nvSpPr>
          <p:cNvPr id="16388" name="Text Box 4"/>
          <p:cNvSpPr txBox="1">
            <a:spLocks noChangeArrowheads="1"/>
          </p:cNvSpPr>
          <p:nvPr/>
        </p:nvSpPr>
        <p:spPr bwMode="auto">
          <a:xfrm>
            <a:off x="3026979" y="2133600"/>
            <a:ext cx="3657600"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2800" dirty="0">
                <a:latin typeface="Times New Roman" panose="02020603050405020304" pitchFamily="18" charset="0"/>
                <a:cs typeface="Times New Roman" panose="02020603050405020304" pitchFamily="18" charset="0"/>
              </a:rPr>
              <a:t>R </a:t>
            </a:r>
            <a:r>
              <a:rPr lang="en-US" altLang="en-US" sz="2800" b="1" dirty="0">
                <a:latin typeface="Times New Roman" panose="02020603050405020304" pitchFamily="18" charset="0"/>
                <a:cs typeface="Times New Roman" panose="02020603050405020304" pitchFamily="18" charset="0"/>
                <a:sym typeface="Symbol" pitchFamily="18" charset="2"/>
              </a:rPr>
              <a:t></a:t>
            </a:r>
            <a:r>
              <a:rPr lang="en-US" altLang="en-US" sz="2800" dirty="0">
                <a:latin typeface="Times New Roman" panose="02020603050405020304" pitchFamily="18" charset="0"/>
                <a:cs typeface="Times New Roman" panose="02020603050405020304" pitchFamily="18" charset="0"/>
              </a:rPr>
              <a:t> S = S </a:t>
            </a:r>
            <a:r>
              <a:rPr lang="en-US" altLang="en-US" sz="2800" b="1" dirty="0">
                <a:latin typeface="Times New Roman" panose="02020603050405020304" pitchFamily="18" charset="0"/>
                <a:cs typeface="Times New Roman" panose="02020603050405020304" pitchFamily="18" charset="0"/>
                <a:sym typeface="Symbol" pitchFamily="18" charset="2"/>
              </a:rPr>
              <a:t></a:t>
            </a:r>
            <a:r>
              <a:rPr lang="en-US" altLang="en-US" sz="2800" dirty="0">
                <a:latin typeface="Times New Roman" panose="02020603050405020304" pitchFamily="18" charset="0"/>
                <a:cs typeface="Times New Roman" panose="02020603050405020304" pitchFamily="18" charset="0"/>
              </a:rPr>
              <a:t> R</a:t>
            </a:r>
          </a:p>
          <a:p>
            <a:pPr eaLnBrk="1" hangingPunct="1"/>
            <a:r>
              <a:rPr lang="en-US" altLang="en-US" sz="2800" dirty="0">
                <a:latin typeface="Times New Roman" panose="02020603050405020304" pitchFamily="18" charset="0"/>
                <a:cs typeface="Times New Roman" panose="02020603050405020304" pitchFamily="18" charset="0"/>
              </a:rPr>
              <a:t>R </a:t>
            </a:r>
            <a:r>
              <a:rPr lang="en-US" altLang="en-US" sz="2800" b="1" dirty="0">
                <a:latin typeface="Times New Roman" panose="02020603050405020304" pitchFamily="18" charset="0"/>
                <a:cs typeface="Times New Roman" panose="02020603050405020304" pitchFamily="18" charset="0"/>
                <a:sym typeface="Symbol" pitchFamily="18" charset="2"/>
              </a:rPr>
              <a:t></a:t>
            </a:r>
            <a:r>
              <a:rPr lang="en-US" altLang="en-US" sz="2800" dirty="0">
                <a:latin typeface="Times New Roman" panose="02020603050405020304" pitchFamily="18" charset="0"/>
                <a:cs typeface="Times New Roman" panose="02020603050405020304" pitchFamily="18" charset="0"/>
              </a:rPr>
              <a:t> S = S </a:t>
            </a:r>
            <a:r>
              <a:rPr lang="en-US" altLang="en-US" sz="2800" b="1" dirty="0">
                <a:latin typeface="Times New Roman" panose="02020603050405020304" pitchFamily="18" charset="0"/>
                <a:cs typeface="Times New Roman" panose="02020603050405020304" pitchFamily="18" charset="0"/>
                <a:sym typeface="Symbol" pitchFamily="18" charset="2"/>
              </a:rPr>
              <a:t></a:t>
            </a:r>
            <a:r>
              <a:rPr lang="en-US" altLang="en-US" sz="2800" dirty="0">
                <a:latin typeface="Times New Roman" panose="02020603050405020304" pitchFamily="18" charset="0"/>
                <a:cs typeface="Times New Roman" panose="02020603050405020304" pitchFamily="18" charset="0"/>
              </a:rPr>
              <a:t> R</a:t>
            </a:r>
          </a:p>
        </p:txBody>
      </p:sp>
      <p:sp>
        <p:nvSpPr>
          <p:cNvPr id="16389" name="Text Box 5"/>
          <p:cNvSpPr txBox="1">
            <a:spLocks noChangeArrowheads="1"/>
          </p:cNvSpPr>
          <p:nvPr/>
        </p:nvSpPr>
        <p:spPr bwMode="auto">
          <a:xfrm>
            <a:off x="2286000" y="4267200"/>
            <a:ext cx="6019800" cy="116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2800" dirty="0">
                <a:latin typeface="Times New Roman" panose="02020603050405020304" pitchFamily="18" charset="0"/>
                <a:cs typeface="Times New Roman" panose="02020603050405020304" pitchFamily="18" charset="0"/>
              </a:rPr>
              <a:t>R </a:t>
            </a:r>
            <a:r>
              <a:rPr lang="en-US" altLang="en-US" sz="2800" b="1" dirty="0">
                <a:latin typeface="Times New Roman" panose="02020603050405020304" pitchFamily="18" charset="0"/>
                <a:cs typeface="Times New Roman" panose="02020603050405020304" pitchFamily="18" charset="0"/>
                <a:sym typeface="Symbol" pitchFamily="18" charset="2"/>
              </a:rPr>
              <a:t></a:t>
            </a:r>
            <a:r>
              <a:rPr lang="en-US" altLang="en-US" sz="2800" dirty="0">
                <a:latin typeface="Times New Roman" panose="02020603050405020304" pitchFamily="18" charset="0"/>
                <a:cs typeface="Times New Roman" panose="02020603050405020304" pitchFamily="18" charset="0"/>
              </a:rPr>
              <a:t> (S </a:t>
            </a:r>
            <a:r>
              <a:rPr lang="en-US" altLang="en-US" sz="2800" b="1" dirty="0">
                <a:latin typeface="Times New Roman" panose="02020603050405020304" pitchFamily="18" charset="0"/>
                <a:cs typeface="Times New Roman" panose="02020603050405020304" pitchFamily="18" charset="0"/>
                <a:sym typeface="Symbol" pitchFamily="18" charset="2"/>
              </a:rPr>
              <a:t></a:t>
            </a:r>
            <a:r>
              <a:rPr lang="en-US" altLang="en-US" sz="2800" dirty="0">
                <a:latin typeface="Times New Roman" panose="02020603050405020304" pitchFamily="18" charset="0"/>
                <a:cs typeface="Times New Roman" panose="02020603050405020304" pitchFamily="18" charset="0"/>
              </a:rPr>
              <a:t> T) = (R </a:t>
            </a:r>
            <a:r>
              <a:rPr lang="en-US" altLang="en-US" sz="2800" b="1" dirty="0">
                <a:latin typeface="Times New Roman" panose="02020603050405020304" pitchFamily="18" charset="0"/>
                <a:cs typeface="Times New Roman" panose="02020603050405020304" pitchFamily="18" charset="0"/>
                <a:sym typeface="Symbol" pitchFamily="18" charset="2"/>
              </a:rPr>
              <a:t></a:t>
            </a:r>
            <a:r>
              <a:rPr lang="en-US" altLang="en-US" sz="2800" dirty="0">
                <a:latin typeface="Times New Roman" panose="02020603050405020304" pitchFamily="18" charset="0"/>
                <a:cs typeface="Times New Roman" panose="02020603050405020304" pitchFamily="18" charset="0"/>
              </a:rPr>
              <a:t> S) </a:t>
            </a:r>
            <a:r>
              <a:rPr lang="en-US" altLang="en-US" sz="2800" b="1" dirty="0">
                <a:latin typeface="Times New Roman" panose="02020603050405020304" pitchFamily="18" charset="0"/>
                <a:cs typeface="Times New Roman" panose="02020603050405020304" pitchFamily="18" charset="0"/>
                <a:sym typeface="Symbol" pitchFamily="18" charset="2"/>
              </a:rPr>
              <a:t></a:t>
            </a:r>
            <a:r>
              <a:rPr lang="en-US" altLang="en-US" sz="2800" dirty="0">
                <a:latin typeface="Times New Roman" panose="02020603050405020304" pitchFamily="18" charset="0"/>
                <a:cs typeface="Times New Roman" panose="02020603050405020304" pitchFamily="18" charset="0"/>
              </a:rPr>
              <a:t> T</a:t>
            </a:r>
          </a:p>
          <a:p>
            <a:pPr eaLnBrk="1" hangingPunct="1"/>
            <a:r>
              <a:rPr lang="en-US" altLang="en-US" sz="2800" dirty="0">
                <a:latin typeface="Times New Roman" panose="02020603050405020304" pitchFamily="18" charset="0"/>
                <a:cs typeface="Times New Roman" panose="02020603050405020304" pitchFamily="18" charset="0"/>
              </a:rPr>
              <a:t>R </a:t>
            </a:r>
            <a:r>
              <a:rPr lang="en-US" altLang="en-US" sz="2800" b="1" dirty="0">
                <a:latin typeface="Times New Roman" panose="02020603050405020304" pitchFamily="18" charset="0"/>
                <a:cs typeface="Times New Roman" panose="02020603050405020304" pitchFamily="18" charset="0"/>
                <a:sym typeface="Symbol" pitchFamily="18" charset="2"/>
              </a:rPr>
              <a:t></a:t>
            </a:r>
            <a:r>
              <a:rPr lang="en-US" altLang="en-US" sz="2800" dirty="0">
                <a:latin typeface="Times New Roman" panose="02020603050405020304" pitchFamily="18" charset="0"/>
                <a:cs typeface="Times New Roman" panose="02020603050405020304" pitchFamily="18" charset="0"/>
              </a:rPr>
              <a:t> (S </a:t>
            </a:r>
            <a:r>
              <a:rPr lang="en-US" altLang="en-US" sz="2800" b="1" dirty="0">
                <a:latin typeface="Times New Roman" panose="02020603050405020304" pitchFamily="18" charset="0"/>
                <a:cs typeface="Times New Roman" panose="02020603050405020304" pitchFamily="18" charset="0"/>
                <a:sym typeface="Symbol" pitchFamily="18" charset="2"/>
              </a:rPr>
              <a:t></a:t>
            </a:r>
            <a:r>
              <a:rPr lang="en-US" altLang="en-US" sz="2800" dirty="0">
                <a:latin typeface="Times New Roman" panose="02020603050405020304" pitchFamily="18" charset="0"/>
                <a:cs typeface="Times New Roman" panose="02020603050405020304" pitchFamily="18" charset="0"/>
                <a:sym typeface="Symbol" pitchFamily="18" charset="2"/>
              </a:rPr>
              <a:t> T)</a:t>
            </a:r>
            <a:r>
              <a:rPr lang="en-US" altLang="en-US" sz="2800" dirty="0">
                <a:latin typeface="Times New Roman" panose="02020603050405020304" pitchFamily="18" charset="0"/>
                <a:cs typeface="Times New Roman" panose="02020603050405020304" pitchFamily="18" charset="0"/>
              </a:rPr>
              <a:t> = (R </a:t>
            </a:r>
            <a:r>
              <a:rPr lang="en-US" altLang="en-US" sz="2800" b="1" dirty="0">
                <a:latin typeface="Times New Roman" panose="02020603050405020304" pitchFamily="18" charset="0"/>
                <a:cs typeface="Times New Roman" panose="02020603050405020304" pitchFamily="18" charset="0"/>
                <a:sym typeface="Symbol" pitchFamily="18" charset="2"/>
              </a:rPr>
              <a:t></a:t>
            </a:r>
            <a:r>
              <a:rPr lang="en-US" altLang="en-US" sz="2800" dirty="0">
                <a:latin typeface="Times New Roman" panose="02020603050405020304" pitchFamily="18" charset="0"/>
                <a:cs typeface="Times New Roman" panose="02020603050405020304" pitchFamily="18" charset="0"/>
              </a:rPr>
              <a:t> S) </a:t>
            </a:r>
            <a:r>
              <a:rPr lang="en-US" altLang="en-US" sz="2800" b="1" dirty="0">
                <a:latin typeface="Times New Roman" panose="02020603050405020304" pitchFamily="18" charset="0"/>
                <a:cs typeface="Times New Roman" panose="02020603050405020304" pitchFamily="18" charset="0"/>
                <a:sym typeface="Symbol" pitchFamily="18" charset="2"/>
              </a:rPr>
              <a:t></a:t>
            </a:r>
            <a:r>
              <a:rPr lang="en-US" altLang="en-US" sz="2800" dirty="0">
                <a:latin typeface="Times New Roman" panose="02020603050405020304" pitchFamily="18" charset="0"/>
                <a:cs typeface="Times New Roman" panose="02020603050405020304" pitchFamily="18" charset="0"/>
                <a:sym typeface="Symbol" pitchFamily="18" charset="2"/>
              </a:rPr>
              <a:t> T</a:t>
            </a: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10</a:t>
            </a:fld>
            <a:endParaRPr lang="en-US" altLang="en-US"/>
          </a:p>
        </p:txBody>
      </p:sp>
    </p:spTree>
    <p:extLst>
      <p:ext uri="{BB962C8B-B14F-4D97-AF65-F5344CB8AC3E}">
        <p14:creationId xmlns:p14="http://schemas.microsoft.com/office/powerpoint/2010/main" val="4155383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467" name="Line 179"/>
          <p:cNvSpPr>
            <a:spLocks noChangeShapeType="1"/>
          </p:cNvSpPr>
          <p:nvPr/>
        </p:nvSpPr>
        <p:spPr bwMode="auto">
          <a:xfrm flipH="1">
            <a:off x="6781800" y="5912069"/>
            <a:ext cx="1371600"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3315" name="Rectangle 2"/>
          <p:cNvSpPr>
            <a:spLocks noGrp="1" noChangeArrowheads="1"/>
          </p:cNvSpPr>
          <p:nvPr>
            <p:ph type="title"/>
          </p:nvPr>
        </p:nvSpPr>
        <p:spPr>
          <a:xfrm>
            <a:off x="457200" y="354013"/>
            <a:ext cx="82296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3.1.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hợp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Symbol" pitchFamily="18" charset="2"/>
              </a:rPr>
              <a:t> (Union)</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13316" name="Rectangle 3"/>
          <p:cNvSpPr>
            <a:spLocks noGrp="1" noChangeArrowheads="1"/>
          </p:cNvSpPr>
          <p:nvPr>
            <p:ph sz="quarter" idx="1"/>
          </p:nvPr>
        </p:nvSpPr>
        <p:spPr>
          <a:xfrm>
            <a:off x="381000" y="1295400"/>
            <a:ext cx="7924800" cy="5105400"/>
          </a:xfrm>
        </p:spPr>
        <p:txBody>
          <a:bodyPr/>
          <a:lstStyle/>
          <a:p>
            <a:pPr algn="just" eaLnBrk="1" hangingPunct="1"/>
            <a:r>
              <a:rPr lang="en-US" altLang="en-US" dirty="0">
                <a:latin typeface="Times New Roman" panose="02020603050405020304" pitchFamily="18" charset="0"/>
                <a:cs typeface="Times New Roman" panose="02020603050405020304" pitchFamily="18" charset="0"/>
              </a:rPr>
              <a:t>Cho 2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R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S </a:t>
            </a:r>
            <a:r>
              <a:rPr lang="en-US" altLang="en-US" dirty="0" err="1">
                <a:latin typeface="Times New Roman" panose="02020603050405020304" pitchFamily="18" charset="0"/>
                <a:cs typeface="Times New Roman" panose="02020603050405020304" pitchFamily="18" charset="0"/>
              </a:rPr>
              <a:t>khả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endParaRPr lang="en-US" altLang="en-US" dirty="0">
              <a:latin typeface="Times New Roman" panose="02020603050405020304" pitchFamily="18" charset="0"/>
              <a:cs typeface="Times New Roman" panose="02020603050405020304" pitchFamily="18" charset="0"/>
            </a:endParaRPr>
          </a:p>
          <a:p>
            <a:pPr algn="just" eaLnBrk="1" hangingPunct="1"/>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R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S</a:t>
            </a:r>
          </a:p>
          <a:p>
            <a:pPr lvl="1" algn="just" eaLnBrk="1" hangingPunct="1"/>
            <a:r>
              <a:rPr lang="en-US" altLang="en-US" dirty="0" err="1">
                <a:latin typeface="Times New Roman" panose="02020603050405020304" pitchFamily="18" charset="0"/>
                <a:cs typeface="Times New Roman" panose="02020603050405020304" pitchFamily="18" charset="0"/>
              </a:rPr>
              <a:t>Ký</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hiệu</a:t>
            </a:r>
            <a:r>
              <a:rPr lang="en-US" altLang="en-US" dirty="0">
                <a:latin typeface="Times New Roman" panose="02020603050405020304" pitchFamily="18" charset="0"/>
                <a:cs typeface="Times New Roman" panose="02020603050405020304" pitchFamily="18" charset="0"/>
              </a:rPr>
              <a:t> R </a:t>
            </a:r>
            <a:r>
              <a:rPr lang="en-US" altLang="en-US"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rPr>
              <a:t> S</a:t>
            </a:r>
          </a:p>
          <a:p>
            <a:pPr lvl="1" algn="just" eaLnBrk="1" hangingPunct="1"/>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một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gồm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thuộc</a:t>
            </a:r>
            <a:r>
              <a:rPr lang="en-US" altLang="en-US" dirty="0">
                <a:solidFill>
                  <a:srgbClr val="FF0000"/>
                </a:solidFill>
                <a:latin typeface="Times New Roman" panose="02020603050405020304" pitchFamily="18" charset="0"/>
                <a:cs typeface="Times New Roman" panose="02020603050405020304" pitchFamily="18" charset="0"/>
              </a:rPr>
              <a:t> R </a:t>
            </a:r>
            <a:r>
              <a:rPr lang="en-US" altLang="en-US" dirty="0" err="1">
                <a:solidFill>
                  <a:srgbClr val="FF0000"/>
                </a:solidFill>
                <a:latin typeface="Times New Roman" panose="02020603050405020304" pitchFamily="18" charset="0"/>
                <a:cs typeface="Times New Roman" panose="02020603050405020304" pitchFamily="18" charset="0"/>
              </a:rPr>
              <a:t>hoặc</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thuộc</a:t>
            </a:r>
            <a:r>
              <a:rPr lang="en-US" altLang="en-US" dirty="0">
                <a:solidFill>
                  <a:srgbClr val="FF0000"/>
                </a:solidFill>
                <a:latin typeface="Times New Roman" panose="02020603050405020304" pitchFamily="18" charset="0"/>
                <a:cs typeface="Times New Roman" panose="02020603050405020304" pitchFamily="18" charset="0"/>
              </a:rPr>
              <a:t> S</a:t>
            </a:r>
            <a:r>
              <a:rPr lang="en-US" altLang="en-US" dirty="0">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hoặc</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cả</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hai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trùng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lắp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sẽ</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bị</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bỏ</a:t>
            </a:r>
            <a:r>
              <a:rPr lang="en-US" altLang="en-US" dirty="0">
                <a:latin typeface="Times New Roman" panose="02020603050405020304" pitchFamily="18" charset="0"/>
                <a:cs typeface="Times New Roman" panose="02020603050405020304" pitchFamily="18" charset="0"/>
              </a:rPr>
              <a:t>)</a:t>
            </a:r>
          </a:p>
          <a:p>
            <a:pPr algn="just" eaLnBrk="1" hangingPunct="1"/>
            <a:endParaRPr lang="en-US" altLang="en-US" dirty="0">
              <a:latin typeface="Times New Roman" panose="02020603050405020304" pitchFamily="18" charset="0"/>
              <a:cs typeface="Times New Roman" panose="02020603050405020304" pitchFamily="18" charset="0"/>
            </a:endParaRPr>
          </a:p>
          <a:p>
            <a:pPr algn="just" eaLnBrk="1" hangingPunct="1"/>
            <a:r>
              <a:rPr lang="en-US" altLang="en-US" dirty="0" err="1">
                <a:latin typeface="Times New Roman" panose="02020603050405020304" pitchFamily="18" charset="0"/>
                <a:cs typeface="Times New Roman" panose="02020603050405020304" pitchFamily="18" charset="0"/>
              </a:rPr>
              <a:t>Ví</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dụ</a:t>
            </a:r>
            <a:endParaRPr lang="en-US" altLang="en-US" dirty="0">
              <a:latin typeface="Times New Roman" panose="02020603050405020304" pitchFamily="18" charset="0"/>
              <a:cs typeface="Times New Roman" panose="02020603050405020304" pitchFamily="18" charset="0"/>
            </a:endParaRPr>
          </a:p>
        </p:txBody>
      </p:sp>
      <p:sp>
        <p:nvSpPr>
          <p:cNvPr id="13317" name="Text Box 58"/>
          <p:cNvSpPr txBox="1">
            <a:spLocks noChangeArrowheads="1"/>
          </p:cNvSpPr>
          <p:nvPr/>
        </p:nvSpPr>
        <p:spPr bwMode="auto">
          <a:xfrm>
            <a:off x="2133600" y="3505200"/>
            <a:ext cx="4038600" cy="439738"/>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2200" dirty="0">
                <a:latin typeface="Times New Roman" panose="02020603050405020304" pitchFamily="18" charset="0"/>
                <a:cs typeface="Times New Roman" panose="02020603050405020304" pitchFamily="18" charset="0"/>
              </a:rPr>
              <a:t>R </a:t>
            </a:r>
            <a:r>
              <a:rPr lang="en-US" altLang="en-US" sz="2200" b="1"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rPr>
              <a:t> S = { t / </a:t>
            </a:r>
            <a:r>
              <a:rPr lang="en-US" altLang="en-US" sz="2200" dirty="0" err="1">
                <a:latin typeface="Times New Roman" panose="02020603050405020304" pitchFamily="18" charset="0"/>
                <a:cs typeface="Times New Roman" panose="02020603050405020304" pitchFamily="18" charset="0"/>
              </a:rPr>
              <a:t>t</a:t>
            </a:r>
            <a:r>
              <a:rPr lang="en-US" altLang="en-US" sz="2200" b="1" dirty="0" err="1">
                <a:latin typeface="Times New Roman" panose="02020603050405020304" pitchFamily="18" charset="0"/>
                <a:cs typeface="Times New Roman" panose="02020603050405020304" pitchFamily="18" charset="0"/>
                <a:sym typeface="Symbol" pitchFamily="18" charset="2"/>
              </a:rPr>
              <a:t></a:t>
            </a:r>
            <a:r>
              <a:rPr lang="en-US" altLang="en-US" sz="2200" dirty="0" err="1">
                <a:latin typeface="Times New Roman" panose="02020603050405020304" pitchFamily="18" charset="0"/>
                <a:cs typeface="Times New Roman" panose="02020603050405020304" pitchFamily="18" charset="0"/>
                <a:sym typeface="Symbol" pitchFamily="18" charset="2"/>
              </a:rPr>
              <a:t>R</a:t>
            </a:r>
            <a:r>
              <a:rPr lang="en-US" altLang="en-US" sz="2200" dirty="0">
                <a:latin typeface="Times New Roman" panose="02020603050405020304" pitchFamily="18" charset="0"/>
                <a:cs typeface="Times New Roman" panose="02020603050405020304" pitchFamily="18" charset="0"/>
              </a:rPr>
              <a:t> </a:t>
            </a:r>
            <a:r>
              <a:rPr lang="en-US" altLang="en-US" sz="2200" b="1"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rPr>
              <a:t> </a:t>
            </a:r>
            <a:r>
              <a:rPr lang="en-US" altLang="en-US" sz="2200" dirty="0" err="1">
                <a:latin typeface="Times New Roman" panose="02020603050405020304" pitchFamily="18" charset="0"/>
                <a:cs typeface="Times New Roman" panose="02020603050405020304" pitchFamily="18" charset="0"/>
              </a:rPr>
              <a:t>t</a:t>
            </a:r>
            <a:r>
              <a:rPr lang="en-US" altLang="en-US" sz="2200" b="1" dirty="0" err="1">
                <a:latin typeface="Times New Roman" panose="02020603050405020304" pitchFamily="18" charset="0"/>
                <a:cs typeface="Times New Roman" panose="02020603050405020304" pitchFamily="18" charset="0"/>
                <a:sym typeface="Symbol" pitchFamily="18" charset="2"/>
              </a:rPr>
              <a:t></a:t>
            </a:r>
            <a:r>
              <a:rPr lang="en-US" altLang="en-US" sz="2200" dirty="0" err="1">
                <a:latin typeface="Times New Roman" panose="02020603050405020304" pitchFamily="18" charset="0"/>
                <a:cs typeface="Times New Roman" panose="02020603050405020304" pitchFamily="18" charset="0"/>
              </a:rPr>
              <a:t>S</a:t>
            </a:r>
            <a:r>
              <a:rPr lang="en-US" altLang="en-US" sz="2200" dirty="0">
                <a:latin typeface="Times New Roman" panose="02020603050405020304" pitchFamily="18" charset="0"/>
                <a:cs typeface="Times New Roman" panose="02020603050405020304" pitchFamily="18" charset="0"/>
              </a:rPr>
              <a:t> }</a:t>
            </a:r>
          </a:p>
        </p:txBody>
      </p:sp>
      <p:grpSp>
        <p:nvGrpSpPr>
          <p:cNvPr id="13318" name="Group 91"/>
          <p:cNvGrpSpPr>
            <a:grpSpLocks/>
          </p:cNvGrpSpPr>
          <p:nvPr/>
        </p:nvGrpSpPr>
        <p:grpSpPr bwMode="auto">
          <a:xfrm>
            <a:off x="2010103" y="4416972"/>
            <a:ext cx="1447800" cy="1371600"/>
            <a:chOff x="624" y="2880"/>
            <a:chExt cx="912" cy="864"/>
          </a:xfrm>
        </p:grpSpPr>
        <p:sp>
          <p:nvSpPr>
            <p:cNvPr id="13366" name="Line 60"/>
            <p:cNvSpPr>
              <a:spLocks noChangeShapeType="1"/>
            </p:cNvSpPr>
            <p:nvPr/>
          </p:nvSpPr>
          <p:spPr bwMode="auto">
            <a:xfrm>
              <a:off x="624" y="3072"/>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3367" name="Text Box 62"/>
            <p:cNvSpPr txBox="1">
              <a:spLocks noChangeArrowheads="1"/>
            </p:cNvSpPr>
            <p:nvPr/>
          </p:nvSpPr>
          <p:spPr bwMode="auto">
            <a:xfrm>
              <a:off x="960"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dirty="0">
                  <a:latin typeface="Times New Roman" panose="02020603050405020304" pitchFamily="18" charset="0"/>
                  <a:cs typeface="Times New Roman" panose="02020603050405020304" pitchFamily="18" charset="0"/>
                </a:rPr>
                <a:t>A</a:t>
              </a:r>
            </a:p>
          </p:txBody>
        </p:sp>
        <p:sp>
          <p:nvSpPr>
            <p:cNvPr id="13368" name="Text Box 63"/>
            <p:cNvSpPr txBox="1">
              <a:spLocks noChangeArrowheads="1"/>
            </p:cNvSpPr>
            <p:nvPr/>
          </p:nvSpPr>
          <p:spPr bwMode="auto">
            <a:xfrm>
              <a:off x="1248"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B</a:t>
              </a:r>
            </a:p>
          </p:txBody>
        </p:sp>
        <p:sp>
          <p:nvSpPr>
            <p:cNvPr id="13369" name="Text Box 67"/>
            <p:cNvSpPr txBox="1">
              <a:spLocks noChangeArrowheads="1"/>
            </p:cNvSpPr>
            <p:nvPr/>
          </p:nvSpPr>
          <p:spPr bwMode="auto">
            <a:xfrm>
              <a:off x="960" y="31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3370" name="Line 80"/>
            <p:cNvSpPr>
              <a:spLocks noChangeShapeType="1"/>
            </p:cNvSpPr>
            <p:nvPr/>
          </p:nvSpPr>
          <p:spPr bwMode="auto">
            <a:xfrm>
              <a:off x="624" y="2880"/>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3371" name="Line 81"/>
            <p:cNvSpPr>
              <a:spLocks noChangeShapeType="1"/>
            </p:cNvSpPr>
            <p:nvPr/>
          </p:nvSpPr>
          <p:spPr bwMode="auto">
            <a:xfrm>
              <a:off x="960" y="3744"/>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3372" name="Text Box 82"/>
            <p:cNvSpPr txBox="1">
              <a:spLocks noChangeArrowheads="1"/>
            </p:cNvSpPr>
            <p:nvPr/>
          </p:nvSpPr>
          <p:spPr bwMode="auto">
            <a:xfrm>
              <a:off x="624" y="2880"/>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latin typeface="Times New Roman" panose="02020603050405020304" pitchFamily="18" charset="0"/>
                  <a:cs typeface="Times New Roman" panose="02020603050405020304" pitchFamily="18" charset="0"/>
                </a:rPr>
                <a:t>R</a:t>
              </a:r>
            </a:p>
          </p:txBody>
        </p:sp>
        <p:sp>
          <p:nvSpPr>
            <p:cNvPr id="13373" name="Line 83"/>
            <p:cNvSpPr>
              <a:spLocks noChangeShapeType="1"/>
            </p:cNvSpPr>
            <p:nvPr/>
          </p:nvSpPr>
          <p:spPr bwMode="auto">
            <a:xfrm>
              <a:off x="624" y="2880"/>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3374" name="Text Box 84"/>
            <p:cNvSpPr txBox="1">
              <a:spLocks noChangeArrowheads="1"/>
            </p:cNvSpPr>
            <p:nvPr/>
          </p:nvSpPr>
          <p:spPr bwMode="auto">
            <a:xfrm>
              <a:off x="960" y="331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3375" name="Text Box 85"/>
            <p:cNvSpPr txBox="1">
              <a:spLocks noChangeArrowheads="1"/>
            </p:cNvSpPr>
            <p:nvPr/>
          </p:nvSpPr>
          <p:spPr bwMode="auto">
            <a:xfrm>
              <a:off x="960" y="350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grpSp>
          <p:nvGrpSpPr>
            <p:cNvPr id="13376" name="Group 87"/>
            <p:cNvGrpSpPr>
              <a:grpSpLocks/>
            </p:cNvGrpSpPr>
            <p:nvPr/>
          </p:nvGrpSpPr>
          <p:grpSpPr bwMode="auto">
            <a:xfrm>
              <a:off x="960" y="2880"/>
              <a:ext cx="576" cy="864"/>
              <a:chOff x="960" y="2880"/>
              <a:chExt cx="576" cy="1008"/>
            </a:xfrm>
          </p:grpSpPr>
          <p:sp>
            <p:nvSpPr>
              <p:cNvPr id="13380" name="Line 61"/>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3381" name="Line 79"/>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3382" name="Line 86"/>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grpSp>
        <p:sp>
          <p:nvSpPr>
            <p:cNvPr id="13377" name="Text Box 88"/>
            <p:cNvSpPr txBox="1">
              <a:spLocks noChangeArrowheads="1"/>
            </p:cNvSpPr>
            <p:nvPr/>
          </p:nvSpPr>
          <p:spPr bwMode="auto">
            <a:xfrm>
              <a:off x="1248" y="31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sp>
          <p:nvSpPr>
            <p:cNvPr id="13378" name="Text Box 89"/>
            <p:cNvSpPr txBox="1">
              <a:spLocks noChangeArrowheads="1"/>
            </p:cNvSpPr>
            <p:nvPr/>
          </p:nvSpPr>
          <p:spPr bwMode="auto">
            <a:xfrm>
              <a:off x="1248" y="331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a:t>
              </a:r>
            </a:p>
          </p:txBody>
        </p:sp>
        <p:sp>
          <p:nvSpPr>
            <p:cNvPr id="13379" name="Text Box 90"/>
            <p:cNvSpPr txBox="1">
              <a:spLocks noChangeArrowheads="1"/>
            </p:cNvSpPr>
            <p:nvPr/>
          </p:nvSpPr>
          <p:spPr bwMode="auto">
            <a:xfrm>
              <a:off x="1248" y="350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grpSp>
      <p:grpSp>
        <p:nvGrpSpPr>
          <p:cNvPr id="13319" name="Group 110"/>
          <p:cNvGrpSpPr>
            <a:grpSpLocks/>
          </p:cNvGrpSpPr>
          <p:nvPr/>
        </p:nvGrpSpPr>
        <p:grpSpPr bwMode="auto">
          <a:xfrm>
            <a:off x="4243552" y="4416972"/>
            <a:ext cx="1447800" cy="1066800"/>
            <a:chOff x="1728" y="2880"/>
            <a:chExt cx="912" cy="672"/>
          </a:xfrm>
        </p:grpSpPr>
        <p:sp>
          <p:nvSpPr>
            <p:cNvPr id="13351" name="Line 93"/>
            <p:cNvSpPr>
              <a:spLocks noChangeShapeType="1"/>
            </p:cNvSpPr>
            <p:nvPr/>
          </p:nvSpPr>
          <p:spPr bwMode="auto">
            <a:xfrm>
              <a:off x="1728" y="3072"/>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3352" name="Text Box 94"/>
            <p:cNvSpPr txBox="1">
              <a:spLocks noChangeArrowheads="1"/>
            </p:cNvSpPr>
            <p:nvPr/>
          </p:nvSpPr>
          <p:spPr bwMode="auto">
            <a:xfrm>
              <a:off x="2064"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a:t>
              </a:r>
            </a:p>
          </p:txBody>
        </p:sp>
        <p:sp>
          <p:nvSpPr>
            <p:cNvPr id="13353" name="Text Box 95"/>
            <p:cNvSpPr txBox="1">
              <a:spLocks noChangeArrowheads="1"/>
            </p:cNvSpPr>
            <p:nvPr/>
          </p:nvSpPr>
          <p:spPr bwMode="auto">
            <a:xfrm>
              <a:off x="2352"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B</a:t>
              </a:r>
            </a:p>
          </p:txBody>
        </p:sp>
        <p:sp>
          <p:nvSpPr>
            <p:cNvPr id="13354" name="Text Box 96"/>
            <p:cNvSpPr txBox="1">
              <a:spLocks noChangeArrowheads="1"/>
            </p:cNvSpPr>
            <p:nvPr/>
          </p:nvSpPr>
          <p:spPr bwMode="auto">
            <a:xfrm>
              <a:off x="2064" y="31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3355" name="Line 97"/>
            <p:cNvSpPr>
              <a:spLocks noChangeShapeType="1"/>
            </p:cNvSpPr>
            <p:nvPr/>
          </p:nvSpPr>
          <p:spPr bwMode="auto">
            <a:xfrm>
              <a:off x="1728" y="2880"/>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3356" name="Line 98"/>
            <p:cNvSpPr>
              <a:spLocks noChangeShapeType="1"/>
            </p:cNvSpPr>
            <p:nvPr/>
          </p:nvSpPr>
          <p:spPr bwMode="auto">
            <a:xfrm>
              <a:off x="2064" y="3552"/>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3357" name="Text Box 99"/>
            <p:cNvSpPr txBox="1">
              <a:spLocks noChangeArrowheads="1"/>
            </p:cNvSpPr>
            <p:nvPr/>
          </p:nvSpPr>
          <p:spPr bwMode="auto">
            <a:xfrm>
              <a:off x="1728" y="2880"/>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latin typeface="Times New Roman" panose="02020603050405020304" pitchFamily="18" charset="0"/>
                  <a:cs typeface="Times New Roman" panose="02020603050405020304" pitchFamily="18" charset="0"/>
                </a:rPr>
                <a:t>S</a:t>
              </a:r>
            </a:p>
          </p:txBody>
        </p:sp>
        <p:sp>
          <p:nvSpPr>
            <p:cNvPr id="13358" name="Line 100"/>
            <p:cNvSpPr>
              <a:spLocks noChangeShapeType="1"/>
            </p:cNvSpPr>
            <p:nvPr/>
          </p:nvSpPr>
          <p:spPr bwMode="auto">
            <a:xfrm>
              <a:off x="1728" y="2880"/>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3359" name="Text Box 102"/>
            <p:cNvSpPr txBox="1">
              <a:spLocks noChangeArrowheads="1"/>
            </p:cNvSpPr>
            <p:nvPr/>
          </p:nvSpPr>
          <p:spPr bwMode="auto">
            <a:xfrm>
              <a:off x="2064" y="331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grpSp>
          <p:nvGrpSpPr>
            <p:cNvPr id="13360" name="Group 103"/>
            <p:cNvGrpSpPr>
              <a:grpSpLocks/>
            </p:cNvGrpSpPr>
            <p:nvPr/>
          </p:nvGrpSpPr>
          <p:grpSpPr bwMode="auto">
            <a:xfrm>
              <a:off x="2064" y="2880"/>
              <a:ext cx="576" cy="672"/>
              <a:chOff x="960" y="2880"/>
              <a:chExt cx="576" cy="1008"/>
            </a:xfrm>
          </p:grpSpPr>
          <p:sp>
            <p:nvSpPr>
              <p:cNvPr id="13363" name="Line 104"/>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3364" name="Line 105"/>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3365" name="Line 106"/>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grpSp>
        <p:sp>
          <p:nvSpPr>
            <p:cNvPr id="13361" name="Text Box 107"/>
            <p:cNvSpPr txBox="1">
              <a:spLocks noChangeArrowheads="1"/>
            </p:cNvSpPr>
            <p:nvPr/>
          </p:nvSpPr>
          <p:spPr bwMode="auto">
            <a:xfrm>
              <a:off x="2352" y="31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a:t>
              </a:r>
            </a:p>
          </p:txBody>
        </p:sp>
        <p:sp>
          <p:nvSpPr>
            <p:cNvPr id="13362" name="Text Box 109"/>
            <p:cNvSpPr txBox="1">
              <a:spLocks noChangeArrowheads="1"/>
            </p:cNvSpPr>
            <p:nvPr/>
          </p:nvSpPr>
          <p:spPr bwMode="auto">
            <a:xfrm>
              <a:off x="2352" y="331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3</a:t>
              </a:r>
            </a:p>
          </p:txBody>
        </p:sp>
      </p:grpSp>
      <p:grpSp>
        <p:nvGrpSpPr>
          <p:cNvPr id="396436" name="Group 148"/>
          <p:cNvGrpSpPr>
            <a:grpSpLocks/>
          </p:cNvGrpSpPr>
          <p:nvPr/>
        </p:nvGrpSpPr>
        <p:grpSpPr bwMode="auto">
          <a:xfrm>
            <a:off x="6172200" y="4495800"/>
            <a:ext cx="1752600" cy="1295400"/>
            <a:chOff x="3312" y="2832"/>
            <a:chExt cx="1104" cy="816"/>
          </a:xfrm>
        </p:grpSpPr>
        <p:sp>
          <p:nvSpPr>
            <p:cNvPr id="13335" name="Line 149"/>
            <p:cNvSpPr>
              <a:spLocks noChangeShapeType="1"/>
            </p:cNvSpPr>
            <p:nvPr/>
          </p:nvSpPr>
          <p:spPr bwMode="auto">
            <a:xfrm>
              <a:off x="3360" y="3024"/>
              <a:ext cx="10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3336" name="Text Box 150"/>
            <p:cNvSpPr txBox="1">
              <a:spLocks noChangeArrowheads="1"/>
            </p:cNvSpPr>
            <p:nvPr/>
          </p:nvSpPr>
          <p:spPr bwMode="auto">
            <a:xfrm>
              <a:off x="3840" y="283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a:t>
              </a:r>
            </a:p>
          </p:txBody>
        </p:sp>
        <p:sp>
          <p:nvSpPr>
            <p:cNvPr id="13337" name="Text Box 151"/>
            <p:cNvSpPr txBox="1">
              <a:spLocks noChangeArrowheads="1"/>
            </p:cNvSpPr>
            <p:nvPr/>
          </p:nvSpPr>
          <p:spPr bwMode="auto">
            <a:xfrm>
              <a:off x="4128" y="283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B</a:t>
              </a:r>
            </a:p>
          </p:txBody>
        </p:sp>
        <p:sp>
          <p:nvSpPr>
            <p:cNvPr id="13338" name="Text Box 152"/>
            <p:cNvSpPr txBox="1">
              <a:spLocks noChangeArrowheads="1"/>
            </p:cNvSpPr>
            <p:nvPr/>
          </p:nvSpPr>
          <p:spPr bwMode="auto">
            <a:xfrm>
              <a:off x="3840" y="307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3339" name="Line 153"/>
            <p:cNvSpPr>
              <a:spLocks noChangeShapeType="1"/>
            </p:cNvSpPr>
            <p:nvPr/>
          </p:nvSpPr>
          <p:spPr bwMode="auto">
            <a:xfrm>
              <a:off x="3360" y="2832"/>
              <a:ext cx="10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3340" name="Text Box 154"/>
            <p:cNvSpPr txBox="1">
              <a:spLocks noChangeArrowheads="1"/>
            </p:cNvSpPr>
            <p:nvPr/>
          </p:nvSpPr>
          <p:spPr bwMode="auto">
            <a:xfrm>
              <a:off x="3312" y="2832"/>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latin typeface="Times New Roman" panose="02020603050405020304" pitchFamily="18" charset="0"/>
                  <a:cs typeface="Times New Roman" panose="02020603050405020304" pitchFamily="18" charset="0"/>
                </a:rPr>
                <a:t>R </a:t>
              </a:r>
              <a:r>
                <a:rPr lang="en-US" altLang="en-US" sz="1400" b="1">
                  <a:latin typeface="Times New Roman" panose="02020603050405020304" pitchFamily="18" charset="0"/>
                  <a:cs typeface="Times New Roman" panose="02020603050405020304" pitchFamily="18" charset="0"/>
                  <a:sym typeface="Symbol" pitchFamily="18" charset="2"/>
                </a:rPr>
                <a:t> </a:t>
              </a:r>
              <a:r>
                <a:rPr lang="en-US" altLang="en-US" sz="1400" b="1">
                  <a:latin typeface="Times New Roman" panose="02020603050405020304" pitchFamily="18" charset="0"/>
                  <a:cs typeface="Times New Roman" panose="02020603050405020304" pitchFamily="18" charset="0"/>
                </a:rPr>
                <a:t>S</a:t>
              </a:r>
            </a:p>
          </p:txBody>
        </p:sp>
        <p:sp>
          <p:nvSpPr>
            <p:cNvPr id="13341" name="Line 155"/>
            <p:cNvSpPr>
              <a:spLocks noChangeShapeType="1"/>
            </p:cNvSpPr>
            <p:nvPr/>
          </p:nvSpPr>
          <p:spPr bwMode="auto">
            <a:xfrm>
              <a:off x="3360" y="2832"/>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3342" name="Text Box 156"/>
            <p:cNvSpPr txBox="1">
              <a:spLocks noChangeArrowheads="1"/>
            </p:cNvSpPr>
            <p:nvPr/>
          </p:nvSpPr>
          <p:spPr bwMode="auto">
            <a:xfrm>
              <a:off x="3840" y="326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3343" name="Text Box 157"/>
            <p:cNvSpPr txBox="1">
              <a:spLocks noChangeArrowheads="1"/>
            </p:cNvSpPr>
            <p:nvPr/>
          </p:nvSpPr>
          <p:spPr bwMode="auto">
            <a:xfrm>
              <a:off x="3840" y="345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grpSp>
          <p:nvGrpSpPr>
            <p:cNvPr id="13344" name="Group 158"/>
            <p:cNvGrpSpPr>
              <a:grpSpLocks/>
            </p:cNvGrpSpPr>
            <p:nvPr/>
          </p:nvGrpSpPr>
          <p:grpSpPr bwMode="auto">
            <a:xfrm>
              <a:off x="3840" y="2832"/>
              <a:ext cx="576" cy="768"/>
              <a:chOff x="960" y="2880"/>
              <a:chExt cx="576" cy="1008"/>
            </a:xfrm>
          </p:grpSpPr>
          <p:sp>
            <p:nvSpPr>
              <p:cNvPr id="13348" name="Line 159"/>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3349" name="Line 160"/>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3350" name="Line 161"/>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grpSp>
        <p:sp>
          <p:nvSpPr>
            <p:cNvPr id="13345" name="Text Box 162"/>
            <p:cNvSpPr txBox="1">
              <a:spLocks noChangeArrowheads="1"/>
            </p:cNvSpPr>
            <p:nvPr/>
          </p:nvSpPr>
          <p:spPr bwMode="auto">
            <a:xfrm>
              <a:off x="4128" y="307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sp>
          <p:nvSpPr>
            <p:cNvPr id="13346" name="Text Box 163"/>
            <p:cNvSpPr txBox="1">
              <a:spLocks noChangeArrowheads="1"/>
            </p:cNvSpPr>
            <p:nvPr/>
          </p:nvSpPr>
          <p:spPr bwMode="auto">
            <a:xfrm>
              <a:off x="4128" y="326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a:t>
              </a:r>
            </a:p>
          </p:txBody>
        </p:sp>
        <p:sp>
          <p:nvSpPr>
            <p:cNvPr id="13347" name="Text Box 164"/>
            <p:cNvSpPr txBox="1">
              <a:spLocks noChangeArrowheads="1"/>
            </p:cNvSpPr>
            <p:nvPr/>
          </p:nvSpPr>
          <p:spPr bwMode="auto">
            <a:xfrm>
              <a:off x="4128" y="345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grpSp>
      <p:grpSp>
        <p:nvGrpSpPr>
          <p:cNvPr id="396453" name="Group 165"/>
          <p:cNvGrpSpPr>
            <a:grpSpLocks/>
          </p:cNvGrpSpPr>
          <p:nvPr/>
        </p:nvGrpSpPr>
        <p:grpSpPr bwMode="auto">
          <a:xfrm>
            <a:off x="7010400" y="5943600"/>
            <a:ext cx="914400" cy="381000"/>
            <a:chOff x="3840" y="3792"/>
            <a:chExt cx="576" cy="240"/>
          </a:xfrm>
        </p:grpSpPr>
        <p:sp>
          <p:nvSpPr>
            <p:cNvPr id="13328" name="Line 166"/>
            <p:cNvSpPr>
              <a:spLocks noChangeShapeType="1"/>
            </p:cNvSpPr>
            <p:nvPr/>
          </p:nvSpPr>
          <p:spPr bwMode="auto">
            <a:xfrm>
              <a:off x="3840" y="4032"/>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3329" name="Text Box 167"/>
            <p:cNvSpPr txBox="1">
              <a:spLocks noChangeArrowheads="1"/>
            </p:cNvSpPr>
            <p:nvPr/>
          </p:nvSpPr>
          <p:spPr bwMode="auto">
            <a:xfrm>
              <a:off x="3840" y="384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dirty="0">
                  <a:latin typeface="Times New Roman" panose="02020603050405020304" pitchFamily="18" charset="0"/>
                  <a:cs typeface="Times New Roman" panose="02020603050405020304" pitchFamily="18" charset="0"/>
                  <a:sym typeface="Symbol" pitchFamily="18" charset="2"/>
                </a:rPr>
                <a:t></a:t>
              </a:r>
            </a:p>
          </p:txBody>
        </p:sp>
        <p:sp>
          <p:nvSpPr>
            <p:cNvPr id="13330" name="Text Box 168"/>
            <p:cNvSpPr txBox="1">
              <a:spLocks noChangeArrowheads="1"/>
            </p:cNvSpPr>
            <p:nvPr/>
          </p:nvSpPr>
          <p:spPr bwMode="auto">
            <a:xfrm>
              <a:off x="4128" y="384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3</a:t>
              </a:r>
            </a:p>
          </p:txBody>
        </p:sp>
        <p:grpSp>
          <p:nvGrpSpPr>
            <p:cNvPr id="13331" name="Group 169"/>
            <p:cNvGrpSpPr>
              <a:grpSpLocks/>
            </p:cNvGrpSpPr>
            <p:nvPr/>
          </p:nvGrpSpPr>
          <p:grpSpPr bwMode="auto">
            <a:xfrm>
              <a:off x="3840" y="3792"/>
              <a:ext cx="576" cy="240"/>
              <a:chOff x="960" y="2880"/>
              <a:chExt cx="576" cy="1008"/>
            </a:xfrm>
          </p:grpSpPr>
          <p:sp>
            <p:nvSpPr>
              <p:cNvPr id="13332" name="Line 170"/>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3333" name="Line 171"/>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3334" name="Line 172"/>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dirty="0">
                  <a:latin typeface="Times New Roman" panose="02020603050405020304" pitchFamily="18" charset="0"/>
                  <a:cs typeface="Times New Roman" panose="02020603050405020304" pitchFamily="18" charset="0"/>
                </a:endParaRPr>
              </a:p>
            </p:txBody>
          </p:sp>
        </p:grpSp>
      </p:grpSp>
      <p:grpSp>
        <p:nvGrpSpPr>
          <p:cNvPr id="396461" name="Group 173"/>
          <p:cNvGrpSpPr>
            <a:grpSpLocks/>
          </p:cNvGrpSpPr>
          <p:nvPr/>
        </p:nvGrpSpPr>
        <p:grpSpPr bwMode="auto">
          <a:xfrm>
            <a:off x="7010400" y="5638800"/>
            <a:ext cx="914400" cy="381000"/>
            <a:chOff x="3840" y="3600"/>
            <a:chExt cx="576" cy="240"/>
          </a:xfrm>
        </p:grpSpPr>
        <p:sp>
          <p:nvSpPr>
            <p:cNvPr id="13323" name="Text Box 174"/>
            <p:cNvSpPr txBox="1">
              <a:spLocks noChangeArrowheads="1"/>
            </p:cNvSpPr>
            <p:nvPr/>
          </p:nvSpPr>
          <p:spPr bwMode="auto">
            <a:xfrm>
              <a:off x="3840" y="364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dirty="0">
                  <a:latin typeface="Times New Roman" panose="02020603050405020304" pitchFamily="18" charset="0"/>
                  <a:cs typeface="Times New Roman" panose="02020603050405020304" pitchFamily="18" charset="0"/>
                  <a:sym typeface="Symbol" pitchFamily="18" charset="2"/>
                </a:rPr>
                <a:t></a:t>
              </a:r>
            </a:p>
          </p:txBody>
        </p:sp>
        <p:sp>
          <p:nvSpPr>
            <p:cNvPr id="13324" name="Text Box 175"/>
            <p:cNvSpPr txBox="1">
              <a:spLocks noChangeArrowheads="1"/>
            </p:cNvSpPr>
            <p:nvPr/>
          </p:nvSpPr>
          <p:spPr bwMode="auto">
            <a:xfrm>
              <a:off x="4128" y="364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a:t>
              </a:r>
            </a:p>
          </p:txBody>
        </p:sp>
        <p:sp>
          <p:nvSpPr>
            <p:cNvPr id="13325" name="Line 176"/>
            <p:cNvSpPr>
              <a:spLocks noChangeShapeType="1"/>
            </p:cNvSpPr>
            <p:nvPr/>
          </p:nvSpPr>
          <p:spPr bwMode="auto">
            <a:xfrm>
              <a:off x="3840" y="3600"/>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3326" name="Line 177"/>
            <p:cNvSpPr>
              <a:spLocks noChangeShapeType="1"/>
            </p:cNvSpPr>
            <p:nvPr/>
          </p:nvSpPr>
          <p:spPr bwMode="auto">
            <a:xfrm>
              <a:off x="4128" y="3600"/>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3327" name="Line 178"/>
            <p:cNvSpPr>
              <a:spLocks noChangeShapeType="1"/>
            </p:cNvSpPr>
            <p:nvPr/>
          </p:nvSpPr>
          <p:spPr bwMode="auto">
            <a:xfrm>
              <a:off x="4416" y="3600"/>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11</a:t>
            </a:fld>
            <a:endParaRPr lang="en-US" altLang="en-US"/>
          </a:p>
        </p:txBody>
      </p:sp>
    </p:spTree>
    <p:extLst>
      <p:ext uri="{BB962C8B-B14F-4D97-AF65-F5344CB8AC3E}">
        <p14:creationId xmlns:p14="http://schemas.microsoft.com/office/powerpoint/2010/main" val="1149372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396436"/>
                                        </p:tgtEl>
                                        <p:attrNameLst>
                                          <p:attrName>style.visibility</p:attrName>
                                        </p:attrNameLst>
                                      </p:cBhvr>
                                      <p:to>
                                        <p:strVal val="visible"/>
                                      </p:to>
                                    </p:set>
                                    <p:anim calcmode="lin" valueType="num">
                                      <p:cBhvr additive="base">
                                        <p:cTn id="15" dur="500" fill="hold"/>
                                        <p:tgtEl>
                                          <p:spTgt spid="396436"/>
                                        </p:tgtEl>
                                        <p:attrNameLst>
                                          <p:attrName>ppt_x</p:attrName>
                                        </p:attrNameLst>
                                      </p:cBhvr>
                                      <p:tavLst>
                                        <p:tav tm="0">
                                          <p:val>
                                            <p:strVal val="1+#ppt_w/2"/>
                                          </p:val>
                                        </p:tav>
                                        <p:tav tm="100000">
                                          <p:val>
                                            <p:strVal val="#ppt_x"/>
                                          </p:val>
                                        </p:tav>
                                      </p:tavLst>
                                    </p:anim>
                                    <p:anim calcmode="lin" valueType="num">
                                      <p:cBhvr additive="base">
                                        <p:cTn id="16" dur="500" fill="hold"/>
                                        <p:tgtEl>
                                          <p:spTgt spid="396436"/>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396453"/>
                                        </p:tgtEl>
                                        <p:attrNameLst>
                                          <p:attrName>style.visibility</p:attrName>
                                        </p:attrNameLst>
                                      </p:cBhvr>
                                      <p:to>
                                        <p:strVal val="visible"/>
                                      </p:to>
                                    </p:set>
                                    <p:anim calcmode="lin" valueType="num">
                                      <p:cBhvr additive="base">
                                        <p:cTn id="19" dur="500" fill="hold"/>
                                        <p:tgtEl>
                                          <p:spTgt spid="396453"/>
                                        </p:tgtEl>
                                        <p:attrNameLst>
                                          <p:attrName>ppt_x</p:attrName>
                                        </p:attrNameLst>
                                      </p:cBhvr>
                                      <p:tavLst>
                                        <p:tav tm="0">
                                          <p:val>
                                            <p:strVal val="1+#ppt_w/2"/>
                                          </p:val>
                                        </p:tav>
                                        <p:tav tm="100000">
                                          <p:val>
                                            <p:strVal val="#ppt_x"/>
                                          </p:val>
                                        </p:tav>
                                      </p:tavLst>
                                    </p:anim>
                                    <p:anim calcmode="lin" valueType="num">
                                      <p:cBhvr additive="base">
                                        <p:cTn id="20" dur="500" fill="hold"/>
                                        <p:tgtEl>
                                          <p:spTgt spid="396453"/>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396461"/>
                                        </p:tgtEl>
                                        <p:attrNameLst>
                                          <p:attrName>style.visibility</p:attrName>
                                        </p:attrNameLst>
                                      </p:cBhvr>
                                      <p:to>
                                        <p:strVal val="visible"/>
                                      </p:to>
                                    </p:set>
                                    <p:anim calcmode="lin" valueType="num">
                                      <p:cBhvr additive="base">
                                        <p:cTn id="23" dur="500" fill="hold"/>
                                        <p:tgtEl>
                                          <p:spTgt spid="396461"/>
                                        </p:tgtEl>
                                        <p:attrNameLst>
                                          <p:attrName>ppt_x</p:attrName>
                                        </p:attrNameLst>
                                      </p:cBhvr>
                                      <p:tavLst>
                                        <p:tav tm="0">
                                          <p:val>
                                            <p:strVal val="1+#ppt_w/2"/>
                                          </p:val>
                                        </p:tav>
                                        <p:tav tm="100000">
                                          <p:val>
                                            <p:strVal val="#ppt_x"/>
                                          </p:val>
                                        </p:tav>
                                      </p:tavLst>
                                    </p:anim>
                                    <p:anim calcmode="lin" valueType="num">
                                      <p:cBhvr additive="base">
                                        <p:cTn id="24" dur="500" fill="hold"/>
                                        <p:tgtEl>
                                          <p:spTgt spid="396461"/>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96467"/>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xit" presetSubtype="10" fill="hold" nodeType="clickEffect">
                                  <p:stCondLst>
                                    <p:cond delay="0"/>
                                  </p:stCondLst>
                                  <p:childTnLst>
                                    <p:animEffect transition="out" filter="blinds(horizontal)">
                                      <p:cBhvr>
                                        <p:cTn id="32" dur="500"/>
                                        <p:tgtEl>
                                          <p:spTgt spid="396461"/>
                                        </p:tgtEl>
                                      </p:cBhvr>
                                    </p:animEffect>
                                    <p:set>
                                      <p:cBhvr>
                                        <p:cTn id="33" dur="1" fill="hold">
                                          <p:stCondLst>
                                            <p:cond delay="499"/>
                                          </p:stCondLst>
                                        </p:cTn>
                                        <p:tgtEl>
                                          <p:spTgt spid="396461"/>
                                        </p:tgtEl>
                                        <p:attrNameLst>
                                          <p:attrName>style.visibility</p:attrName>
                                        </p:attrNameLst>
                                      </p:cBhvr>
                                      <p:to>
                                        <p:strVal val="hidden"/>
                                      </p:to>
                                    </p:set>
                                  </p:childTnLst>
                                </p:cTn>
                              </p:par>
                              <p:par>
                                <p:cTn id="34" presetID="3" presetClass="exit" presetSubtype="10" fill="hold" grpId="1" nodeType="withEffect">
                                  <p:stCondLst>
                                    <p:cond delay="0"/>
                                  </p:stCondLst>
                                  <p:childTnLst>
                                    <p:animEffect transition="out" filter="blinds(horizontal)">
                                      <p:cBhvr>
                                        <p:cTn id="35" dur="500"/>
                                        <p:tgtEl>
                                          <p:spTgt spid="396467"/>
                                        </p:tgtEl>
                                      </p:cBhvr>
                                    </p:animEffect>
                                    <p:set>
                                      <p:cBhvr>
                                        <p:cTn id="36" dur="1" fill="hold">
                                          <p:stCondLst>
                                            <p:cond delay="499"/>
                                          </p:stCondLst>
                                        </p:cTn>
                                        <p:tgtEl>
                                          <p:spTgt spid="396467"/>
                                        </p:tgtEl>
                                        <p:attrNameLst>
                                          <p:attrName>style.visibility</p:attrName>
                                        </p:attrNameLst>
                                      </p:cBhvr>
                                      <p:to>
                                        <p:strVal val="hidden"/>
                                      </p:to>
                                    </p:set>
                                  </p:childTnLst>
                                </p:cTn>
                              </p:par>
                              <p:par>
                                <p:cTn id="37" presetID="64" presetClass="path" presetSubtype="0" accel="50000" decel="50000" fill="hold" nodeType="withEffect">
                                  <p:stCondLst>
                                    <p:cond delay="0"/>
                                  </p:stCondLst>
                                  <p:childTnLst>
                                    <p:animMotion origin="layout" path="M 0.00052 3.06358E-6 L 0.00052 -0.04995 " pathEditMode="relative" rAng="0" ptsTypes="AA">
                                      <p:cBhvr>
                                        <p:cTn id="38" dur="1000" fill="hold"/>
                                        <p:tgtEl>
                                          <p:spTgt spid="396453"/>
                                        </p:tgtEl>
                                        <p:attrNameLst>
                                          <p:attrName>ppt_x</p:attrName>
                                          <p:attrName>ppt_y</p:attrName>
                                        </p:attrNameLst>
                                      </p:cBhvr>
                                      <p:rCtr x="0" y="-249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467" grpId="0" animBg="1"/>
      <p:bldP spid="396467"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457200" y="354013"/>
            <a:ext cx="82296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3.1.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hợp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Symbol" pitchFamily="18" charset="2"/>
              </a:rPr>
              <a:t> (Union)</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13316" name="Rectangle 3"/>
          <p:cNvSpPr>
            <a:spLocks noGrp="1" noChangeArrowheads="1"/>
          </p:cNvSpPr>
          <p:nvPr>
            <p:ph sz="quarter" idx="1"/>
          </p:nvPr>
        </p:nvSpPr>
        <p:spPr>
          <a:xfrm>
            <a:off x="381000" y="1295400"/>
            <a:ext cx="8001000" cy="5105400"/>
          </a:xfrm>
        </p:spPr>
        <p:txBody>
          <a:bodyPr>
            <a:normAutofit/>
          </a:bodyPr>
          <a:lstStyle/>
          <a:p>
            <a:pPr algn="just" eaLnBrk="1" hangingPunct="1"/>
            <a:r>
              <a:rPr lang="en-US" altLang="en-US" b="1" u="sng" dirty="0" err="1">
                <a:latin typeface="Times New Roman" panose="02020603050405020304" pitchFamily="18" charset="0"/>
                <a:cs typeface="Times New Roman" panose="02020603050405020304" pitchFamily="18" charset="0"/>
              </a:rPr>
              <a:t>Ví</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dụ</a:t>
            </a:r>
            <a:r>
              <a:rPr lang="en-US" altLang="en-US" b="1" u="sng"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Xét</a:t>
            </a:r>
            <a:r>
              <a:rPr lang="en-US" altLang="en-US" dirty="0">
                <a:latin typeface="Times New Roman" panose="02020603050405020304" pitchFamily="18" charset="0"/>
                <a:cs typeface="Times New Roman" panose="02020603050405020304" pitchFamily="18" charset="0"/>
              </a:rPr>
              <a:t> 2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2 </a:t>
            </a:r>
            <a:r>
              <a:rPr lang="en-US" altLang="en-US" dirty="0" err="1">
                <a:latin typeface="Times New Roman" panose="02020603050405020304" pitchFamily="18" charset="0"/>
                <a:cs typeface="Times New Roman" panose="02020603050405020304" pitchFamily="18" charset="0"/>
              </a:rPr>
              <a:t>lược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đồ</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NV1(Q</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NV2(Q</a:t>
            </a:r>
            <a:r>
              <a:rPr lang="en-US" altLang="en-US" baseline="-25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a:t>
            </a:r>
          </a:p>
          <a:p>
            <a:pPr algn="just" eaLnBrk="1" hangingPunct="1"/>
            <a:endParaRPr lang="en-US" altLang="en-US" dirty="0">
              <a:latin typeface="Times New Roman" panose="02020603050405020304" pitchFamily="18" charset="0"/>
              <a:cs typeface="Times New Roman" panose="02020603050405020304" pitchFamily="18" charset="0"/>
            </a:endParaRPr>
          </a:p>
          <a:p>
            <a:pPr algn="just" eaLnBrk="1" hangingPunct="1"/>
            <a:endParaRPr lang="en-US" altLang="en-US" dirty="0">
              <a:latin typeface="Times New Roman" panose="02020603050405020304" pitchFamily="18" charset="0"/>
              <a:cs typeface="Times New Roman" panose="02020603050405020304" pitchFamily="18" charset="0"/>
            </a:endParaRPr>
          </a:p>
          <a:p>
            <a:pPr marL="0" indent="0" algn="just" eaLnBrk="1" hangingPunct="1">
              <a:buNone/>
            </a:pPr>
            <a:endParaRPr lang="en-US" altLang="en-US" dirty="0">
              <a:latin typeface="Times New Roman" panose="02020603050405020304" pitchFamily="18" charset="0"/>
              <a:cs typeface="Times New Roman" panose="02020603050405020304" pitchFamily="18" charset="0"/>
            </a:endParaRPr>
          </a:p>
          <a:p>
            <a:pPr algn="just" eaLnBrk="1" hangingPunct="1"/>
            <a:endParaRPr lang="en-US" altLang="en-US" dirty="0">
              <a:latin typeface="Times New Roman" panose="02020603050405020304" pitchFamily="18" charset="0"/>
              <a:cs typeface="Times New Roman" panose="02020603050405020304" pitchFamily="18" charset="0"/>
            </a:endParaRPr>
          </a:p>
          <a:p>
            <a:pPr algn="just" eaLnBrk="1" hangingPunct="1"/>
            <a:r>
              <a:rPr lang="en-US" altLang="en-US" dirty="0">
                <a:latin typeface="Times New Roman" panose="02020603050405020304" pitchFamily="18" charset="0"/>
                <a:cs typeface="Times New Roman" panose="02020603050405020304" pitchFamily="18" charset="0"/>
              </a:rPr>
              <a:t>Q = Q</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rPr>
              <a:t> Q</a:t>
            </a:r>
            <a:r>
              <a:rPr lang="en-US" altLang="en-US" baseline="-25000" dirty="0">
                <a:latin typeface="Times New Roman" panose="02020603050405020304" pitchFamily="18" charset="0"/>
                <a:cs typeface="Times New Roman" panose="02020603050405020304" pitchFamily="18" charset="0"/>
              </a:rPr>
              <a:t>2 </a:t>
            </a:r>
            <a:r>
              <a:rPr lang="en-US" altLang="en-US" dirty="0">
                <a:latin typeface="Times New Roman" panose="02020603050405020304" pitchFamily="18" charset="0"/>
                <a:cs typeface="Times New Roman" panose="02020603050405020304" pitchFamily="18" charset="0"/>
              </a:rPr>
              <a:t> ?</a:t>
            </a:r>
            <a:endParaRPr lang="en-US" altLang="en-US" baseline="-25000" dirty="0">
              <a:latin typeface="Times New Roman" panose="02020603050405020304" pitchFamily="18" charset="0"/>
              <a:cs typeface="Times New Roman" panose="02020603050405020304" pitchFamily="18" charset="0"/>
            </a:endParaRPr>
          </a:p>
          <a:p>
            <a:pPr marL="0" indent="0" algn="just" eaLnBrk="1" hangingPunct="1">
              <a:buNone/>
            </a:pPr>
            <a:endParaRPr lang="en-US" altLang="en-US" dirty="0">
              <a:latin typeface="Times New Roman" panose="02020603050405020304" pitchFamily="18" charset="0"/>
              <a:cs typeface="Times New Roman" panose="02020603050405020304" pitchFamily="18" charset="0"/>
            </a:endParaRP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311" y="2362200"/>
            <a:ext cx="3679310" cy="1325503"/>
          </a:xfrm>
          <a:prstGeom prst="rect">
            <a:avLst/>
          </a:prstGeom>
        </p:spPr>
      </p:pic>
      <p:pic>
        <p:nvPicPr>
          <p:cNvPr id="3" name="Picture 2"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42228" y="2397425"/>
            <a:ext cx="4339772" cy="1260175"/>
          </a:xfrm>
          <a:prstGeom prst="rect">
            <a:avLst/>
          </a:prstGeom>
        </p:spPr>
      </p:pic>
      <p:pic>
        <p:nvPicPr>
          <p:cNvPr id="5" name="Picture 4"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76400" y="4572000"/>
            <a:ext cx="4699085" cy="1740775"/>
          </a:xfrm>
          <a:prstGeom prst="rect">
            <a:avLst/>
          </a:prstGeom>
        </p:spPr>
      </p:pic>
      <p:sp>
        <p:nvSpPr>
          <p:cNvPr id="4" name="Footer Placeholder 3"/>
          <p:cNvSpPr>
            <a:spLocks noGrp="1"/>
          </p:cNvSpPr>
          <p:nvPr>
            <p:ph type="ftr" sz="quarter" idx="16"/>
          </p:nvPr>
        </p:nvSpPr>
        <p:spPr/>
        <p:txBody>
          <a:bodyPr/>
          <a:lstStyle/>
          <a:p>
            <a:pPr>
              <a:defRPr/>
            </a:pPr>
            <a:endParaRPr lang="en-US" altLang="en-US"/>
          </a:p>
        </p:txBody>
      </p:sp>
      <p:sp>
        <p:nvSpPr>
          <p:cNvPr id="6" name="Slide Number Placeholder 5"/>
          <p:cNvSpPr>
            <a:spLocks noGrp="1"/>
          </p:cNvSpPr>
          <p:nvPr>
            <p:ph type="sldNum" sz="quarter" idx="15"/>
          </p:nvPr>
        </p:nvSpPr>
        <p:spPr/>
        <p:txBody>
          <a:bodyPr/>
          <a:lstStyle/>
          <a:p>
            <a:pPr>
              <a:defRPr/>
            </a:pPr>
            <a:fld id="{D6CAE541-0444-4136-8702-7A35D945224B}" type="slidenum">
              <a:rPr lang="en-US" altLang="en-US" smtClean="0"/>
              <a:pPr>
                <a:defRPr/>
              </a:pPr>
              <a:t>12</a:t>
            </a:fld>
            <a:endParaRPr lang="en-US" altLang="en-US"/>
          </a:p>
        </p:txBody>
      </p:sp>
    </p:spTree>
    <p:extLst>
      <p:ext uri="{BB962C8B-B14F-4D97-AF65-F5344CB8AC3E}">
        <p14:creationId xmlns:p14="http://schemas.microsoft.com/office/powerpoint/2010/main" val="275583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title"/>
          </p:nvPr>
        </p:nvSpPr>
        <p:spPr>
          <a:xfrm>
            <a:off x="457200" y="354013"/>
            <a:ext cx="82296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3.2.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giao</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sz="3600" b="1" dirty="0">
                <a:solidFill>
                  <a:schemeClr val="tx1"/>
                </a:solidFill>
                <a:latin typeface="Times New Roman" panose="02020603050405020304" pitchFamily="18" charset="0"/>
                <a:cs typeface="Times New Roman" panose="02020603050405020304" pitchFamily="18" charset="0"/>
                <a:sym typeface="Symbol" pitchFamily="18" charset="2"/>
              </a:rPr>
              <a:t> (Intersection)</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14339" name="Rectangle 4"/>
          <p:cNvSpPr>
            <a:spLocks noGrp="1" noChangeArrowheads="1"/>
          </p:cNvSpPr>
          <p:nvPr>
            <p:ph sz="quarter" idx="1"/>
          </p:nvPr>
        </p:nvSpPr>
        <p:spPr>
          <a:xfrm>
            <a:off x="381000" y="1295400"/>
            <a:ext cx="8305800" cy="5105400"/>
          </a:xfrm>
        </p:spPr>
        <p:txBody>
          <a:bodyPr/>
          <a:lstStyle/>
          <a:p>
            <a:pPr eaLnBrk="1" hangingPunct="1"/>
            <a:r>
              <a:rPr lang="en-US" altLang="en-US" dirty="0">
                <a:latin typeface="Times New Roman" panose="02020603050405020304" pitchFamily="18" charset="0"/>
                <a:cs typeface="Times New Roman" panose="02020603050405020304" pitchFamily="18" charset="0"/>
              </a:rPr>
              <a:t>Cho 2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R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S </a:t>
            </a:r>
            <a:r>
              <a:rPr lang="en-US" altLang="en-US" dirty="0" err="1">
                <a:latin typeface="Times New Roman" panose="02020603050405020304" pitchFamily="18" charset="0"/>
                <a:cs typeface="Times New Roman" panose="02020603050405020304" pitchFamily="18" charset="0"/>
              </a:rPr>
              <a:t>khả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giao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R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S</a:t>
            </a:r>
          </a:p>
          <a:p>
            <a:pPr lvl="1" eaLnBrk="1" hangingPunct="1"/>
            <a:r>
              <a:rPr lang="en-US" altLang="en-US" dirty="0" err="1">
                <a:latin typeface="Times New Roman" panose="02020603050405020304" pitchFamily="18" charset="0"/>
                <a:cs typeface="Times New Roman" panose="02020603050405020304" pitchFamily="18" charset="0"/>
              </a:rPr>
              <a:t>Ký</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hiệu</a:t>
            </a:r>
            <a:r>
              <a:rPr lang="en-US" altLang="en-US" dirty="0">
                <a:latin typeface="Times New Roman" panose="02020603050405020304" pitchFamily="18" charset="0"/>
                <a:cs typeface="Times New Roman" panose="02020603050405020304" pitchFamily="18" charset="0"/>
              </a:rPr>
              <a:t> R </a:t>
            </a:r>
            <a:r>
              <a:rPr lang="en-US" altLang="en-US"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rPr>
              <a:t> S</a:t>
            </a:r>
          </a:p>
          <a:p>
            <a:pPr lvl="1" eaLnBrk="1" hangingPunct="1"/>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một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gồm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bộ</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thuộc</a:t>
            </a:r>
            <a:r>
              <a:rPr lang="en-US" altLang="en-US" dirty="0">
                <a:solidFill>
                  <a:srgbClr val="FF0000"/>
                </a:solidFill>
                <a:latin typeface="Times New Roman" panose="02020603050405020304" pitchFamily="18" charset="0"/>
                <a:cs typeface="Times New Roman" panose="02020603050405020304" pitchFamily="18" charset="0"/>
              </a:rPr>
              <a:t> R </a:t>
            </a:r>
            <a:r>
              <a:rPr lang="en-US" altLang="en-US" dirty="0" err="1">
                <a:solidFill>
                  <a:srgbClr val="FF0000"/>
                </a:solidFill>
                <a:latin typeface="Times New Roman" panose="02020603050405020304" pitchFamily="18" charset="0"/>
                <a:cs typeface="Times New Roman" panose="02020603050405020304" pitchFamily="18" charset="0"/>
              </a:rPr>
              <a:t>đồng</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thời</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thuộc</a:t>
            </a:r>
            <a:r>
              <a:rPr lang="en-US" altLang="en-US" dirty="0">
                <a:solidFill>
                  <a:srgbClr val="FF0000"/>
                </a:solidFill>
                <a:latin typeface="Times New Roman" panose="02020603050405020304" pitchFamily="18" charset="0"/>
                <a:cs typeface="Times New Roman" panose="02020603050405020304" pitchFamily="18" charset="0"/>
              </a:rPr>
              <a:t> S</a:t>
            </a: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err="1">
                <a:latin typeface="Times New Roman" panose="02020603050405020304" pitchFamily="18" charset="0"/>
                <a:cs typeface="Times New Roman" panose="02020603050405020304" pitchFamily="18" charset="0"/>
              </a:rPr>
              <a:t>Ví</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dụ</a:t>
            </a:r>
            <a:endParaRPr lang="en-US" altLang="en-US" dirty="0">
              <a:latin typeface="Times New Roman" panose="02020603050405020304" pitchFamily="18" charset="0"/>
              <a:cs typeface="Times New Roman" panose="02020603050405020304" pitchFamily="18" charset="0"/>
            </a:endParaRPr>
          </a:p>
        </p:txBody>
      </p:sp>
      <p:sp>
        <p:nvSpPr>
          <p:cNvPr id="14340" name="Text Box 5"/>
          <p:cNvSpPr txBox="1">
            <a:spLocks noChangeArrowheads="1"/>
          </p:cNvSpPr>
          <p:nvPr/>
        </p:nvSpPr>
        <p:spPr bwMode="auto">
          <a:xfrm>
            <a:off x="2209800" y="3200400"/>
            <a:ext cx="4038600" cy="439738"/>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2200" dirty="0">
                <a:latin typeface="Times New Roman" panose="02020603050405020304" pitchFamily="18" charset="0"/>
                <a:cs typeface="Times New Roman" panose="02020603050405020304" pitchFamily="18" charset="0"/>
              </a:rPr>
              <a:t>R </a:t>
            </a:r>
            <a:r>
              <a:rPr lang="en-US" altLang="en-US" sz="2200" b="1"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rPr>
              <a:t> S = { t / </a:t>
            </a:r>
            <a:r>
              <a:rPr lang="en-US" altLang="en-US" sz="2200" dirty="0" err="1">
                <a:latin typeface="Times New Roman" panose="02020603050405020304" pitchFamily="18" charset="0"/>
                <a:cs typeface="Times New Roman" panose="02020603050405020304" pitchFamily="18" charset="0"/>
              </a:rPr>
              <a:t>t</a:t>
            </a:r>
            <a:r>
              <a:rPr lang="en-US" altLang="en-US" sz="2200" b="1" dirty="0" err="1">
                <a:latin typeface="Times New Roman" panose="02020603050405020304" pitchFamily="18" charset="0"/>
                <a:cs typeface="Times New Roman" panose="02020603050405020304" pitchFamily="18" charset="0"/>
                <a:sym typeface="Symbol" pitchFamily="18" charset="2"/>
              </a:rPr>
              <a:t></a:t>
            </a:r>
            <a:r>
              <a:rPr lang="en-US" altLang="en-US" sz="2200" dirty="0" err="1">
                <a:latin typeface="Times New Roman" panose="02020603050405020304" pitchFamily="18" charset="0"/>
                <a:cs typeface="Times New Roman" panose="02020603050405020304" pitchFamily="18" charset="0"/>
              </a:rPr>
              <a:t>R</a:t>
            </a:r>
            <a:r>
              <a:rPr lang="en-US" altLang="en-US" sz="2200" dirty="0">
                <a:latin typeface="Times New Roman" panose="02020603050405020304" pitchFamily="18" charset="0"/>
                <a:cs typeface="Times New Roman" panose="02020603050405020304" pitchFamily="18" charset="0"/>
              </a:rPr>
              <a:t> </a:t>
            </a:r>
            <a:r>
              <a:rPr lang="en-US" altLang="en-US" sz="2200" b="1"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rPr>
              <a:t> </a:t>
            </a:r>
            <a:r>
              <a:rPr lang="en-US" altLang="en-US" sz="2200" dirty="0" err="1">
                <a:latin typeface="Times New Roman" panose="02020603050405020304" pitchFamily="18" charset="0"/>
                <a:cs typeface="Times New Roman" panose="02020603050405020304" pitchFamily="18" charset="0"/>
              </a:rPr>
              <a:t>t</a:t>
            </a:r>
            <a:r>
              <a:rPr lang="en-US" altLang="en-US" sz="2200" b="1" dirty="0" err="1">
                <a:latin typeface="Times New Roman" panose="02020603050405020304" pitchFamily="18" charset="0"/>
                <a:cs typeface="Times New Roman" panose="02020603050405020304" pitchFamily="18" charset="0"/>
                <a:sym typeface="Symbol" pitchFamily="18" charset="2"/>
              </a:rPr>
              <a:t></a:t>
            </a:r>
            <a:r>
              <a:rPr lang="en-US" altLang="en-US" sz="2200" dirty="0" err="1">
                <a:latin typeface="Times New Roman" panose="02020603050405020304" pitchFamily="18" charset="0"/>
                <a:cs typeface="Times New Roman" panose="02020603050405020304" pitchFamily="18" charset="0"/>
              </a:rPr>
              <a:t>S</a:t>
            </a:r>
            <a:r>
              <a:rPr lang="en-US" altLang="en-US" sz="2200" dirty="0">
                <a:latin typeface="Times New Roman" panose="02020603050405020304" pitchFamily="18" charset="0"/>
                <a:cs typeface="Times New Roman" panose="02020603050405020304" pitchFamily="18" charset="0"/>
              </a:rPr>
              <a:t> }</a:t>
            </a:r>
          </a:p>
        </p:txBody>
      </p:sp>
      <p:grpSp>
        <p:nvGrpSpPr>
          <p:cNvPr id="14341" name="Group 6"/>
          <p:cNvGrpSpPr>
            <a:grpSpLocks/>
          </p:cNvGrpSpPr>
          <p:nvPr/>
        </p:nvGrpSpPr>
        <p:grpSpPr bwMode="auto">
          <a:xfrm>
            <a:off x="762000" y="4038600"/>
            <a:ext cx="1676400" cy="1752600"/>
            <a:chOff x="624" y="2880"/>
            <a:chExt cx="912" cy="864"/>
          </a:xfrm>
        </p:grpSpPr>
        <p:sp>
          <p:nvSpPr>
            <p:cNvPr id="14372" name="Line 7"/>
            <p:cNvSpPr>
              <a:spLocks noChangeShapeType="1"/>
            </p:cNvSpPr>
            <p:nvPr/>
          </p:nvSpPr>
          <p:spPr bwMode="auto">
            <a:xfrm>
              <a:off x="624" y="3072"/>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4373" name="Text Box 8"/>
            <p:cNvSpPr txBox="1">
              <a:spLocks noChangeArrowheads="1"/>
            </p:cNvSpPr>
            <p:nvPr/>
          </p:nvSpPr>
          <p:spPr bwMode="auto">
            <a:xfrm>
              <a:off x="960"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a:t>
              </a:r>
            </a:p>
          </p:txBody>
        </p:sp>
        <p:sp>
          <p:nvSpPr>
            <p:cNvPr id="14374" name="Text Box 9"/>
            <p:cNvSpPr txBox="1">
              <a:spLocks noChangeArrowheads="1"/>
            </p:cNvSpPr>
            <p:nvPr/>
          </p:nvSpPr>
          <p:spPr bwMode="auto">
            <a:xfrm>
              <a:off x="1248"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B</a:t>
              </a:r>
            </a:p>
          </p:txBody>
        </p:sp>
        <p:sp>
          <p:nvSpPr>
            <p:cNvPr id="14375" name="Text Box 10"/>
            <p:cNvSpPr txBox="1">
              <a:spLocks noChangeArrowheads="1"/>
            </p:cNvSpPr>
            <p:nvPr/>
          </p:nvSpPr>
          <p:spPr bwMode="auto">
            <a:xfrm>
              <a:off x="960" y="31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4376" name="Line 11"/>
            <p:cNvSpPr>
              <a:spLocks noChangeShapeType="1"/>
            </p:cNvSpPr>
            <p:nvPr/>
          </p:nvSpPr>
          <p:spPr bwMode="auto">
            <a:xfrm>
              <a:off x="624" y="2880"/>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4377" name="Line 12"/>
            <p:cNvSpPr>
              <a:spLocks noChangeShapeType="1"/>
            </p:cNvSpPr>
            <p:nvPr/>
          </p:nvSpPr>
          <p:spPr bwMode="auto">
            <a:xfrm>
              <a:off x="960" y="3744"/>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4378" name="Text Box 13"/>
            <p:cNvSpPr txBox="1">
              <a:spLocks noChangeArrowheads="1"/>
            </p:cNvSpPr>
            <p:nvPr/>
          </p:nvSpPr>
          <p:spPr bwMode="auto">
            <a:xfrm>
              <a:off x="624" y="2880"/>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latin typeface="Times New Roman" panose="02020603050405020304" pitchFamily="18" charset="0"/>
                  <a:cs typeface="Times New Roman" panose="02020603050405020304" pitchFamily="18" charset="0"/>
                </a:rPr>
                <a:t>R</a:t>
              </a:r>
            </a:p>
          </p:txBody>
        </p:sp>
        <p:sp>
          <p:nvSpPr>
            <p:cNvPr id="14379" name="Line 14"/>
            <p:cNvSpPr>
              <a:spLocks noChangeShapeType="1"/>
            </p:cNvSpPr>
            <p:nvPr/>
          </p:nvSpPr>
          <p:spPr bwMode="auto">
            <a:xfrm>
              <a:off x="624" y="2880"/>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4380" name="Text Box 15"/>
            <p:cNvSpPr txBox="1">
              <a:spLocks noChangeArrowheads="1"/>
            </p:cNvSpPr>
            <p:nvPr/>
          </p:nvSpPr>
          <p:spPr bwMode="auto">
            <a:xfrm>
              <a:off x="960" y="331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dirty="0">
                  <a:latin typeface="Times New Roman" panose="02020603050405020304" pitchFamily="18" charset="0"/>
                  <a:cs typeface="Times New Roman" panose="02020603050405020304" pitchFamily="18" charset="0"/>
                  <a:sym typeface="Symbol" pitchFamily="18" charset="2"/>
                </a:rPr>
                <a:t></a:t>
              </a:r>
            </a:p>
          </p:txBody>
        </p:sp>
        <p:sp>
          <p:nvSpPr>
            <p:cNvPr id="14381" name="Text Box 16"/>
            <p:cNvSpPr txBox="1">
              <a:spLocks noChangeArrowheads="1"/>
            </p:cNvSpPr>
            <p:nvPr/>
          </p:nvSpPr>
          <p:spPr bwMode="auto">
            <a:xfrm>
              <a:off x="960" y="350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grpSp>
          <p:nvGrpSpPr>
            <p:cNvPr id="14382" name="Group 17"/>
            <p:cNvGrpSpPr>
              <a:grpSpLocks/>
            </p:cNvGrpSpPr>
            <p:nvPr/>
          </p:nvGrpSpPr>
          <p:grpSpPr bwMode="auto">
            <a:xfrm>
              <a:off x="960" y="2880"/>
              <a:ext cx="576" cy="864"/>
              <a:chOff x="960" y="2880"/>
              <a:chExt cx="576" cy="1008"/>
            </a:xfrm>
          </p:grpSpPr>
          <p:sp>
            <p:nvSpPr>
              <p:cNvPr id="14386" name="Line 18"/>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4387" name="Line 19"/>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4388" name="Line 20"/>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grpSp>
        <p:sp>
          <p:nvSpPr>
            <p:cNvPr id="14383" name="Text Box 21"/>
            <p:cNvSpPr txBox="1">
              <a:spLocks noChangeArrowheads="1"/>
            </p:cNvSpPr>
            <p:nvPr/>
          </p:nvSpPr>
          <p:spPr bwMode="auto">
            <a:xfrm>
              <a:off x="1248" y="31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sp>
          <p:nvSpPr>
            <p:cNvPr id="14384" name="Text Box 22"/>
            <p:cNvSpPr txBox="1">
              <a:spLocks noChangeArrowheads="1"/>
            </p:cNvSpPr>
            <p:nvPr/>
          </p:nvSpPr>
          <p:spPr bwMode="auto">
            <a:xfrm>
              <a:off x="1248" y="331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a:t>
              </a:r>
            </a:p>
          </p:txBody>
        </p:sp>
        <p:sp>
          <p:nvSpPr>
            <p:cNvPr id="14385" name="Text Box 23"/>
            <p:cNvSpPr txBox="1">
              <a:spLocks noChangeArrowheads="1"/>
            </p:cNvSpPr>
            <p:nvPr/>
          </p:nvSpPr>
          <p:spPr bwMode="auto">
            <a:xfrm>
              <a:off x="1248" y="350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grpSp>
      <p:grpSp>
        <p:nvGrpSpPr>
          <p:cNvPr id="14342" name="Group 24"/>
          <p:cNvGrpSpPr>
            <a:grpSpLocks/>
          </p:cNvGrpSpPr>
          <p:nvPr/>
        </p:nvGrpSpPr>
        <p:grpSpPr bwMode="auto">
          <a:xfrm>
            <a:off x="2819400" y="4038600"/>
            <a:ext cx="1676400" cy="1752600"/>
            <a:chOff x="1728" y="2880"/>
            <a:chExt cx="912" cy="672"/>
          </a:xfrm>
        </p:grpSpPr>
        <p:sp>
          <p:nvSpPr>
            <p:cNvPr id="14357" name="Line 25"/>
            <p:cNvSpPr>
              <a:spLocks noChangeShapeType="1"/>
            </p:cNvSpPr>
            <p:nvPr/>
          </p:nvSpPr>
          <p:spPr bwMode="auto">
            <a:xfrm>
              <a:off x="1728" y="3072"/>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4358" name="Text Box 26"/>
            <p:cNvSpPr txBox="1">
              <a:spLocks noChangeArrowheads="1"/>
            </p:cNvSpPr>
            <p:nvPr/>
          </p:nvSpPr>
          <p:spPr bwMode="auto">
            <a:xfrm>
              <a:off x="2064"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a:t>
              </a:r>
            </a:p>
          </p:txBody>
        </p:sp>
        <p:sp>
          <p:nvSpPr>
            <p:cNvPr id="14359" name="Text Box 27"/>
            <p:cNvSpPr txBox="1">
              <a:spLocks noChangeArrowheads="1"/>
            </p:cNvSpPr>
            <p:nvPr/>
          </p:nvSpPr>
          <p:spPr bwMode="auto">
            <a:xfrm>
              <a:off x="2352"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B</a:t>
              </a:r>
            </a:p>
          </p:txBody>
        </p:sp>
        <p:sp>
          <p:nvSpPr>
            <p:cNvPr id="14360" name="Text Box 28"/>
            <p:cNvSpPr txBox="1">
              <a:spLocks noChangeArrowheads="1"/>
            </p:cNvSpPr>
            <p:nvPr/>
          </p:nvSpPr>
          <p:spPr bwMode="auto">
            <a:xfrm>
              <a:off x="2064" y="31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4361" name="Line 29"/>
            <p:cNvSpPr>
              <a:spLocks noChangeShapeType="1"/>
            </p:cNvSpPr>
            <p:nvPr/>
          </p:nvSpPr>
          <p:spPr bwMode="auto">
            <a:xfrm>
              <a:off x="1728" y="2880"/>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4362" name="Line 30"/>
            <p:cNvSpPr>
              <a:spLocks noChangeShapeType="1"/>
            </p:cNvSpPr>
            <p:nvPr/>
          </p:nvSpPr>
          <p:spPr bwMode="auto">
            <a:xfrm>
              <a:off x="2064" y="3552"/>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4363" name="Text Box 31"/>
            <p:cNvSpPr txBox="1">
              <a:spLocks noChangeArrowheads="1"/>
            </p:cNvSpPr>
            <p:nvPr/>
          </p:nvSpPr>
          <p:spPr bwMode="auto">
            <a:xfrm>
              <a:off x="1728" y="2880"/>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latin typeface="Times New Roman" panose="02020603050405020304" pitchFamily="18" charset="0"/>
                  <a:cs typeface="Times New Roman" panose="02020603050405020304" pitchFamily="18" charset="0"/>
                </a:rPr>
                <a:t>S</a:t>
              </a:r>
            </a:p>
          </p:txBody>
        </p:sp>
        <p:sp>
          <p:nvSpPr>
            <p:cNvPr id="14364" name="Line 32"/>
            <p:cNvSpPr>
              <a:spLocks noChangeShapeType="1"/>
            </p:cNvSpPr>
            <p:nvPr/>
          </p:nvSpPr>
          <p:spPr bwMode="auto">
            <a:xfrm>
              <a:off x="1728" y="2880"/>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4365" name="Text Box 33"/>
            <p:cNvSpPr txBox="1">
              <a:spLocks noChangeArrowheads="1"/>
            </p:cNvSpPr>
            <p:nvPr/>
          </p:nvSpPr>
          <p:spPr bwMode="auto">
            <a:xfrm>
              <a:off x="2064" y="331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grpSp>
          <p:nvGrpSpPr>
            <p:cNvPr id="14366" name="Group 34"/>
            <p:cNvGrpSpPr>
              <a:grpSpLocks/>
            </p:cNvGrpSpPr>
            <p:nvPr/>
          </p:nvGrpSpPr>
          <p:grpSpPr bwMode="auto">
            <a:xfrm>
              <a:off x="2064" y="2880"/>
              <a:ext cx="576" cy="672"/>
              <a:chOff x="960" y="2880"/>
              <a:chExt cx="576" cy="1008"/>
            </a:xfrm>
          </p:grpSpPr>
          <p:sp>
            <p:nvSpPr>
              <p:cNvPr id="14369" name="Line 35"/>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4370" name="Line 36"/>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4371" name="Line 37"/>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grpSp>
        <p:sp>
          <p:nvSpPr>
            <p:cNvPr id="14367" name="Text Box 38"/>
            <p:cNvSpPr txBox="1">
              <a:spLocks noChangeArrowheads="1"/>
            </p:cNvSpPr>
            <p:nvPr/>
          </p:nvSpPr>
          <p:spPr bwMode="auto">
            <a:xfrm>
              <a:off x="2352" y="31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a:t>
              </a:r>
            </a:p>
          </p:txBody>
        </p:sp>
        <p:sp>
          <p:nvSpPr>
            <p:cNvPr id="14368" name="Text Box 39"/>
            <p:cNvSpPr txBox="1">
              <a:spLocks noChangeArrowheads="1"/>
            </p:cNvSpPr>
            <p:nvPr/>
          </p:nvSpPr>
          <p:spPr bwMode="auto">
            <a:xfrm>
              <a:off x="2352" y="331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3</a:t>
              </a:r>
            </a:p>
          </p:txBody>
        </p:sp>
      </p:grpSp>
      <p:grpSp>
        <p:nvGrpSpPr>
          <p:cNvPr id="400473" name="Group 89"/>
          <p:cNvGrpSpPr>
            <a:grpSpLocks/>
          </p:cNvGrpSpPr>
          <p:nvPr/>
        </p:nvGrpSpPr>
        <p:grpSpPr bwMode="auto">
          <a:xfrm>
            <a:off x="4876800" y="4233333"/>
            <a:ext cx="2286000" cy="1182309"/>
            <a:chOff x="3312" y="2832"/>
            <a:chExt cx="1104" cy="480"/>
          </a:xfrm>
        </p:grpSpPr>
        <p:sp>
          <p:nvSpPr>
            <p:cNvPr id="14344" name="Line 72"/>
            <p:cNvSpPr>
              <a:spLocks noChangeShapeType="1"/>
            </p:cNvSpPr>
            <p:nvPr/>
          </p:nvSpPr>
          <p:spPr bwMode="auto">
            <a:xfrm>
              <a:off x="3360" y="3024"/>
              <a:ext cx="10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4345" name="Text Box 73"/>
            <p:cNvSpPr txBox="1">
              <a:spLocks noChangeArrowheads="1"/>
            </p:cNvSpPr>
            <p:nvPr/>
          </p:nvSpPr>
          <p:spPr bwMode="auto">
            <a:xfrm>
              <a:off x="3840" y="283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a:t>
              </a:r>
            </a:p>
          </p:txBody>
        </p:sp>
        <p:sp>
          <p:nvSpPr>
            <p:cNvPr id="14346" name="Text Box 74"/>
            <p:cNvSpPr txBox="1">
              <a:spLocks noChangeArrowheads="1"/>
            </p:cNvSpPr>
            <p:nvPr/>
          </p:nvSpPr>
          <p:spPr bwMode="auto">
            <a:xfrm>
              <a:off x="4128" y="283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B</a:t>
              </a:r>
            </a:p>
          </p:txBody>
        </p:sp>
        <p:sp>
          <p:nvSpPr>
            <p:cNvPr id="14347" name="Text Box 75"/>
            <p:cNvSpPr txBox="1">
              <a:spLocks noChangeArrowheads="1"/>
            </p:cNvSpPr>
            <p:nvPr/>
          </p:nvSpPr>
          <p:spPr bwMode="auto">
            <a:xfrm>
              <a:off x="3840" y="307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4348" name="Line 76"/>
            <p:cNvSpPr>
              <a:spLocks noChangeShapeType="1"/>
            </p:cNvSpPr>
            <p:nvPr/>
          </p:nvSpPr>
          <p:spPr bwMode="auto">
            <a:xfrm>
              <a:off x="3360" y="2832"/>
              <a:ext cx="10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4349" name="Text Box 77"/>
            <p:cNvSpPr txBox="1">
              <a:spLocks noChangeArrowheads="1"/>
            </p:cNvSpPr>
            <p:nvPr/>
          </p:nvSpPr>
          <p:spPr bwMode="auto">
            <a:xfrm>
              <a:off x="3312" y="2832"/>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dirty="0">
                  <a:latin typeface="Times New Roman" panose="02020603050405020304" pitchFamily="18" charset="0"/>
                  <a:cs typeface="Times New Roman" panose="02020603050405020304" pitchFamily="18" charset="0"/>
                </a:rPr>
                <a:t>R </a:t>
              </a:r>
              <a:r>
                <a:rPr lang="en-US" altLang="en-US" sz="1400" b="1" dirty="0">
                  <a:latin typeface="Times New Roman" panose="02020603050405020304" pitchFamily="18" charset="0"/>
                  <a:cs typeface="Times New Roman" panose="02020603050405020304" pitchFamily="18" charset="0"/>
                  <a:sym typeface="Symbol" pitchFamily="18" charset="2"/>
                </a:rPr>
                <a:t> </a:t>
              </a:r>
              <a:r>
                <a:rPr lang="en-US" altLang="en-US" sz="1400" b="1" dirty="0">
                  <a:latin typeface="Times New Roman" panose="02020603050405020304" pitchFamily="18" charset="0"/>
                  <a:cs typeface="Times New Roman" panose="02020603050405020304" pitchFamily="18" charset="0"/>
                </a:rPr>
                <a:t>S</a:t>
              </a:r>
            </a:p>
          </p:txBody>
        </p:sp>
        <p:sp>
          <p:nvSpPr>
            <p:cNvPr id="14350" name="Line 78"/>
            <p:cNvSpPr>
              <a:spLocks noChangeShapeType="1"/>
            </p:cNvSpPr>
            <p:nvPr/>
          </p:nvSpPr>
          <p:spPr bwMode="auto">
            <a:xfrm>
              <a:off x="3360" y="2832"/>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grpSp>
          <p:nvGrpSpPr>
            <p:cNvPr id="14351" name="Group 81"/>
            <p:cNvGrpSpPr>
              <a:grpSpLocks/>
            </p:cNvGrpSpPr>
            <p:nvPr/>
          </p:nvGrpSpPr>
          <p:grpSpPr bwMode="auto">
            <a:xfrm>
              <a:off x="3840" y="2832"/>
              <a:ext cx="576" cy="480"/>
              <a:chOff x="960" y="2880"/>
              <a:chExt cx="576" cy="1008"/>
            </a:xfrm>
          </p:grpSpPr>
          <p:sp>
            <p:nvSpPr>
              <p:cNvPr id="14354" name="Line 82"/>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4355" name="Line 83"/>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4356" name="Line 84"/>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grpSp>
        <p:sp>
          <p:nvSpPr>
            <p:cNvPr id="14352" name="Text Box 85"/>
            <p:cNvSpPr txBox="1">
              <a:spLocks noChangeArrowheads="1"/>
            </p:cNvSpPr>
            <p:nvPr/>
          </p:nvSpPr>
          <p:spPr bwMode="auto">
            <a:xfrm>
              <a:off x="4128" y="307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a:t>
              </a:r>
            </a:p>
          </p:txBody>
        </p:sp>
        <p:sp>
          <p:nvSpPr>
            <p:cNvPr id="14353" name="Line 88"/>
            <p:cNvSpPr>
              <a:spLocks noChangeShapeType="1"/>
            </p:cNvSpPr>
            <p:nvPr/>
          </p:nvSpPr>
          <p:spPr bwMode="auto">
            <a:xfrm>
              <a:off x="3840" y="3312"/>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13</a:t>
            </a:fld>
            <a:endParaRPr lang="en-US" altLang="en-US"/>
          </a:p>
        </p:txBody>
      </p:sp>
    </p:spTree>
    <p:extLst>
      <p:ext uri="{BB962C8B-B14F-4D97-AF65-F5344CB8AC3E}">
        <p14:creationId xmlns:p14="http://schemas.microsoft.com/office/powerpoint/2010/main" val="3061508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400473"/>
                                        </p:tgtEl>
                                        <p:attrNameLst>
                                          <p:attrName>style.visibility</p:attrName>
                                        </p:attrNameLst>
                                      </p:cBhvr>
                                      <p:to>
                                        <p:strVal val="visible"/>
                                      </p:to>
                                    </p:set>
                                    <p:anim calcmode="lin" valueType="num">
                                      <p:cBhvr additive="base">
                                        <p:cTn id="15" dur="500" fill="hold"/>
                                        <p:tgtEl>
                                          <p:spTgt spid="400473"/>
                                        </p:tgtEl>
                                        <p:attrNameLst>
                                          <p:attrName>ppt_x</p:attrName>
                                        </p:attrNameLst>
                                      </p:cBhvr>
                                      <p:tavLst>
                                        <p:tav tm="0">
                                          <p:val>
                                            <p:strVal val="1+#ppt_w/2"/>
                                          </p:val>
                                        </p:tav>
                                        <p:tav tm="100000">
                                          <p:val>
                                            <p:strVal val="#ppt_x"/>
                                          </p:val>
                                        </p:tav>
                                      </p:tavLst>
                                    </p:anim>
                                    <p:anim calcmode="lin" valueType="num">
                                      <p:cBhvr additive="base">
                                        <p:cTn id="16" dur="500" fill="hold"/>
                                        <p:tgtEl>
                                          <p:spTgt spid="4004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457200" y="354013"/>
            <a:ext cx="82296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3.2.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giao</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sz="3600" b="1" dirty="0">
                <a:solidFill>
                  <a:schemeClr val="tx1"/>
                </a:solidFill>
                <a:latin typeface="Times New Roman" panose="02020603050405020304" pitchFamily="18" charset="0"/>
                <a:cs typeface="Times New Roman" panose="02020603050405020304" pitchFamily="18" charset="0"/>
                <a:sym typeface="Symbol" pitchFamily="18" charset="2"/>
              </a:rPr>
              <a:t> (Intersection)</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13316" name="Rectangle 3"/>
          <p:cNvSpPr>
            <a:spLocks noGrp="1" noChangeArrowheads="1"/>
          </p:cNvSpPr>
          <p:nvPr>
            <p:ph sz="quarter" idx="1"/>
          </p:nvPr>
        </p:nvSpPr>
        <p:spPr>
          <a:xfrm>
            <a:off x="381000" y="1295400"/>
            <a:ext cx="8305800" cy="5105400"/>
          </a:xfrm>
        </p:spPr>
        <p:txBody>
          <a:bodyPr>
            <a:normAutofit/>
          </a:bodyPr>
          <a:lstStyle/>
          <a:p>
            <a:pPr algn="just" eaLnBrk="1" hangingPunct="1"/>
            <a:r>
              <a:rPr lang="en-US" altLang="en-US" b="1" u="sng" dirty="0" err="1">
                <a:latin typeface="Times New Roman" panose="02020603050405020304" pitchFamily="18" charset="0"/>
                <a:cs typeface="Times New Roman" panose="02020603050405020304" pitchFamily="18" charset="0"/>
              </a:rPr>
              <a:t>Ví</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dụ</a:t>
            </a:r>
            <a:r>
              <a:rPr lang="en-US" altLang="en-US" b="1" u="sng"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Xét</a:t>
            </a:r>
            <a:r>
              <a:rPr lang="en-US" altLang="en-US" dirty="0">
                <a:latin typeface="Times New Roman" panose="02020603050405020304" pitchFamily="18" charset="0"/>
                <a:cs typeface="Times New Roman" panose="02020603050405020304" pitchFamily="18" charset="0"/>
              </a:rPr>
              <a:t> 2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2 </a:t>
            </a:r>
            <a:r>
              <a:rPr lang="en-US" altLang="en-US" dirty="0" err="1">
                <a:latin typeface="Times New Roman" panose="02020603050405020304" pitchFamily="18" charset="0"/>
                <a:cs typeface="Times New Roman" panose="02020603050405020304" pitchFamily="18" charset="0"/>
              </a:rPr>
              <a:t>lược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đồ</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NV1(Q</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NV2(Q</a:t>
            </a:r>
            <a:r>
              <a:rPr lang="en-US" altLang="en-US" baseline="-25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a:t>
            </a: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marL="0" indent="0" eaLnBrk="1" hangingPunct="1">
              <a:buNone/>
            </a:pPr>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Q = Q</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rPr>
              <a:t> Q</a:t>
            </a:r>
            <a:r>
              <a:rPr lang="en-US" altLang="en-US" baseline="-25000" dirty="0">
                <a:latin typeface="Times New Roman" panose="02020603050405020304" pitchFamily="18" charset="0"/>
                <a:cs typeface="Times New Roman" panose="02020603050405020304" pitchFamily="18" charset="0"/>
              </a:rPr>
              <a:t>2 </a:t>
            </a:r>
            <a:r>
              <a:rPr lang="en-US" altLang="en-US" dirty="0">
                <a:latin typeface="Times New Roman" panose="02020603050405020304" pitchFamily="18" charset="0"/>
                <a:cs typeface="Times New Roman" panose="02020603050405020304" pitchFamily="18" charset="0"/>
              </a:rPr>
              <a:t> ?</a:t>
            </a:r>
            <a:endParaRPr lang="en-US" altLang="en-US" baseline="-25000" dirty="0">
              <a:latin typeface="Times New Roman" panose="02020603050405020304" pitchFamily="18" charset="0"/>
              <a:cs typeface="Times New Roman" panose="02020603050405020304" pitchFamily="18" charset="0"/>
            </a:endParaRPr>
          </a:p>
          <a:p>
            <a:pPr marL="0" indent="0" eaLnBrk="1" hangingPunct="1">
              <a:buNone/>
            </a:pPr>
            <a:endParaRPr lang="en-US" altLang="en-US" dirty="0">
              <a:latin typeface="Times New Roman" panose="02020603050405020304" pitchFamily="18" charset="0"/>
              <a:cs typeface="Times New Roman" panose="02020603050405020304" pitchFamily="18" charset="0"/>
            </a:endParaRP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311" y="2362200"/>
            <a:ext cx="3723289" cy="1341347"/>
          </a:xfrm>
          <a:prstGeom prst="rect">
            <a:avLst/>
          </a:prstGeom>
        </p:spPr>
      </p:pic>
      <p:pic>
        <p:nvPicPr>
          <p:cNvPr id="3" name="Picture 2"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1001" y="2438400"/>
            <a:ext cx="4198664" cy="1219200"/>
          </a:xfrm>
          <a:prstGeom prst="rect">
            <a:avLst/>
          </a:prstGeom>
        </p:spPr>
      </p:pic>
      <p:pic>
        <p:nvPicPr>
          <p:cNvPr id="4" name="Picture 3"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00200" y="4800601"/>
            <a:ext cx="5334000" cy="843731"/>
          </a:xfrm>
          <a:prstGeom prst="rect">
            <a:avLst/>
          </a:prstGeom>
        </p:spPr>
      </p:pic>
      <p:sp>
        <p:nvSpPr>
          <p:cNvPr id="5" name="Footer Placeholder 4"/>
          <p:cNvSpPr>
            <a:spLocks noGrp="1"/>
          </p:cNvSpPr>
          <p:nvPr>
            <p:ph type="ftr" sz="quarter" idx="16"/>
          </p:nvPr>
        </p:nvSpPr>
        <p:spPr/>
        <p:txBody>
          <a:bodyPr/>
          <a:lstStyle/>
          <a:p>
            <a:pPr>
              <a:defRPr/>
            </a:pPr>
            <a:endParaRPr lang="en-US" altLang="en-US"/>
          </a:p>
        </p:txBody>
      </p:sp>
      <p:sp>
        <p:nvSpPr>
          <p:cNvPr id="6" name="Slide Number Placeholder 5"/>
          <p:cNvSpPr>
            <a:spLocks noGrp="1"/>
          </p:cNvSpPr>
          <p:nvPr>
            <p:ph type="sldNum" sz="quarter" idx="15"/>
          </p:nvPr>
        </p:nvSpPr>
        <p:spPr/>
        <p:txBody>
          <a:bodyPr/>
          <a:lstStyle/>
          <a:p>
            <a:pPr>
              <a:defRPr/>
            </a:pPr>
            <a:fld id="{D6CAE541-0444-4136-8702-7A35D945224B}" type="slidenum">
              <a:rPr lang="en-US" altLang="en-US" smtClean="0"/>
              <a:pPr>
                <a:defRPr/>
              </a:pPr>
              <a:t>14</a:t>
            </a:fld>
            <a:endParaRPr lang="en-US" altLang="en-US"/>
          </a:p>
        </p:txBody>
      </p:sp>
    </p:spTree>
    <p:extLst>
      <p:ext uri="{BB962C8B-B14F-4D97-AF65-F5344CB8AC3E}">
        <p14:creationId xmlns:p14="http://schemas.microsoft.com/office/powerpoint/2010/main" val="3122147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354013"/>
            <a:ext cx="82296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3.3.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trừ</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600" b="1" dirty="0" err="1">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Diference</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15363" name="Rectangle 3"/>
          <p:cNvSpPr>
            <a:spLocks noGrp="1" noChangeArrowheads="1"/>
          </p:cNvSpPr>
          <p:nvPr>
            <p:ph sz="quarter" idx="1"/>
          </p:nvPr>
        </p:nvSpPr>
        <p:spPr>
          <a:xfrm>
            <a:off x="381000" y="1295400"/>
            <a:ext cx="8305800" cy="5105400"/>
          </a:xfrm>
        </p:spPr>
        <p:txBody>
          <a:bodyPr/>
          <a:lstStyle/>
          <a:p>
            <a:pPr eaLnBrk="1" hangingPunct="1"/>
            <a:r>
              <a:rPr lang="en-US" altLang="en-US" dirty="0">
                <a:latin typeface="Times New Roman" panose="02020603050405020304" pitchFamily="18" charset="0"/>
                <a:cs typeface="Times New Roman" panose="02020603050405020304" pitchFamily="18" charset="0"/>
              </a:rPr>
              <a:t>Cho 2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R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S </a:t>
            </a:r>
            <a:r>
              <a:rPr lang="en-US" altLang="en-US" dirty="0" err="1">
                <a:latin typeface="Times New Roman" panose="02020603050405020304" pitchFamily="18" charset="0"/>
                <a:cs typeface="Times New Roman" panose="02020603050405020304" pitchFamily="18" charset="0"/>
              </a:rPr>
              <a:t>khả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giao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R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S</a:t>
            </a:r>
          </a:p>
          <a:p>
            <a:pPr lvl="1" eaLnBrk="1" hangingPunct="1"/>
            <a:r>
              <a:rPr lang="en-US" altLang="en-US" dirty="0" err="1">
                <a:latin typeface="Times New Roman" panose="02020603050405020304" pitchFamily="18" charset="0"/>
                <a:cs typeface="Times New Roman" panose="02020603050405020304" pitchFamily="18" charset="0"/>
              </a:rPr>
              <a:t>Ký</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hiệu</a:t>
            </a:r>
            <a:r>
              <a:rPr lang="en-US" altLang="en-US" dirty="0">
                <a:latin typeface="Times New Roman" panose="02020603050405020304" pitchFamily="18" charset="0"/>
                <a:cs typeface="Times New Roman" panose="02020603050405020304" pitchFamily="18" charset="0"/>
              </a:rPr>
              <a:t> R </a:t>
            </a:r>
            <a:r>
              <a:rPr lang="en-US" altLang="en-US"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rPr>
              <a:t> S</a:t>
            </a:r>
          </a:p>
          <a:p>
            <a:pPr lvl="1" eaLnBrk="1" hangingPunct="1"/>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một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gồm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thuộc</a:t>
            </a:r>
            <a:r>
              <a:rPr lang="en-US" altLang="en-US" dirty="0">
                <a:solidFill>
                  <a:srgbClr val="FF0000"/>
                </a:solidFill>
                <a:latin typeface="Times New Roman" panose="02020603050405020304" pitchFamily="18" charset="0"/>
                <a:cs typeface="Times New Roman" panose="02020603050405020304" pitchFamily="18" charset="0"/>
              </a:rPr>
              <a:t> R </a:t>
            </a:r>
            <a:r>
              <a:rPr lang="en-US" altLang="en-US" dirty="0" err="1">
                <a:solidFill>
                  <a:srgbClr val="FF0000"/>
                </a:solidFill>
                <a:latin typeface="Times New Roman" panose="02020603050405020304" pitchFamily="18" charset="0"/>
                <a:cs typeface="Times New Roman" panose="02020603050405020304" pitchFamily="18" charset="0"/>
              </a:rPr>
              <a:t>và</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b="1" u="sng" dirty="0" err="1">
                <a:solidFill>
                  <a:srgbClr val="FF0000"/>
                </a:solidFill>
                <a:latin typeface="Times New Roman" panose="02020603050405020304" pitchFamily="18" charset="0"/>
                <a:cs typeface="Times New Roman" panose="02020603050405020304" pitchFamily="18" charset="0"/>
              </a:rPr>
              <a:t>không</a:t>
            </a:r>
            <a:r>
              <a:rPr lang="en-US" altLang="en-US" b="1" u="sng" dirty="0">
                <a:solidFill>
                  <a:srgbClr val="FF0000"/>
                </a:solidFill>
                <a:latin typeface="Times New Roman" panose="02020603050405020304" pitchFamily="18" charset="0"/>
                <a:cs typeface="Times New Roman" panose="02020603050405020304" pitchFamily="18" charset="0"/>
              </a:rPr>
              <a:t> </a:t>
            </a:r>
            <a:r>
              <a:rPr lang="en-US" altLang="en-US" b="1" u="sng" dirty="0" err="1">
                <a:solidFill>
                  <a:srgbClr val="FF0000"/>
                </a:solidFill>
                <a:latin typeface="Times New Roman" panose="02020603050405020304" pitchFamily="18" charset="0"/>
                <a:cs typeface="Times New Roman" panose="02020603050405020304" pitchFamily="18" charset="0"/>
              </a:rPr>
              <a:t>thuộc</a:t>
            </a:r>
            <a:r>
              <a:rPr lang="en-US" altLang="en-US" b="1" u="sng" dirty="0">
                <a:solidFill>
                  <a:srgbClr val="FF0000"/>
                </a:solidFill>
                <a:latin typeface="Times New Roman" panose="02020603050405020304" pitchFamily="18" charset="0"/>
                <a:cs typeface="Times New Roman" panose="02020603050405020304" pitchFamily="18" charset="0"/>
              </a:rPr>
              <a:t> S</a:t>
            </a: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err="1">
                <a:latin typeface="Times New Roman" panose="02020603050405020304" pitchFamily="18" charset="0"/>
                <a:cs typeface="Times New Roman" panose="02020603050405020304" pitchFamily="18" charset="0"/>
              </a:rPr>
              <a:t>Ví</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dụ</a:t>
            </a:r>
            <a:endParaRPr lang="en-US" altLang="en-US" dirty="0">
              <a:latin typeface="Times New Roman" panose="02020603050405020304" pitchFamily="18" charset="0"/>
              <a:cs typeface="Times New Roman" panose="02020603050405020304" pitchFamily="18" charset="0"/>
            </a:endParaRPr>
          </a:p>
        </p:txBody>
      </p:sp>
      <p:sp>
        <p:nvSpPr>
          <p:cNvPr id="15364" name="Text Box 4"/>
          <p:cNvSpPr txBox="1">
            <a:spLocks noChangeArrowheads="1"/>
          </p:cNvSpPr>
          <p:nvPr/>
        </p:nvSpPr>
        <p:spPr bwMode="auto">
          <a:xfrm>
            <a:off x="2209800" y="3200400"/>
            <a:ext cx="4038600" cy="439738"/>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2200" dirty="0">
                <a:latin typeface="Times New Roman" panose="02020603050405020304" pitchFamily="18" charset="0"/>
                <a:cs typeface="Times New Roman" panose="02020603050405020304" pitchFamily="18" charset="0"/>
              </a:rPr>
              <a:t>R </a:t>
            </a:r>
            <a:r>
              <a:rPr lang="en-US" altLang="en-US" sz="2200" b="1"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sym typeface="Symbol" pitchFamily="18" charset="2"/>
              </a:rPr>
              <a:t> </a:t>
            </a:r>
            <a:r>
              <a:rPr lang="en-US" altLang="en-US" sz="2200" dirty="0">
                <a:latin typeface="Times New Roman" panose="02020603050405020304" pitchFamily="18" charset="0"/>
                <a:cs typeface="Times New Roman" panose="02020603050405020304" pitchFamily="18" charset="0"/>
              </a:rPr>
              <a:t>S = { t / </a:t>
            </a:r>
            <a:r>
              <a:rPr lang="en-US" altLang="en-US" sz="2200" dirty="0" err="1">
                <a:latin typeface="Times New Roman" panose="02020603050405020304" pitchFamily="18" charset="0"/>
                <a:cs typeface="Times New Roman" panose="02020603050405020304" pitchFamily="18" charset="0"/>
              </a:rPr>
              <a:t>t</a:t>
            </a:r>
            <a:r>
              <a:rPr lang="en-US" altLang="en-US" sz="2200" b="1" dirty="0" err="1">
                <a:latin typeface="Times New Roman" panose="02020603050405020304" pitchFamily="18" charset="0"/>
                <a:cs typeface="Times New Roman" panose="02020603050405020304" pitchFamily="18" charset="0"/>
                <a:sym typeface="Symbol" pitchFamily="18" charset="2"/>
              </a:rPr>
              <a:t></a:t>
            </a:r>
            <a:r>
              <a:rPr lang="en-US" altLang="en-US" sz="2200" dirty="0" err="1">
                <a:latin typeface="Times New Roman" panose="02020603050405020304" pitchFamily="18" charset="0"/>
                <a:cs typeface="Times New Roman" panose="02020603050405020304" pitchFamily="18" charset="0"/>
              </a:rPr>
              <a:t>R</a:t>
            </a:r>
            <a:r>
              <a:rPr lang="en-US" altLang="en-US" sz="2200" dirty="0">
                <a:latin typeface="Times New Roman" panose="02020603050405020304" pitchFamily="18" charset="0"/>
                <a:cs typeface="Times New Roman" panose="02020603050405020304" pitchFamily="18" charset="0"/>
              </a:rPr>
              <a:t> </a:t>
            </a:r>
            <a:r>
              <a:rPr lang="en-US" altLang="en-US" sz="2200" b="1"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rPr>
              <a:t> </a:t>
            </a:r>
            <a:r>
              <a:rPr lang="en-US" altLang="en-US" sz="2200" dirty="0" err="1">
                <a:latin typeface="Times New Roman" panose="02020603050405020304" pitchFamily="18" charset="0"/>
                <a:cs typeface="Times New Roman" panose="02020603050405020304" pitchFamily="18" charset="0"/>
              </a:rPr>
              <a:t>t</a:t>
            </a:r>
            <a:r>
              <a:rPr lang="en-US" altLang="en-US" sz="2200" b="1" dirty="0" err="1">
                <a:latin typeface="Times New Roman" panose="02020603050405020304" pitchFamily="18" charset="0"/>
                <a:cs typeface="Times New Roman" panose="02020603050405020304" pitchFamily="18" charset="0"/>
                <a:sym typeface="Symbol" pitchFamily="18" charset="2"/>
              </a:rPr>
              <a:t></a:t>
            </a:r>
            <a:r>
              <a:rPr lang="en-US" altLang="en-US" sz="2200" dirty="0" err="1">
                <a:latin typeface="Times New Roman" panose="02020603050405020304" pitchFamily="18" charset="0"/>
                <a:cs typeface="Times New Roman" panose="02020603050405020304" pitchFamily="18" charset="0"/>
              </a:rPr>
              <a:t>S</a:t>
            </a:r>
            <a:r>
              <a:rPr lang="en-US" altLang="en-US" sz="2200" dirty="0">
                <a:latin typeface="Times New Roman" panose="02020603050405020304" pitchFamily="18" charset="0"/>
                <a:cs typeface="Times New Roman" panose="02020603050405020304" pitchFamily="18" charset="0"/>
              </a:rPr>
              <a:t> }</a:t>
            </a:r>
          </a:p>
        </p:txBody>
      </p:sp>
      <p:grpSp>
        <p:nvGrpSpPr>
          <p:cNvPr id="15365" name="Group 5"/>
          <p:cNvGrpSpPr>
            <a:grpSpLocks/>
          </p:cNvGrpSpPr>
          <p:nvPr/>
        </p:nvGrpSpPr>
        <p:grpSpPr bwMode="auto">
          <a:xfrm>
            <a:off x="990600" y="4419600"/>
            <a:ext cx="1447800" cy="1371600"/>
            <a:chOff x="624" y="2880"/>
            <a:chExt cx="912" cy="864"/>
          </a:xfrm>
        </p:grpSpPr>
        <p:sp>
          <p:nvSpPr>
            <p:cNvPr id="15398" name="Line 6"/>
            <p:cNvSpPr>
              <a:spLocks noChangeShapeType="1"/>
            </p:cNvSpPr>
            <p:nvPr/>
          </p:nvSpPr>
          <p:spPr bwMode="auto">
            <a:xfrm>
              <a:off x="624" y="3072"/>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5399" name="Text Box 7"/>
            <p:cNvSpPr txBox="1">
              <a:spLocks noChangeArrowheads="1"/>
            </p:cNvSpPr>
            <p:nvPr/>
          </p:nvSpPr>
          <p:spPr bwMode="auto">
            <a:xfrm>
              <a:off x="960"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a:t>
              </a:r>
            </a:p>
          </p:txBody>
        </p:sp>
        <p:sp>
          <p:nvSpPr>
            <p:cNvPr id="15400" name="Text Box 8"/>
            <p:cNvSpPr txBox="1">
              <a:spLocks noChangeArrowheads="1"/>
            </p:cNvSpPr>
            <p:nvPr/>
          </p:nvSpPr>
          <p:spPr bwMode="auto">
            <a:xfrm>
              <a:off x="1248"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B</a:t>
              </a:r>
            </a:p>
          </p:txBody>
        </p:sp>
        <p:sp>
          <p:nvSpPr>
            <p:cNvPr id="15401" name="Text Box 9"/>
            <p:cNvSpPr txBox="1">
              <a:spLocks noChangeArrowheads="1"/>
            </p:cNvSpPr>
            <p:nvPr/>
          </p:nvSpPr>
          <p:spPr bwMode="auto">
            <a:xfrm>
              <a:off x="960" y="31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5402" name="Line 10"/>
            <p:cNvSpPr>
              <a:spLocks noChangeShapeType="1"/>
            </p:cNvSpPr>
            <p:nvPr/>
          </p:nvSpPr>
          <p:spPr bwMode="auto">
            <a:xfrm>
              <a:off x="624" y="2880"/>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5403" name="Line 11"/>
            <p:cNvSpPr>
              <a:spLocks noChangeShapeType="1"/>
            </p:cNvSpPr>
            <p:nvPr/>
          </p:nvSpPr>
          <p:spPr bwMode="auto">
            <a:xfrm>
              <a:off x="960" y="3744"/>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5404" name="Text Box 12"/>
            <p:cNvSpPr txBox="1">
              <a:spLocks noChangeArrowheads="1"/>
            </p:cNvSpPr>
            <p:nvPr/>
          </p:nvSpPr>
          <p:spPr bwMode="auto">
            <a:xfrm>
              <a:off x="624" y="2880"/>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latin typeface="Times New Roman" panose="02020603050405020304" pitchFamily="18" charset="0"/>
                  <a:cs typeface="Times New Roman" panose="02020603050405020304" pitchFamily="18" charset="0"/>
                </a:rPr>
                <a:t>R</a:t>
              </a:r>
            </a:p>
          </p:txBody>
        </p:sp>
        <p:sp>
          <p:nvSpPr>
            <p:cNvPr id="15405" name="Line 13"/>
            <p:cNvSpPr>
              <a:spLocks noChangeShapeType="1"/>
            </p:cNvSpPr>
            <p:nvPr/>
          </p:nvSpPr>
          <p:spPr bwMode="auto">
            <a:xfrm>
              <a:off x="624" y="2880"/>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5406" name="Text Box 14"/>
            <p:cNvSpPr txBox="1">
              <a:spLocks noChangeArrowheads="1"/>
            </p:cNvSpPr>
            <p:nvPr/>
          </p:nvSpPr>
          <p:spPr bwMode="auto">
            <a:xfrm>
              <a:off x="960" y="331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5407" name="Text Box 15"/>
            <p:cNvSpPr txBox="1">
              <a:spLocks noChangeArrowheads="1"/>
            </p:cNvSpPr>
            <p:nvPr/>
          </p:nvSpPr>
          <p:spPr bwMode="auto">
            <a:xfrm>
              <a:off x="960" y="350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grpSp>
          <p:nvGrpSpPr>
            <p:cNvPr id="15408" name="Group 16"/>
            <p:cNvGrpSpPr>
              <a:grpSpLocks/>
            </p:cNvGrpSpPr>
            <p:nvPr/>
          </p:nvGrpSpPr>
          <p:grpSpPr bwMode="auto">
            <a:xfrm>
              <a:off x="960" y="2880"/>
              <a:ext cx="576" cy="864"/>
              <a:chOff x="960" y="2880"/>
              <a:chExt cx="576" cy="1008"/>
            </a:xfrm>
          </p:grpSpPr>
          <p:sp>
            <p:nvSpPr>
              <p:cNvPr id="15412" name="Line 17"/>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5413" name="Line 18"/>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5414" name="Line 19"/>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grpSp>
        <p:sp>
          <p:nvSpPr>
            <p:cNvPr id="15409" name="Text Box 20"/>
            <p:cNvSpPr txBox="1">
              <a:spLocks noChangeArrowheads="1"/>
            </p:cNvSpPr>
            <p:nvPr/>
          </p:nvSpPr>
          <p:spPr bwMode="auto">
            <a:xfrm>
              <a:off x="1248" y="31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sp>
          <p:nvSpPr>
            <p:cNvPr id="15410" name="Text Box 21"/>
            <p:cNvSpPr txBox="1">
              <a:spLocks noChangeArrowheads="1"/>
            </p:cNvSpPr>
            <p:nvPr/>
          </p:nvSpPr>
          <p:spPr bwMode="auto">
            <a:xfrm>
              <a:off x="1248" y="331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a:t>
              </a:r>
            </a:p>
          </p:txBody>
        </p:sp>
        <p:sp>
          <p:nvSpPr>
            <p:cNvPr id="15411" name="Text Box 22"/>
            <p:cNvSpPr txBox="1">
              <a:spLocks noChangeArrowheads="1"/>
            </p:cNvSpPr>
            <p:nvPr/>
          </p:nvSpPr>
          <p:spPr bwMode="auto">
            <a:xfrm>
              <a:off x="1248" y="350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grpSp>
      <p:grpSp>
        <p:nvGrpSpPr>
          <p:cNvPr id="15366" name="Group 23"/>
          <p:cNvGrpSpPr>
            <a:grpSpLocks/>
          </p:cNvGrpSpPr>
          <p:nvPr/>
        </p:nvGrpSpPr>
        <p:grpSpPr bwMode="auto">
          <a:xfrm>
            <a:off x="2819400" y="4419600"/>
            <a:ext cx="1447800" cy="1066800"/>
            <a:chOff x="1728" y="2880"/>
            <a:chExt cx="912" cy="672"/>
          </a:xfrm>
        </p:grpSpPr>
        <p:sp>
          <p:nvSpPr>
            <p:cNvPr id="15383" name="Line 24"/>
            <p:cNvSpPr>
              <a:spLocks noChangeShapeType="1"/>
            </p:cNvSpPr>
            <p:nvPr/>
          </p:nvSpPr>
          <p:spPr bwMode="auto">
            <a:xfrm>
              <a:off x="1728" y="3072"/>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5384" name="Text Box 25"/>
            <p:cNvSpPr txBox="1">
              <a:spLocks noChangeArrowheads="1"/>
            </p:cNvSpPr>
            <p:nvPr/>
          </p:nvSpPr>
          <p:spPr bwMode="auto">
            <a:xfrm>
              <a:off x="2064"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a:t>
              </a:r>
            </a:p>
          </p:txBody>
        </p:sp>
        <p:sp>
          <p:nvSpPr>
            <p:cNvPr id="15385" name="Text Box 26"/>
            <p:cNvSpPr txBox="1">
              <a:spLocks noChangeArrowheads="1"/>
            </p:cNvSpPr>
            <p:nvPr/>
          </p:nvSpPr>
          <p:spPr bwMode="auto">
            <a:xfrm>
              <a:off x="2352"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B</a:t>
              </a:r>
            </a:p>
          </p:txBody>
        </p:sp>
        <p:sp>
          <p:nvSpPr>
            <p:cNvPr id="15386" name="Text Box 27"/>
            <p:cNvSpPr txBox="1">
              <a:spLocks noChangeArrowheads="1"/>
            </p:cNvSpPr>
            <p:nvPr/>
          </p:nvSpPr>
          <p:spPr bwMode="auto">
            <a:xfrm>
              <a:off x="2064" y="31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5387" name="Line 28"/>
            <p:cNvSpPr>
              <a:spLocks noChangeShapeType="1"/>
            </p:cNvSpPr>
            <p:nvPr/>
          </p:nvSpPr>
          <p:spPr bwMode="auto">
            <a:xfrm>
              <a:off x="1728" y="2880"/>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5388" name="Line 29"/>
            <p:cNvSpPr>
              <a:spLocks noChangeShapeType="1"/>
            </p:cNvSpPr>
            <p:nvPr/>
          </p:nvSpPr>
          <p:spPr bwMode="auto">
            <a:xfrm>
              <a:off x="2064" y="3552"/>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5389" name="Text Box 30"/>
            <p:cNvSpPr txBox="1">
              <a:spLocks noChangeArrowheads="1"/>
            </p:cNvSpPr>
            <p:nvPr/>
          </p:nvSpPr>
          <p:spPr bwMode="auto">
            <a:xfrm>
              <a:off x="1728" y="2880"/>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latin typeface="Times New Roman" panose="02020603050405020304" pitchFamily="18" charset="0"/>
                  <a:cs typeface="Times New Roman" panose="02020603050405020304" pitchFamily="18" charset="0"/>
                </a:rPr>
                <a:t>S</a:t>
              </a:r>
            </a:p>
          </p:txBody>
        </p:sp>
        <p:sp>
          <p:nvSpPr>
            <p:cNvPr id="15390" name="Line 31"/>
            <p:cNvSpPr>
              <a:spLocks noChangeShapeType="1"/>
            </p:cNvSpPr>
            <p:nvPr/>
          </p:nvSpPr>
          <p:spPr bwMode="auto">
            <a:xfrm>
              <a:off x="1728" y="2880"/>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5391" name="Text Box 32"/>
            <p:cNvSpPr txBox="1">
              <a:spLocks noChangeArrowheads="1"/>
            </p:cNvSpPr>
            <p:nvPr/>
          </p:nvSpPr>
          <p:spPr bwMode="auto">
            <a:xfrm>
              <a:off x="2064" y="331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grpSp>
          <p:nvGrpSpPr>
            <p:cNvPr id="15392" name="Group 33"/>
            <p:cNvGrpSpPr>
              <a:grpSpLocks/>
            </p:cNvGrpSpPr>
            <p:nvPr/>
          </p:nvGrpSpPr>
          <p:grpSpPr bwMode="auto">
            <a:xfrm>
              <a:off x="2064" y="2880"/>
              <a:ext cx="576" cy="672"/>
              <a:chOff x="960" y="2880"/>
              <a:chExt cx="576" cy="1008"/>
            </a:xfrm>
          </p:grpSpPr>
          <p:sp>
            <p:nvSpPr>
              <p:cNvPr id="15395" name="Line 34"/>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5396" name="Line 35"/>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5397" name="Line 36"/>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grpSp>
        <p:sp>
          <p:nvSpPr>
            <p:cNvPr id="15393" name="Text Box 37"/>
            <p:cNvSpPr txBox="1">
              <a:spLocks noChangeArrowheads="1"/>
            </p:cNvSpPr>
            <p:nvPr/>
          </p:nvSpPr>
          <p:spPr bwMode="auto">
            <a:xfrm>
              <a:off x="2352" y="31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a:t>
              </a:r>
            </a:p>
          </p:txBody>
        </p:sp>
        <p:sp>
          <p:nvSpPr>
            <p:cNvPr id="15394" name="Text Box 38"/>
            <p:cNvSpPr txBox="1">
              <a:spLocks noChangeArrowheads="1"/>
            </p:cNvSpPr>
            <p:nvPr/>
          </p:nvSpPr>
          <p:spPr bwMode="auto">
            <a:xfrm>
              <a:off x="2352" y="331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dirty="0">
                  <a:latin typeface="Times New Roman" panose="02020603050405020304" pitchFamily="18" charset="0"/>
                  <a:cs typeface="Times New Roman" panose="02020603050405020304" pitchFamily="18" charset="0"/>
                  <a:sym typeface="Symbol" pitchFamily="18" charset="2"/>
                </a:rPr>
                <a:t>3</a:t>
              </a:r>
            </a:p>
          </p:txBody>
        </p:sp>
      </p:grpSp>
      <p:grpSp>
        <p:nvGrpSpPr>
          <p:cNvPr id="402503" name="Group 71"/>
          <p:cNvGrpSpPr>
            <a:grpSpLocks/>
          </p:cNvGrpSpPr>
          <p:nvPr/>
        </p:nvGrpSpPr>
        <p:grpSpPr bwMode="auto">
          <a:xfrm>
            <a:off x="5257800" y="4419600"/>
            <a:ext cx="1752600" cy="1066800"/>
            <a:chOff x="3312" y="2832"/>
            <a:chExt cx="1104" cy="672"/>
          </a:xfrm>
        </p:grpSpPr>
        <p:sp>
          <p:nvSpPr>
            <p:cNvPr id="15368" name="Line 54"/>
            <p:cNvSpPr>
              <a:spLocks noChangeShapeType="1"/>
            </p:cNvSpPr>
            <p:nvPr/>
          </p:nvSpPr>
          <p:spPr bwMode="auto">
            <a:xfrm>
              <a:off x="3360" y="3024"/>
              <a:ext cx="10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5369" name="Text Box 55"/>
            <p:cNvSpPr txBox="1">
              <a:spLocks noChangeArrowheads="1"/>
            </p:cNvSpPr>
            <p:nvPr/>
          </p:nvSpPr>
          <p:spPr bwMode="auto">
            <a:xfrm>
              <a:off x="3840" y="283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a:t>
              </a:r>
            </a:p>
          </p:txBody>
        </p:sp>
        <p:sp>
          <p:nvSpPr>
            <p:cNvPr id="15370" name="Text Box 56"/>
            <p:cNvSpPr txBox="1">
              <a:spLocks noChangeArrowheads="1"/>
            </p:cNvSpPr>
            <p:nvPr/>
          </p:nvSpPr>
          <p:spPr bwMode="auto">
            <a:xfrm>
              <a:off x="4128" y="283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B</a:t>
              </a:r>
            </a:p>
          </p:txBody>
        </p:sp>
        <p:sp>
          <p:nvSpPr>
            <p:cNvPr id="15371" name="Text Box 57"/>
            <p:cNvSpPr txBox="1">
              <a:spLocks noChangeArrowheads="1"/>
            </p:cNvSpPr>
            <p:nvPr/>
          </p:nvSpPr>
          <p:spPr bwMode="auto">
            <a:xfrm>
              <a:off x="3840" y="307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5372" name="Line 58"/>
            <p:cNvSpPr>
              <a:spLocks noChangeShapeType="1"/>
            </p:cNvSpPr>
            <p:nvPr/>
          </p:nvSpPr>
          <p:spPr bwMode="auto">
            <a:xfrm>
              <a:off x="3360" y="2832"/>
              <a:ext cx="10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5373" name="Text Box 59"/>
            <p:cNvSpPr txBox="1">
              <a:spLocks noChangeArrowheads="1"/>
            </p:cNvSpPr>
            <p:nvPr/>
          </p:nvSpPr>
          <p:spPr bwMode="auto">
            <a:xfrm>
              <a:off x="3312" y="2832"/>
              <a:ext cx="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latin typeface="Times New Roman" panose="02020603050405020304" pitchFamily="18" charset="0"/>
                  <a:cs typeface="Times New Roman" panose="02020603050405020304" pitchFamily="18" charset="0"/>
                </a:rPr>
                <a:t>R </a:t>
              </a:r>
              <a:r>
                <a:rPr lang="en-US" altLang="en-US" sz="1400" b="1">
                  <a:latin typeface="Times New Roman" panose="02020603050405020304" pitchFamily="18" charset="0"/>
                  <a:cs typeface="Times New Roman" panose="02020603050405020304" pitchFamily="18" charset="0"/>
                  <a:sym typeface="Symbol" pitchFamily="18" charset="2"/>
                </a:rPr>
                <a:t> </a:t>
              </a:r>
              <a:r>
                <a:rPr lang="en-US" altLang="en-US" sz="1400" b="1">
                  <a:latin typeface="Times New Roman" panose="02020603050405020304" pitchFamily="18" charset="0"/>
                  <a:cs typeface="Times New Roman" panose="02020603050405020304" pitchFamily="18" charset="0"/>
                </a:rPr>
                <a:t>S</a:t>
              </a:r>
            </a:p>
          </p:txBody>
        </p:sp>
        <p:sp>
          <p:nvSpPr>
            <p:cNvPr id="15374" name="Line 60"/>
            <p:cNvSpPr>
              <a:spLocks noChangeShapeType="1"/>
            </p:cNvSpPr>
            <p:nvPr/>
          </p:nvSpPr>
          <p:spPr bwMode="auto">
            <a:xfrm>
              <a:off x="3360" y="2832"/>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5375" name="Text Box 62"/>
            <p:cNvSpPr txBox="1">
              <a:spLocks noChangeArrowheads="1"/>
            </p:cNvSpPr>
            <p:nvPr/>
          </p:nvSpPr>
          <p:spPr bwMode="auto">
            <a:xfrm>
              <a:off x="3840" y="326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grpSp>
          <p:nvGrpSpPr>
            <p:cNvPr id="15376" name="Group 63"/>
            <p:cNvGrpSpPr>
              <a:grpSpLocks/>
            </p:cNvGrpSpPr>
            <p:nvPr/>
          </p:nvGrpSpPr>
          <p:grpSpPr bwMode="auto">
            <a:xfrm>
              <a:off x="3840" y="2832"/>
              <a:ext cx="576" cy="672"/>
              <a:chOff x="960" y="2880"/>
              <a:chExt cx="576" cy="1008"/>
            </a:xfrm>
          </p:grpSpPr>
          <p:sp>
            <p:nvSpPr>
              <p:cNvPr id="15380" name="Line 64"/>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5381" name="Line 65"/>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15382" name="Line 66"/>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grpSp>
        <p:sp>
          <p:nvSpPr>
            <p:cNvPr id="15377" name="Text Box 67"/>
            <p:cNvSpPr txBox="1">
              <a:spLocks noChangeArrowheads="1"/>
            </p:cNvSpPr>
            <p:nvPr/>
          </p:nvSpPr>
          <p:spPr bwMode="auto">
            <a:xfrm>
              <a:off x="4128" y="307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sp>
          <p:nvSpPr>
            <p:cNvPr id="15378" name="Text Box 69"/>
            <p:cNvSpPr txBox="1">
              <a:spLocks noChangeArrowheads="1"/>
            </p:cNvSpPr>
            <p:nvPr/>
          </p:nvSpPr>
          <p:spPr bwMode="auto">
            <a:xfrm>
              <a:off x="4128" y="326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sp>
          <p:nvSpPr>
            <p:cNvPr id="15379" name="Line 70"/>
            <p:cNvSpPr>
              <a:spLocks noChangeShapeType="1"/>
            </p:cNvSpPr>
            <p:nvPr/>
          </p:nvSpPr>
          <p:spPr bwMode="auto">
            <a:xfrm>
              <a:off x="3840" y="3504"/>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15</a:t>
            </a:fld>
            <a:endParaRPr lang="en-US" altLang="en-US"/>
          </a:p>
        </p:txBody>
      </p:sp>
    </p:spTree>
    <p:extLst>
      <p:ext uri="{BB962C8B-B14F-4D97-AF65-F5344CB8AC3E}">
        <p14:creationId xmlns:p14="http://schemas.microsoft.com/office/powerpoint/2010/main" val="42019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402503"/>
                                        </p:tgtEl>
                                        <p:attrNameLst>
                                          <p:attrName>style.visibility</p:attrName>
                                        </p:attrNameLst>
                                      </p:cBhvr>
                                      <p:to>
                                        <p:strVal val="visible"/>
                                      </p:to>
                                    </p:set>
                                    <p:anim calcmode="lin" valueType="num">
                                      <p:cBhvr additive="base">
                                        <p:cTn id="15" dur="500" fill="hold"/>
                                        <p:tgtEl>
                                          <p:spTgt spid="402503"/>
                                        </p:tgtEl>
                                        <p:attrNameLst>
                                          <p:attrName>ppt_x</p:attrName>
                                        </p:attrNameLst>
                                      </p:cBhvr>
                                      <p:tavLst>
                                        <p:tav tm="0">
                                          <p:val>
                                            <p:strVal val="1+#ppt_w/2"/>
                                          </p:val>
                                        </p:tav>
                                        <p:tav tm="100000">
                                          <p:val>
                                            <p:strVal val="#ppt_x"/>
                                          </p:val>
                                        </p:tav>
                                      </p:tavLst>
                                    </p:anim>
                                    <p:anim calcmode="lin" valueType="num">
                                      <p:cBhvr additive="base">
                                        <p:cTn id="16" dur="500" fill="hold"/>
                                        <p:tgtEl>
                                          <p:spTgt spid="4025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457200" y="354013"/>
            <a:ext cx="82296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3.3.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trừ</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600" b="1" dirty="0" err="1">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Diference</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13316" name="Rectangle 3"/>
          <p:cNvSpPr>
            <a:spLocks noGrp="1" noChangeArrowheads="1"/>
          </p:cNvSpPr>
          <p:nvPr>
            <p:ph sz="quarter" idx="1"/>
          </p:nvPr>
        </p:nvSpPr>
        <p:spPr>
          <a:xfrm>
            <a:off x="381000" y="1295400"/>
            <a:ext cx="8305800" cy="5105400"/>
          </a:xfrm>
        </p:spPr>
        <p:txBody>
          <a:bodyPr>
            <a:normAutofit/>
          </a:bodyPr>
          <a:lstStyle/>
          <a:p>
            <a:pPr algn="just" eaLnBrk="1" hangingPunct="1"/>
            <a:r>
              <a:rPr lang="en-US" altLang="en-US" b="1" u="sng" dirty="0" err="1">
                <a:latin typeface="Times New Roman" panose="02020603050405020304" pitchFamily="18" charset="0"/>
                <a:cs typeface="Times New Roman" panose="02020603050405020304" pitchFamily="18" charset="0"/>
              </a:rPr>
              <a:t>Ví</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dụ</a:t>
            </a:r>
            <a:r>
              <a:rPr lang="en-US" altLang="en-US" b="1" u="sng"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Xét</a:t>
            </a:r>
            <a:r>
              <a:rPr lang="en-US" altLang="en-US" dirty="0">
                <a:latin typeface="Times New Roman" panose="02020603050405020304" pitchFamily="18" charset="0"/>
                <a:cs typeface="Times New Roman" panose="02020603050405020304" pitchFamily="18" charset="0"/>
              </a:rPr>
              <a:t> 2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2 </a:t>
            </a:r>
            <a:r>
              <a:rPr lang="en-US" altLang="en-US" dirty="0" err="1">
                <a:latin typeface="Times New Roman" panose="02020603050405020304" pitchFamily="18" charset="0"/>
                <a:cs typeface="Times New Roman" panose="02020603050405020304" pitchFamily="18" charset="0"/>
              </a:rPr>
              <a:t>lược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đồ</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NV1(Q</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NV2(Q</a:t>
            </a:r>
            <a:r>
              <a:rPr lang="en-US" altLang="en-US" baseline="-25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a:t>
            </a: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marL="0" indent="0" eaLnBrk="1" hangingPunct="1">
              <a:buNone/>
            </a:pPr>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Q = Q</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sym typeface="Symbol" pitchFamily="18" charset="2"/>
              </a:rPr>
              <a:t>- </a:t>
            </a:r>
            <a:r>
              <a:rPr lang="en-US" altLang="en-US" dirty="0">
                <a:latin typeface="Times New Roman" panose="02020603050405020304" pitchFamily="18" charset="0"/>
                <a:cs typeface="Times New Roman" panose="02020603050405020304" pitchFamily="18" charset="0"/>
              </a:rPr>
              <a:t> Q</a:t>
            </a:r>
            <a:r>
              <a:rPr lang="en-US" altLang="en-US" baseline="-25000" dirty="0">
                <a:latin typeface="Times New Roman" panose="02020603050405020304" pitchFamily="18" charset="0"/>
                <a:cs typeface="Times New Roman" panose="02020603050405020304" pitchFamily="18" charset="0"/>
              </a:rPr>
              <a:t>2 </a:t>
            </a:r>
            <a:r>
              <a:rPr lang="en-US" altLang="en-US" dirty="0">
                <a:latin typeface="Times New Roman" panose="02020603050405020304" pitchFamily="18" charset="0"/>
                <a:cs typeface="Times New Roman" panose="02020603050405020304" pitchFamily="18" charset="0"/>
              </a:rPr>
              <a:t> ?</a:t>
            </a:r>
            <a:endParaRPr lang="en-US" altLang="en-US" baseline="-25000" dirty="0">
              <a:latin typeface="Times New Roman" panose="02020603050405020304" pitchFamily="18" charset="0"/>
              <a:cs typeface="Times New Roman" panose="02020603050405020304" pitchFamily="18" charset="0"/>
            </a:endParaRPr>
          </a:p>
          <a:p>
            <a:pPr marL="0" indent="0" eaLnBrk="1" hangingPunct="1">
              <a:buNone/>
            </a:pPr>
            <a:endParaRPr lang="en-US" altLang="en-US" dirty="0">
              <a:latin typeface="Times New Roman" panose="02020603050405020304" pitchFamily="18" charset="0"/>
              <a:cs typeface="Times New Roman" panose="02020603050405020304" pitchFamily="18" charset="0"/>
            </a:endParaRP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311" y="2362200"/>
            <a:ext cx="3848100" cy="1386311"/>
          </a:xfrm>
          <a:prstGeom prst="rect">
            <a:avLst/>
          </a:prstGeom>
        </p:spPr>
      </p:pic>
      <p:pic>
        <p:nvPicPr>
          <p:cNvPr id="3" name="Picture 2"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63411" y="2362199"/>
            <a:ext cx="4294789" cy="1325503"/>
          </a:xfrm>
          <a:prstGeom prst="rect">
            <a:avLst/>
          </a:prstGeom>
        </p:spPr>
      </p:pic>
      <p:pic>
        <p:nvPicPr>
          <p:cNvPr id="5" name="Picture 4"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6472" y="4800600"/>
            <a:ext cx="6322528" cy="1439109"/>
          </a:xfrm>
          <a:prstGeom prst="rect">
            <a:avLst/>
          </a:prstGeom>
        </p:spPr>
      </p:pic>
      <p:sp>
        <p:nvSpPr>
          <p:cNvPr id="4" name="Footer Placeholder 3"/>
          <p:cNvSpPr>
            <a:spLocks noGrp="1"/>
          </p:cNvSpPr>
          <p:nvPr>
            <p:ph type="ftr" sz="quarter" idx="16"/>
          </p:nvPr>
        </p:nvSpPr>
        <p:spPr/>
        <p:txBody>
          <a:bodyPr/>
          <a:lstStyle/>
          <a:p>
            <a:pPr>
              <a:defRPr/>
            </a:pPr>
            <a:endParaRPr lang="en-US" altLang="en-US"/>
          </a:p>
        </p:txBody>
      </p:sp>
      <p:sp>
        <p:nvSpPr>
          <p:cNvPr id="6" name="Slide Number Placeholder 5"/>
          <p:cNvSpPr>
            <a:spLocks noGrp="1"/>
          </p:cNvSpPr>
          <p:nvPr>
            <p:ph type="sldNum" sz="quarter" idx="15"/>
          </p:nvPr>
        </p:nvSpPr>
        <p:spPr/>
        <p:txBody>
          <a:bodyPr/>
          <a:lstStyle/>
          <a:p>
            <a:pPr>
              <a:defRPr/>
            </a:pPr>
            <a:fld id="{D6CAE541-0444-4136-8702-7A35D945224B}" type="slidenum">
              <a:rPr lang="en-US" altLang="en-US" smtClean="0"/>
              <a:pPr>
                <a:defRPr/>
              </a:pPr>
              <a:t>16</a:t>
            </a:fld>
            <a:endParaRPr lang="en-US" altLang="en-US"/>
          </a:p>
        </p:txBody>
      </p:sp>
    </p:spTree>
    <p:extLst>
      <p:ext uri="{BB962C8B-B14F-4D97-AF65-F5344CB8AC3E}">
        <p14:creationId xmlns:p14="http://schemas.microsoft.com/office/powerpoint/2010/main" val="2452182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type="title"/>
          </p:nvPr>
        </p:nvSpPr>
        <p:spPr>
          <a:xfrm>
            <a:off x="457200" y="354013"/>
            <a:ext cx="82296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4.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chọn</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sz="3600" b="1" dirty="0">
                <a:solidFill>
                  <a:schemeClr val="tx1"/>
                </a:solidFill>
                <a:effectLst>
                  <a:outerShdw blurRad="38100" dist="38100" dir="2700000" algn="tl">
                    <a:srgbClr val="C0C0C0"/>
                  </a:outerShdw>
                </a:effectLst>
              </a:rPr>
              <a:t> </a:t>
            </a:r>
            <a:r>
              <a:rPr lang="en-US" sz="3600" b="1" dirty="0">
                <a:solidFill>
                  <a:schemeClr val="tx1"/>
                </a:solidFill>
                <a:effectLst>
                  <a:outerShdw blurRad="38100" dist="38100" dir="2700000" algn="tl">
                    <a:srgbClr val="C0C0C0"/>
                  </a:outerShdw>
                </a:effectLst>
                <a:sym typeface="Symbol" pitchFamily="18" charset="2"/>
              </a:rPr>
              <a:t></a:t>
            </a:r>
            <a:r>
              <a:rPr lang="en-US" sz="3600" b="1" dirty="0">
                <a:solidFill>
                  <a:schemeClr val="tx1"/>
                </a:solidFill>
                <a:effectLst>
                  <a:outerShdw blurRad="38100" dist="38100" dir="2700000" algn="tl">
                    <a:srgbClr val="C0C0C0"/>
                  </a:outerShdw>
                </a:effectLst>
              </a:rPr>
              <a:t>  (Selection)</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18435" name="Rectangle 4"/>
          <p:cNvSpPr>
            <a:spLocks noGrp="1" noChangeArrowheads="1"/>
          </p:cNvSpPr>
          <p:nvPr>
            <p:ph sz="quarter" idx="1"/>
          </p:nvPr>
        </p:nvSpPr>
        <p:spPr>
          <a:xfrm>
            <a:off x="381000" y="1295400"/>
            <a:ext cx="8305800" cy="5105400"/>
          </a:xfrm>
        </p:spPr>
        <p:txBody>
          <a:bodyPr>
            <a:normAutofit/>
          </a:bodyPr>
          <a:lstStyle/>
          <a:p>
            <a:pPr eaLnBrk="1" hangingPunct="1"/>
            <a:r>
              <a:rPr lang="en-US" altLang="en-US" dirty="0" err="1">
                <a:latin typeface="Times New Roman" panose="02020603050405020304" pitchFamily="18" charset="0"/>
                <a:cs typeface="Times New Roman" panose="02020603050405020304" pitchFamily="18" charset="0"/>
              </a:rPr>
              <a:t>Được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dùng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để</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lấy</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ra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R</a:t>
            </a:r>
          </a:p>
          <a:p>
            <a:pPr eaLnBrk="1" hangingPunct="1"/>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được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chọn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phải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thỏa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mãn</a:t>
            </a:r>
            <a:r>
              <a:rPr lang="en-US" altLang="en-US" dirty="0">
                <a:latin typeface="Times New Roman" panose="02020603050405020304" pitchFamily="18" charset="0"/>
                <a:cs typeface="Times New Roman" panose="02020603050405020304" pitchFamily="18" charset="0"/>
              </a:rPr>
              <a:t> </a:t>
            </a:r>
            <a:r>
              <a:rPr lang="en-US" altLang="en-US" u="sng" dirty="0" err="1">
                <a:latin typeface="Times New Roman" panose="02020603050405020304" pitchFamily="18" charset="0"/>
                <a:cs typeface="Times New Roman" panose="02020603050405020304" pitchFamily="18" charset="0"/>
              </a:rPr>
              <a:t>điều</a:t>
            </a:r>
            <a:r>
              <a:rPr lang="en-US" altLang="en-US" u="sng" dirty="0">
                <a:latin typeface="Times New Roman" panose="02020603050405020304" pitchFamily="18" charset="0"/>
                <a:cs typeface="Times New Roman" panose="02020603050405020304" pitchFamily="18" charset="0"/>
              </a:rPr>
              <a:t> </a:t>
            </a:r>
            <a:r>
              <a:rPr lang="en-US" altLang="en-US" u="sng" dirty="0" err="1">
                <a:latin typeface="Times New Roman" panose="02020603050405020304" pitchFamily="18" charset="0"/>
                <a:cs typeface="Times New Roman" panose="02020603050405020304" pitchFamily="18" charset="0"/>
              </a:rPr>
              <a:t>kiện</a:t>
            </a:r>
            <a:r>
              <a:rPr lang="en-US" altLang="en-US" u="sng" dirty="0">
                <a:latin typeface="Times New Roman" panose="02020603050405020304" pitchFamily="18" charset="0"/>
                <a:cs typeface="Times New Roman" panose="02020603050405020304" pitchFamily="18" charset="0"/>
              </a:rPr>
              <a:t> </a:t>
            </a:r>
            <a:r>
              <a:rPr lang="en-US" altLang="en-US" u="sng" dirty="0" err="1">
                <a:latin typeface="Times New Roman" panose="02020603050405020304" pitchFamily="18" charset="0"/>
                <a:cs typeface="Times New Roman" panose="02020603050405020304" pitchFamily="18" charset="0"/>
              </a:rPr>
              <a:t>chọn</a:t>
            </a:r>
            <a:r>
              <a:rPr lang="en-US" altLang="en-US" u="sng" dirty="0">
                <a:latin typeface="Times New Roman" panose="02020603050405020304" pitchFamily="18" charset="0"/>
                <a:cs typeface="Times New Roman" panose="02020603050405020304" pitchFamily="18" charset="0"/>
              </a:rPr>
              <a:t> P</a:t>
            </a:r>
          </a:p>
          <a:p>
            <a:pPr eaLnBrk="1" hangingPunct="1"/>
            <a:r>
              <a:rPr lang="en-US" altLang="en-US" dirty="0" err="1">
                <a:latin typeface="Times New Roman" panose="02020603050405020304" pitchFamily="18" charset="0"/>
                <a:cs typeface="Times New Roman" panose="02020603050405020304" pitchFamily="18" charset="0"/>
              </a:rPr>
              <a:t>Ký</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hiệu</a:t>
            </a:r>
            <a:endParaRPr lang="en-US" altLang="en-US" dirty="0">
              <a:latin typeface="Times New Roman" panose="02020603050405020304" pitchFamily="18" charset="0"/>
              <a:cs typeface="Times New Roman" panose="02020603050405020304" pitchFamily="18" charset="0"/>
            </a:endParaRPr>
          </a:p>
          <a:p>
            <a:pPr lvl="2" eaLnBrk="1" hangingPunct="1"/>
            <a:endParaRPr lang="en-US" altLang="en-US" dirty="0">
              <a:latin typeface="Times New Roman" panose="02020603050405020304" pitchFamily="18" charset="0"/>
              <a:cs typeface="Times New Roman" panose="02020603050405020304" pitchFamily="18" charset="0"/>
            </a:endParaRPr>
          </a:p>
          <a:p>
            <a:pPr lvl="2" eaLnBrk="1" hangingPunct="1"/>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a:latin typeface="Times New Roman" panose="02020603050405020304" pitchFamily="18" charset="0"/>
                <a:cs typeface="Times New Roman" panose="02020603050405020304" pitchFamily="18" charset="0"/>
              </a:rPr>
              <a:t>P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biểu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thức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gồm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mệnh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đề</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dạng</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a:latin typeface="Times New Roman" panose="02020603050405020304" pitchFamily="18" charset="0"/>
                <a:cs typeface="Times New Roman" panose="02020603050405020304" pitchFamily="18" charset="0"/>
              </a:rPr>
              <a:t>&lt;</a:t>
            </a:r>
            <a:r>
              <a:rPr lang="en-US" altLang="en-US" dirty="0" err="1">
                <a:latin typeface="Times New Roman" panose="02020603050405020304" pitchFamily="18" charset="0"/>
                <a:cs typeface="Times New Roman" panose="02020603050405020304" pitchFamily="18" charset="0"/>
              </a:rPr>
              <a:t>tên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&gt; &lt;</a:t>
            </a: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so </a:t>
            </a:r>
            <a:r>
              <a:rPr lang="en-US" altLang="en-US" dirty="0" err="1">
                <a:latin typeface="Times New Roman" panose="02020603050405020304" pitchFamily="18" charset="0"/>
                <a:cs typeface="Times New Roman" panose="02020603050405020304" pitchFamily="18" charset="0"/>
              </a:rPr>
              <a:t>sánh</a:t>
            </a:r>
            <a:r>
              <a:rPr lang="en-US" altLang="en-US" dirty="0">
                <a:latin typeface="Times New Roman" panose="02020603050405020304" pitchFamily="18" charset="0"/>
                <a:cs typeface="Times New Roman" panose="02020603050405020304" pitchFamily="18" charset="0"/>
              </a:rPr>
              <a:t>&gt; &lt;</a:t>
            </a:r>
            <a:r>
              <a:rPr lang="en-US" altLang="en-US" dirty="0" err="1">
                <a:latin typeface="Times New Roman" panose="02020603050405020304" pitchFamily="18" charset="0"/>
                <a:cs typeface="Times New Roman" panose="02020603050405020304" pitchFamily="18" charset="0"/>
              </a:rPr>
              <a:t>hằng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số</a:t>
            </a:r>
            <a:r>
              <a:rPr lang="en-US" altLang="en-US" dirty="0">
                <a:latin typeface="Times New Roman" panose="02020603050405020304" pitchFamily="18" charset="0"/>
                <a:cs typeface="Times New Roman" panose="02020603050405020304" pitchFamily="18" charset="0"/>
              </a:rPr>
              <a:t>&gt;</a:t>
            </a:r>
          </a:p>
          <a:p>
            <a:pPr lvl="1" eaLnBrk="1" hangingPunct="1"/>
            <a:r>
              <a:rPr lang="en-US" altLang="en-US" dirty="0">
                <a:latin typeface="Times New Roman" panose="02020603050405020304" pitchFamily="18" charset="0"/>
                <a:cs typeface="Times New Roman" panose="02020603050405020304" pitchFamily="18" charset="0"/>
              </a:rPr>
              <a:t>&lt;</a:t>
            </a:r>
            <a:r>
              <a:rPr lang="en-US" altLang="en-US" dirty="0" err="1">
                <a:latin typeface="Times New Roman" panose="02020603050405020304" pitchFamily="18" charset="0"/>
                <a:cs typeface="Times New Roman" panose="02020603050405020304" pitchFamily="18" charset="0"/>
              </a:rPr>
              <a:t>tên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&gt; &lt;</a:t>
            </a: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so </a:t>
            </a:r>
            <a:r>
              <a:rPr lang="en-US" altLang="en-US" dirty="0" err="1">
                <a:latin typeface="Times New Roman" panose="02020603050405020304" pitchFamily="18" charset="0"/>
                <a:cs typeface="Times New Roman" panose="02020603050405020304" pitchFamily="18" charset="0"/>
              </a:rPr>
              <a:t>sánh</a:t>
            </a:r>
            <a:r>
              <a:rPr lang="en-US" altLang="en-US" dirty="0">
                <a:latin typeface="Times New Roman" panose="02020603050405020304" pitchFamily="18" charset="0"/>
                <a:cs typeface="Times New Roman" panose="02020603050405020304" pitchFamily="18" charset="0"/>
              </a:rPr>
              <a:t>&gt; &lt;</a:t>
            </a:r>
            <a:r>
              <a:rPr lang="en-US" altLang="en-US" dirty="0" err="1">
                <a:latin typeface="Times New Roman" panose="02020603050405020304" pitchFamily="18" charset="0"/>
                <a:cs typeface="Times New Roman" panose="02020603050405020304" pitchFamily="18" charset="0"/>
              </a:rPr>
              <a:t>tên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&gt;</a:t>
            </a:r>
          </a:p>
          <a:p>
            <a:pPr lvl="1" eaLnBrk="1" hangingPunct="1"/>
            <a:endParaRPr lang="en-US" altLang="en-US" dirty="0">
              <a:latin typeface="Times New Roman" panose="02020603050405020304" pitchFamily="18" charset="0"/>
              <a:cs typeface="Times New Roman" panose="02020603050405020304" pitchFamily="18" charset="0"/>
            </a:endParaRPr>
          </a:p>
          <a:p>
            <a:pPr lvl="2" eaLnBrk="1" hangingPunct="1"/>
            <a:r>
              <a:rPr lang="en-US" altLang="en-US" dirty="0">
                <a:latin typeface="Times New Roman" panose="02020603050405020304" pitchFamily="18" charset="0"/>
                <a:cs typeface="Times New Roman" panose="02020603050405020304" pitchFamily="18" charset="0"/>
              </a:rPr>
              <a:t>&lt;</a:t>
            </a: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so </a:t>
            </a:r>
            <a:r>
              <a:rPr lang="en-US" altLang="en-US" dirty="0" err="1">
                <a:latin typeface="Times New Roman" panose="02020603050405020304" pitchFamily="18" charset="0"/>
                <a:cs typeface="Times New Roman" panose="02020603050405020304" pitchFamily="18" charset="0"/>
              </a:rPr>
              <a:t>sánh</a:t>
            </a:r>
            <a:r>
              <a:rPr lang="en-US" altLang="en-US" dirty="0">
                <a:latin typeface="Times New Roman" panose="02020603050405020304" pitchFamily="18" charset="0"/>
                <a:cs typeface="Times New Roman" panose="02020603050405020304" pitchFamily="18" charset="0"/>
              </a:rPr>
              <a:t>&gt; </a:t>
            </a:r>
            <a:r>
              <a:rPr lang="en-US" altLang="en-US" dirty="0" err="1">
                <a:latin typeface="Times New Roman" panose="02020603050405020304" pitchFamily="18" charset="0"/>
                <a:cs typeface="Times New Roman" panose="02020603050405020304" pitchFamily="18" charset="0"/>
              </a:rPr>
              <a:t>gồm</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 </a:t>
            </a:r>
            <a:r>
              <a:rPr lang="en-US" altLang="en-US" b="1" dirty="0">
                <a:latin typeface="Times New Roman" panose="02020603050405020304" pitchFamily="18" charset="0"/>
                <a:cs typeface="Times New Roman" panose="02020603050405020304" pitchFamily="18" charset="0"/>
                <a:sym typeface="Symbol" pitchFamily="18" charset="2"/>
              </a:rPr>
              <a:t></a:t>
            </a:r>
          </a:p>
          <a:p>
            <a:pPr lvl="2" eaLnBrk="1" hangingPunct="1"/>
            <a:r>
              <a:rPr lang="en-US" altLang="en-US" dirty="0" err="1">
                <a:latin typeface="Times New Roman" panose="02020603050405020304" pitchFamily="18" charset="0"/>
                <a:cs typeface="Times New Roman" panose="02020603050405020304" pitchFamily="18" charset="0"/>
                <a:sym typeface="Symbol" pitchFamily="18" charset="2"/>
              </a:rPr>
              <a:t>Các</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mệnh</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đề</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được</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nối</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lại</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nhờ</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các</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phép</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 </a:t>
            </a:r>
            <a:r>
              <a:rPr lang="en-US" altLang="en-US" b="1" dirty="0">
                <a:latin typeface="Times New Roman" panose="02020603050405020304" pitchFamily="18" charset="0"/>
                <a:cs typeface="Times New Roman" panose="02020603050405020304" pitchFamily="18" charset="0"/>
                <a:sym typeface="Symbol" pitchFamily="18" charset="2"/>
              </a:rPr>
              <a:t></a:t>
            </a:r>
          </a:p>
        </p:txBody>
      </p:sp>
      <p:sp>
        <p:nvSpPr>
          <p:cNvPr id="18436" name="Text Box 5"/>
          <p:cNvSpPr txBox="1">
            <a:spLocks noChangeArrowheads="1"/>
          </p:cNvSpPr>
          <p:nvPr/>
        </p:nvSpPr>
        <p:spPr bwMode="auto">
          <a:xfrm>
            <a:off x="2743200" y="2574925"/>
            <a:ext cx="1981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 P </a:t>
            </a:r>
            <a:r>
              <a:rPr lang="en-US" altLang="en-US" sz="2200" dirty="0">
                <a:latin typeface="Times New Roman" panose="02020603050405020304" pitchFamily="18" charset="0"/>
                <a:cs typeface="Times New Roman" panose="02020603050405020304" pitchFamily="18" charset="0"/>
                <a:sym typeface="Symbol" pitchFamily="18" charset="2"/>
              </a:rPr>
              <a:t>(R)</a:t>
            </a: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17</a:t>
            </a:fld>
            <a:endParaRPr lang="en-US" altLang="en-US"/>
          </a:p>
        </p:txBody>
      </p:sp>
    </p:spTree>
    <p:extLst>
      <p:ext uri="{BB962C8B-B14F-4D97-AF65-F5344CB8AC3E}">
        <p14:creationId xmlns:p14="http://schemas.microsoft.com/office/powerpoint/2010/main" val="2611361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354013"/>
            <a:ext cx="82296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4.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chọn</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sz="32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Symbol" pitchFamily="18" charset="2"/>
              </a:rPr>
              <a:t></a:t>
            </a:r>
            <a:r>
              <a:rPr lang="en-US" sz="32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(Selection)</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19459" name="Rectangle 3"/>
          <p:cNvSpPr>
            <a:spLocks noGrp="1" noChangeArrowheads="1"/>
          </p:cNvSpPr>
          <p:nvPr>
            <p:ph sz="quarter" idx="1"/>
          </p:nvPr>
        </p:nvSpPr>
        <p:spPr>
          <a:xfrm>
            <a:off x="381000" y="1295400"/>
            <a:ext cx="8305800" cy="5105400"/>
          </a:xfrm>
        </p:spPr>
        <p:txBody>
          <a:bodyPr/>
          <a:lstStyle/>
          <a:p>
            <a:pPr eaLnBrk="1" hangingPunct="1"/>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về</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một</a:t>
            </a:r>
            <a:r>
              <a:rPr lang="en-US" altLang="en-US" dirty="0">
                <a:latin typeface="Times New Roman" panose="02020603050405020304" pitchFamily="18" charset="0"/>
                <a:cs typeface="Times New Roman" panose="02020603050405020304" pitchFamily="18" charset="0"/>
              </a:rPr>
              <a:t> </a:t>
            </a:r>
            <a:r>
              <a:rPr lang="en-US" altLang="en-US" u="sng" dirty="0" err="1">
                <a:latin typeface="Times New Roman" panose="02020603050405020304" pitchFamily="18" charset="0"/>
                <a:cs typeface="Times New Roman" panose="02020603050405020304" pitchFamily="18" charset="0"/>
              </a:rPr>
              <a:t>quan</a:t>
            </a:r>
            <a:r>
              <a:rPr lang="en-US" altLang="en-US" u="sng" dirty="0">
                <a:latin typeface="Times New Roman" panose="02020603050405020304" pitchFamily="18" charset="0"/>
                <a:cs typeface="Times New Roman" panose="02020603050405020304" pitchFamily="18" charset="0"/>
              </a:rPr>
              <a:t> </a:t>
            </a:r>
            <a:r>
              <a:rPr lang="en-US" altLang="en-US" u="sng"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a:t>
            </a:r>
          </a:p>
          <a:p>
            <a:pPr lvl="1" eaLnBrk="1" hangingPunct="1"/>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cùng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danh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sách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với</a:t>
            </a:r>
            <a:r>
              <a:rPr lang="en-US" altLang="en-US" dirty="0">
                <a:latin typeface="Times New Roman" panose="02020603050405020304" pitchFamily="18" charset="0"/>
                <a:cs typeface="Times New Roman" panose="02020603050405020304" pitchFamily="18" charset="0"/>
              </a:rPr>
              <a:t> R</a:t>
            </a:r>
          </a:p>
          <a:p>
            <a:pPr lvl="1" eaLnBrk="1" hangingPunct="1"/>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số</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luôn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ít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hoặc</a:t>
            </a:r>
            <a:r>
              <a:rPr lang="en-US" altLang="en-US"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bằng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số</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R</a:t>
            </a:r>
          </a:p>
          <a:p>
            <a:pPr lvl="1" eaLnBrk="1" hangingPunct="1"/>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err="1">
                <a:latin typeface="Times New Roman" panose="02020603050405020304" pitchFamily="18" charset="0"/>
                <a:cs typeface="Times New Roman" panose="02020603050405020304" pitchFamily="18" charset="0"/>
              </a:rPr>
              <a:t>Ví</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dụ</a:t>
            </a:r>
            <a:endParaRPr lang="en-US" altLang="en-US" dirty="0">
              <a:latin typeface="Times New Roman" panose="02020603050405020304" pitchFamily="18" charset="0"/>
              <a:cs typeface="Times New Roman" panose="02020603050405020304" pitchFamily="18" charset="0"/>
            </a:endParaRPr>
          </a:p>
        </p:txBody>
      </p:sp>
      <p:sp>
        <p:nvSpPr>
          <p:cNvPr id="19460" name="Text Box 9"/>
          <p:cNvSpPr txBox="1">
            <a:spLocks noChangeArrowheads="1"/>
          </p:cNvSpPr>
          <p:nvPr/>
        </p:nvSpPr>
        <p:spPr bwMode="auto">
          <a:xfrm>
            <a:off x="4724400" y="3514406"/>
            <a:ext cx="2514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 (A=B)</a:t>
            </a:r>
            <a:r>
              <a:rPr lang="en-US" altLang="en-US" sz="2200" b="1" baseline="-25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(D&gt;5) </a:t>
            </a:r>
            <a:r>
              <a:rPr lang="en-US" altLang="en-US" sz="2200" dirty="0">
                <a:latin typeface="Times New Roman" panose="02020603050405020304" pitchFamily="18" charset="0"/>
                <a:cs typeface="Times New Roman" panose="02020603050405020304" pitchFamily="18" charset="0"/>
                <a:sym typeface="Symbol" pitchFamily="18" charset="2"/>
              </a:rPr>
              <a:t>(R) </a:t>
            </a:r>
          </a:p>
        </p:txBody>
      </p:sp>
      <p:grpSp>
        <p:nvGrpSpPr>
          <p:cNvPr id="19461" name="Group 10"/>
          <p:cNvGrpSpPr>
            <a:grpSpLocks/>
          </p:cNvGrpSpPr>
          <p:nvPr/>
        </p:nvGrpSpPr>
        <p:grpSpPr bwMode="auto">
          <a:xfrm>
            <a:off x="990600" y="3733800"/>
            <a:ext cx="2667000" cy="2133600"/>
            <a:chOff x="624" y="1392"/>
            <a:chExt cx="1488" cy="1056"/>
          </a:xfrm>
        </p:grpSpPr>
        <p:sp>
          <p:nvSpPr>
            <p:cNvPr id="19484" name="Line 11"/>
            <p:cNvSpPr>
              <a:spLocks noChangeShapeType="1"/>
            </p:cNvSpPr>
            <p:nvPr/>
          </p:nvSpPr>
          <p:spPr bwMode="auto">
            <a:xfrm>
              <a:off x="624" y="1584"/>
              <a:ext cx="14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9485" name="Text Box 12"/>
            <p:cNvSpPr txBox="1">
              <a:spLocks noChangeArrowheads="1"/>
            </p:cNvSpPr>
            <p:nvPr/>
          </p:nvSpPr>
          <p:spPr bwMode="auto">
            <a:xfrm>
              <a:off x="960" y="139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a:t>
              </a:r>
            </a:p>
          </p:txBody>
        </p:sp>
        <p:sp>
          <p:nvSpPr>
            <p:cNvPr id="19486" name="Text Box 13"/>
            <p:cNvSpPr txBox="1">
              <a:spLocks noChangeArrowheads="1"/>
            </p:cNvSpPr>
            <p:nvPr/>
          </p:nvSpPr>
          <p:spPr bwMode="auto">
            <a:xfrm>
              <a:off x="1248" y="139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B</a:t>
              </a:r>
            </a:p>
          </p:txBody>
        </p:sp>
        <p:sp>
          <p:nvSpPr>
            <p:cNvPr id="19487" name="Text Box 14"/>
            <p:cNvSpPr txBox="1">
              <a:spLocks noChangeArrowheads="1"/>
            </p:cNvSpPr>
            <p:nvPr/>
          </p:nvSpPr>
          <p:spPr bwMode="auto">
            <a:xfrm>
              <a:off x="960" y="163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9488" name="Line 15"/>
            <p:cNvSpPr>
              <a:spLocks noChangeShapeType="1"/>
            </p:cNvSpPr>
            <p:nvPr/>
          </p:nvSpPr>
          <p:spPr bwMode="auto">
            <a:xfrm>
              <a:off x="624" y="1392"/>
              <a:ext cx="14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9489" name="Line 16"/>
            <p:cNvSpPr>
              <a:spLocks noChangeShapeType="1"/>
            </p:cNvSpPr>
            <p:nvPr/>
          </p:nvSpPr>
          <p:spPr bwMode="auto">
            <a:xfrm>
              <a:off x="960" y="2448"/>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9490" name="Text Box 17"/>
            <p:cNvSpPr txBox="1">
              <a:spLocks noChangeArrowheads="1"/>
            </p:cNvSpPr>
            <p:nvPr/>
          </p:nvSpPr>
          <p:spPr bwMode="auto">
            <a:xfrm>
              <a:off x="624" y="1392"/>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latin typeface="Times New Roman" panose="02020603050405020304" pitchFamily="18" charset="0"/>
                  <a:cs typeface="Times New Roman" panose="02020603050405020304" pitchFamily="18" charset="0"/>
                </a:rPr>
                <a:t>R</a:t>
              </a:r>
            </a:p>
          </p:txBody>
        </p:sp>
        <p:sp>
          <p:nvSpPr>
            <p:cNvPr id="19491" name="Line 18"/>
            <p:cNvSpPr>
              <a:spLocks noChangeShapeType="1"/>
            </p:cNvSpPr>
            <p:nvPr/>
          </p:nvSpPr>
          <p:spPr bwMode="auto">
            <a:xfrm>
              <a:off x="624" y="1392"/>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9492" name="Text Box 19"/>
            <p:cNvSpPr txBox="1">
              <a:spLocks noChangeArrowheads="1"/>
            </p:cNvSpPr>
            <p:nvPr/>
          </p:nvSpPr>
          <p:spPr bwMode="auto">
            <a:xfrm>
              <a:off x="960" y="182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9493" name="Text Box 20"/>
            <p:cNvSpPr txBox="1">
              <a:spLocks noChangeArrowheads="1"/>
            </p:cNvSpPr>
            <p:nvPr/>
          </p:nvSpPr>
          <p:spPr bwMode="auto">
            <a:xfrm>
              <a:off x="960" y="201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9494" name="Line 21"/>
            <p:cNvSpPr>
              <a:spLocks noChangeShapeType="1"/>
            </p:cNvSpPr>
            <p:nvPr/>
          </p:nvSpPr>
          <p:spPr bwMode="auto">
            <a:xfrm>
              <a:off x="1248" y="1392"/>
              <a:ext cx="0" cy="10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9495" name="Line 22"/>
            <p:cNvSpPr>
              <a:spLocks noChangeShapeType="1"/>
            </p:cNvSpPr>
            <p:nvPr/>
          </p:nvSpPr>
          <p:spPr bwMode="auto">
            <a:xfrm>
              <a:off x="960" y="1392"/>
              <a:ext cx="0" cy="10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9496" name="Line 23"/>
            <p:cNvSpPr>
              <a:spLocks noChangeShapeType="1"/>
            </p:cNvSpPr>
            <p:nvPr/>
          </p:nvSpPr>
          <p:spPr bwMode="auto">
            <a:xfrm>
              <a:off x="1536" y="1392"/>
              <a:ext cx="0" cy="10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9497" name="Text Box 24"/>
            <p:cNvSpPr txBox="1">
              <a:spLocks noChangeArrowheads="1"/>
            </p:cNvSpPr>
            <p:nvPr/>
          </p:nvSpPr>
          <p:spPr bwMode="auto">
            <a:xfrm>
              <a:off x="1536" y="139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C</a:t>
              </a:r>
            </a:p>
          </p:txBody>
        </p:sp>
        <p:sp>
          <p:nvSpPr>
            <p:cNvPr id="19498" name="Text Box 25"/>
            <p:cNvSpPr txBox="1">
              <a:spLocks noChangeArrowheads="1"/>
            </p:cNvSpPr>
            <p:nvPr/>
          </p:nvSpPr>
          <p:spPr bwMode="auto">
            <a:xfrm>
              <a:off x="1536" y="163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sp>
          <p:nvSpPr>
            <p:cNvPr id="19499" name="Text Box 26"/>
            <p:cNvSpPr txBox="1">
              <a:spLocks noChangeArrowheads="1"/>
            </p:cNvSpPr>
            <p:nvPr/>
          </p:nvSpPr>
          <p:spPr bwMode="auto">
            <a:xfrm>
              <a:off x="1536" y="182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5</a:t>
              </a:r>
            </a:p>
          </p:txBody>
        </p:sp>
        <p:sp>
          <p:nvSpPr>
            <p:cNvPr id="19500" name="Text Box 27"/>
            <p:cNvSpPr txBox="1">
              <a:spLocks noChangeArrowheads="1"/>
            </p:cNvSpPr>
            <p:nvPr/>
          </p:nvSpPr>
          <p:spPr bwMode="auto">
            <a:xfrm>
              <a:off x="1536" y="201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12</a:t>
              </a:r>
            </a:p>
          </p:txBody>
        </p:sp>
        <p:sp>
          <p:nvSpPr>
            <p:cNvPr id="19501" name="Line 28"/>
            <p:cNvSpPr>
              <a:spLocks noChangeShapeType="1"/>
            </p:cNvSpPr>
            <p:nvPr/>
          </p:nvSpPr>
          <p:spPr bwMode="auto">
            <a:xfrm>
              <a:off x="1824" y="1392"/>
              <a:ext cx="0" cy="10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9502" name="Text Box 29"/>
            <p:cNvSpPr txBox="1">
              <a:spLocks noChangeArrowheads="1"/>
            </p:cNvSpPr>
            <p:nvPr/>
          </p:nvSpPr>
          <p:spPr bwMode="auto">
            <a:xfrm>
              <a:off x="960" y="220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9503" name="Text Box 30"/>
            <p:cNvSpPr txBox="1">
              <a:spLocks noChangeArrowheads="1"/>
            </p:cNvSpPr>
            <p:nvPr/>
          </p:nvSpPr>
          <p:spPr bwMode="auto">
            <a:xfrm>
              <a:off x="1536" y="220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23</a:t>
              </a:r>
            </a:p>
          </p:txBody>
        </p:sp>
        <p:sp>
          <p:nvSpPr>
            <p:cNvPr id="19504" name="Text Box 31"/>
            <p:cNvSpPr txBox="1">
              <a:spLocks noChangeArrowheads="1"/>
            </p:cNvSpPr>
            <p:nvPr/>
          </p:nvSpPr>
          <p:spPr bwMode="auto">
            <a:xfrm>
              <a:off x="1824" y="139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D</a:t>
              </a:r>
            </a:p>
          </p:txBody>
        </p:sp>
        <p:sp>
          <p:nvSpPr>
            <p:cNvPr id="19505" name="Text Box 32"/>
            <p:cNvSpPr txBox="1">
              <a:spLocks noChangeArrowheads="1"/>
            </p:cNvSpPr>
            <p:nvPr/>
          </p:nvSpPr>
          <p:spPr bwMode="auto">
            <a:xfrm>
              <a:off x="1824" y="163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7</a:t>
              </a:r>
            </a:p>
          </p:txBody>
        </p:sp>
        <p:sp>
          <p:nvSpPr>
            <p:cNvPr id="19506" name="Text Box 33"/>
            <p:cNvSpPr txBox="1">
              <a:spLocks noChangeArrowheads="1"/>
            </p:cNvSpPr>
            <p:nvPr/>
          </p:nvSpPr>
          <p:spPr bwMode="auto">
            <a:xfrm>
              <a:off x="1824" y="182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7</a:t>
              </a:r>
            </a:p>
          </p:txBody>
        </p:sp>
        <p:sp>
          <p:nvSpPr>
            <p:cNvPr id="19507" name="Text Box 34"/>
            <p:cNvSpPr txBox="1">
              <a:spLocks noChangeArrowheads="1"/>
            </p:cNvSpPr>
            <p:nvPr/>
          </p:nvSpPr>
          <p:spPr bwMode="auto">
            <a:xfrm>
              <a:off x="1824" y="201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3</a:t>
              </a:r>
            </a:p>
          </p:txBody>
        </p:sp>
        <p:sp>
          <p:nvSpPr>
            <p:cNvPr id="19508" name="Text Box 35"/>
            <p:cNvSpPr txBox="1">
              <a:spLocks noChangeArrowheads="1"/>
            </p:cNvSpPr>
            <p:nvPr/>
          </p:nvSpPr>
          <p:spPr bwMode="auto">
            <a:xfrm>
              <a:off x="1824" y="220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10</a:t>
              </a:r>
            </a:p>
          </p:txBody>
        </p:sp>
        <p:sp>
          <p:nvSpPr>
            <p:cNvPr id="19509" name="Text Box 36"/>
            <p:cNvSpPr txBox="1">
              <a:spLocks noChangeArrowheads="1"/>
            </p:cNvSpPr>
            <p:nvPr/>
          </p:nvSpPr>
          <p:spPr bwMode="auto">
            <a:xfrm>
              <a:off x="1248" y="163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9510" name="Text Box 37"/>
            <p:cNvSpPr txBox="1">
              <a:spLocks noChangeArrowheads="1"/>
            </p:cNvSpPr>
            <p:nvPr/>
          </p:nvSpPr>
          <p:spPr bwMode="auto">
            <a:xfrm>
              <a:off x="1248" y="182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9511" name="Text Box 38"/>
            <p:cNvSpPr txBox="1">
              <a:spLocks noChangeArrowheads="1"/>
            </p:cNvSpPr>
            <p:nvPr/>
          </p:nvSpPr>
          <p:spPr bwMode="auto">
            <a:xfrm>
              <a:off x="1248" y="201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9512" name="Text Box 39"/>
            <p:cNvSpPr txBox="1">
              <a:spLocks noChangeArrowheads="1"/>
            </p:cNvSpPr>
            <p:nvPr/>
          </p:nvSpPr>
          <p:spPr bwMode="auto">
            <a:xfrm>
              <a:off x="1248" y="220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9513" name="Line 40"/>
            <p:cNvSpPr>
              <a:spLocks noChangeShapeType="1"/>
            </p:cNvSpPr>
            <p:nvPr/>
          </p:nvSpPr>
          <p:spPr bwMode="auto">
            <a:xfrm>
              <a:off x="2112" y="1392"/>
              <a:ext cx="0" cy="10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grpSp>
      <p:grpSp>
        <p:nvGrpSpPr>
          <p:cNvPr id="416809" name="Group 41"/>
          <p:cNvGrpSpPr>
            <a:grpSpLocks/>
          </p:cNvGrpSpPr>
          <p:nvPr/>
        </p:nvGrpSpPr>
        <p:grpSpPr bwMode="auto">
          <a:xfrm>
            <a:off x="4876800" y="4218709"/>
            <a:ext cx="2057400" cy="1572491"/>
            <a:chOff x="3456" y="2064"/>
            <a:chExt cx="1152" cy="672"/>
          </a:xfrm>
        </p:grpSpPr>
        <p:sp>
          <p:nvSpPr>
            <p:cNvPr id="19463" name="Line 42"/>
            <p:cNvSpPr>
              <a:spLocks noChangeShapeType="1"/>
            </p:cNvSpPr>
            <p:nvPr/>
          </p:nvSpPr>
          <p:spPr bwMode="auto">
            <a:xfrm>
              <a:off x="3456" y="2256"/>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9464" name="Text Box 43"/>
            <p:cNvSpPr txBox="1">
              <a:spLocks noChangeArrowheads="1"/>
            </p:cNvSpPr>
            <p:nvPr/>
          </p:nvSpPr>
          <p:spPr bwMode="auto">
            <a:xfrm>
              <a:off x="3456" y="206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a:t>
              </a:r>
            </a:p>
          </p:txBody>
        </p:sp>
        <p:sp>
          <p:nvSpPr>
            <p:cNvPr id="19465" name="Text Box 44"/>
            <p:cNvSpPr txBox="1">
              <a:spLocks noChangeArrowheads="1"/>
            </p:cNvSpPr>
            <p:nvPr/>
          </p:nvSpPr>
          <p:spPr bwMode="auto">
            <a:xfrm>
              <a:off x="3744" y="206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B</a:t>
              </a:r>
            </a:p>
          </p:txBody>
        </p:sp>
        <p:sp>
          <p:nvSpPr>
            <p:cNvPr id="19466" name="Text Box 45"/>
            <p:cNvSpPr txBox="1">
              <a:spLocks noChangeArrowheads="1"/>
            </p:cNvSpPr>
            <p:nvPr/>
          </p:nvSpPr>
          <p:spPr bwMode="auto">
            <a:xfrm>
              <a:off x="3456" y="230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9467" name="Line 46"/>
            <p:cNvSpPr>
              <a:spLocks noChangeShapeType="1"/>
            </p:cNvSpPr>
            <p:nvPr/>
          </p:nvSpPr>
          <p:spPr bwMode="auto">
            <a:xfrm>
              <a:off x="3456" y="2064"/>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9468" name="Line 47"/>
            <p:cNvSpPr>
              <a:spLocks noChangeShapeType="1"/>
            </p:cNvSpPr>
            <p:nvPr/>
          </p:nvSpPr>
          <p:spPr bwMode="auto">
            <a:xfrm>
              <a:off x="3456" y="2736"/>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9469" name="Text Box 48"/>
            <p:cNvSpPr txBox="1">
              <a:spLocks noChangeArrowheads="1"/>
            </p:cNvSpPr>
            <p:nvPr/>
          </p:nvSpPr>
          <p:spPr bwMode="auto">
            <a:xfrm>
              <a:off x="4032" y="206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C</a:t>
              </a:r>
            </a:p>
          </p:txBody>
        </p:sp>
        <p:sp>
          <p:nvSpPr>
            <p:cNvPr id="19470" name="Text Box 49"/>
            <p:cNvSpPr txBox="1">
              <a:spLocks noChangeArrowheads="1"/>
            </p:cNvSpPr>
            <p:nvPr/>
          </p:nvSpPr>
          <p:spPr bwMode="auto">
            <a:xfrm>
              <a:off x="4032" y="230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sp>
          <p:nvSpPr>
            <p:cNvPr id="19471" name="Text Box 50"/>
            <p:cNvSpPr txBox="1">
              <a:spLocks noChangeArrowheads="1"/>
            </p:cNvSpPr>
            <p:nvPr/>
          </p:nvSpPr>
          <p:spPr bwMode="auto">
            <a:xfrm>
              <a:off x="3456" y="249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9472" name="Text Box 51"/>
            <p:cNvSpPr txBox="1">
              <a:spLocks noChangeArrowheads="1"/>
            </p:cNvSpPr>
            <p:nvPr/>
          </p:nvSpPr>
          <p:spPr bwMode="auto">
            <a:xfrm>
              <a:off x="4032" y="249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23</a:t>
              </a:r>
            </a:p>
          </p:txBody>
        </p:sp>
        <p:sp>
          <p:nvSpPr>
            <p:cNvPr id="19473" name="Text Box 52"/>
            <p:cNvSpPr txBox="1">
              <a:spLocks noChangeArrowheads="1"/>
            </p:cNvSpPr>
            <p:nvPr/>
          </p:nvSpPr>
          <p:spPr bwMode="auto">
            <a:xfrm>
              <a:off x="4320" y="206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D</a:t>
              </a:r>
            </a:p>
          </p:txBody>
        </p:sp>
        <p:sp>
          <p:nvSpPr>
            <p:cNvPr id="19474" name="Text Box 53"/>
            <p:cNvSpPr txBox="1">
              <a:spLocks noChangeArrowheads="1"/>
            </p:cNvSpPr>
            <p:nvPr/>
          </p:nvSpPr>
          <p:spPr bwMode="auto">
            <a:xfrm>
              <a:off x="4320" y="230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7</a:t>
              </a:r>
            </a:p>
          </p:txBody>
        </p:sp>
        <p:sp>
          <p:nvSpPr>
            <p:cNvPr id="19475" name="Text Box 54"/>
            <p:cNvSpPr txBox="1">
              <a:spLocks noChangeArrowheads="1"/>
            </p:cNvSpPr>
            <p:nvPr/>
          </p:nvSpPr>
          <p:spPr bwMode="auto">
            <a:xfrm>
              <a:off x="4320" y="249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10</a:t>
              </a:r>
            </a:p>
          </p:txBody>
        </p:sp>
        <p:sp>
          <p:nvSpPr>
            <p:cNvPr id="19476" name="Text Box 55"/>
            <p:cNvSpPr txBox="1">
              <a:spLocks noChangeArrowheads="1"/>
            </p:cNvSpPr>
            <p:nvPr/>
          </p:nvSpPr>
          <p:spPr bwMode="auto">
            <a:xfrm>
              <a:off x="3744" y="230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19477" name="Text Box 56"/>
            <p:cNvSpPr txBox="1">
              <a:spLocks noChangeArrowheads="1"/>
            </p:cNvSpPr>
            <p:nvPr/>
          </p:nvSpPr>
          <p:spPr bwMode="auto">
            <a:xfrm>
              <a:off x="3744" y="249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grpSp>
          <p:nvGrpSpPr>
            <p:cNvPr id="19478" name="Group 57"/>
            <p:cNvGrpSpPr>
              <a:grpSpLocks/>
            </p:cNvGrpSpPr>
            <p:nvPr/>
          </p:nvGrpSpPr>
          <p:grpSpPr bwMode="auto">
            <a:xfrm>
              <a:off x="3456" y="2064"/>
              <a:ext cx="1152" cy="672"/>
              <a:chOff x="3456" y="2064"/>
              <a:chExt cx="1152" cy="1056"/>
            </a:xfrm>
          </p:grpSpPr>
          <p:sp>
            <p:nvSpPr>
              <p:cNvPr id="19479" name="Line 58"/>
              <p:cNvSpPr>
                <a:spLocks noChangeShapeType="1"/>
              </p:cNvSpPr>
              <p:nvPr/>
            </p:nvSpPr>
            <p:spPr bwMode="auto">
              <a:xfrm>
                <a:off x="3744" y="2064"/>
                <a:ext cx="0" cy="10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9480" name="Line 59"/>
              <p:cNvSpPr>
                <a:spLocks noChangeShapeType="1"/>
              </p:cNvSpPr>
              <p:nvPr/>
            </p:nvSpPr>
            <p:spPr bwMode="auto">
              <a:xfrm>
                <a:off x="3456" y="2064"/>
                <a:ext cx="0" cy="10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9481" name="Line 60"/>
              <p:cNvSpPr>
                <a:spLocks noChangeShapeType="1"/>
              </p:cNvSpPr>
              <p:nvPr/>
            </p:nvSpPr>
            <p:spPr bwMode="auto">
              <a:xfrm>
                <a:off x="4032" y="2064"/>
                <a:ext cx="0" cy="10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9482" name="Line 61"/>
              <p:cNvSpPr>
                <a:spLocks noChangeShapeType="1"/>
              </p:cNvSpPr>
              <p:nvPr/>
            </p:nvSpPr>
            <p:spPr bwMode="auto">
              <a:xfrm>
                <a:off x="4320" y="2064"/>
                <a:ext cx="0" cy="10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19483" name="Line 62"/>
              <p:cNvSpPr>
                <a:spLocks noChangeShapeType="1"/>
              </p:cNvSpPr>
              <p:nvPr/>
            </p:nvSpPr>
            <p:spPr bwMode="auto">
              <a:xfrm>
                <a:off x="4608" y="2064"/>
                <a:ext cx="0" cy="10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gr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18</a:t>
            </a:fld>
            <a:endParaRPr lang="en-US" altLang="en-US"/>
          </a:p>
        </p:txBody>
      </p:sp>
    </p:spTree>
    <p:extLst>
      <p:ext uri="{BB962C8B-B14F-4D97-AF65-F5344CB8AC3E}">
        <p14:creationId xmlns:p14="http://schemas.microsoft.com/office/powerpoint/2010/main" val="294159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416809"/>
                                        </p:tgtEl>
                                        <p:attrNameLst>
                                          <p:attrName>style.visibility</p:attrName>
                                        </p:attrNameLst>
                                      </p:cBhvr>
                                      <p:to>
                                        <p:strVal val="visible"/>
                                      </p:to>
                                    </p:set>
                                    <p:anim calcmode="lin" valueType="num">
                                      <p:cBhvr additive="base">
                                        <p:cTn id="15" dur="500" fill="hold"/>
                                        <p:tgtEl>
                                          <p:spTgt spid="416809"/>
                                        </p:tgtEl>
                                        <p:attrNameLst>
                                          <p:attrName>ppt_x</p:attrName>
                                        </p:attrNameLst>
                                      </p:cBhvr>
                                      <p:tavLst>
                                        <p:tav tm="0">
                                          <p:val>
                                            <p:strVal val="1+#ppt_w/2"/>
                                          </p:val>
                                        </p:tav>
                                        <p:tav tm="100000">
                                          <p:val>
                                            <p:strVal val="#ppt_x"/>
                                          </p:val>
                                        </p:tav>
                                      </p:tavLst>
                                    </p:anim>
                                    <p:anim calcmode="lin" valueType="num">
                                      <p:cBhvr additive="base">
                                        <p:cTn id="16" dur="500" fill="hold"/>
                                        <p:tgtEl>
                                          <p:spTgt spid="4168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354013"/>
            <a:ext cx="82296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4.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chọn</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sz="32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Symbol" pitchFamily="18" charset="2"/>
              </a:rPr>
              <a:t></a:t>
            </a:r>
            <a:r>
              <a:rPr lang="en-US" sz="32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(Selection)</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20483" name="Rectangle 3"/>
          <p:cNvSpPr>
            <a:spLocks noGrp="1" noChangeArrowheads="1"/>
          </p:cNvSpPr>
          <p:nvPr>
            <p:ph sz="quarter" idx="1"/>
          </p:nvPr>
        </p:nvSpPr>
        <p:spPr>
          <a:xfrm>
            <a:off x="381000" y="1295400"/>
            <a:ext cx="8305800" cy="5105400"/>
          </a:xfrm>
        </p:spPr>
        <p:txBody>
          <a:bodyPr/>
          <a:lstStyle/>
          <a:p>
            <a:pPr eaLnBrk="1" hangingPunct="1"/>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chọn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giao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hoán</a:t>
            </a:r>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marL="0" indent="0" eaLnBrk="1" hangingPunct="1">
              <a:buNone/>
            </a:pPr>
            <a:endParaRPr lang="en-US" altLang="en-US" dirty="0">
              <a:latin typeface="Times New Roman" panose="02020603050405020304" pitchFamily="18" charset="0"/>
              <a:cs typeface="Times New Roman" panose="02020603050405020304" pitchFamily="18" charset="0"/>
            </a:endParaRPr>
          </a:p>
          <a:p>
            <a:pPr eaLnBrk="1" hangingPunct="1"/>
            <a:r>
              <a:rPr lang="en-US" altLang="en-US" b="1" u="sng" dirty="0" err="1">
                <a:latin typeface="Times New Roman" panose="02020603050405020304" pitchFamily="18" charset="0"/>
                <a:cs typeface="Times New Roman" panose="02020603050405020304" pitchFamily="18" charset="0"/>
              </a:rPr>
              <a:t>Ví</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dụ</a:t>
            </a:r>
            <a:r>
              <a:rPr lang="en-US" altLang="en-US" b="1" u="sng" dirty="0">
                <a:latin typeface="Times New Roman" panose="02020603050405020304" pitchFamily="18" charset="0"/>
                <a:cs typeface="Times New Roman" panose="02020603050405020304" pitchFamily="18" charset="0"/>
              </a:rPr>
              <a:t> 1:</a:t>
            </a:r>
            <a:r>
              <a:rPr lang="en-US" altLang="en-US" dirty="0">
                <a:latin typeface="Times New Roman" panose="02020603050405020304" pitchFamily="18" charset="0"/>
                <a:cs typeface="Times New Roman" panose="02020603050405020304" pitchFamily="18" charset="0"/>
              </a:rPr>
              <a:t> Cho </a:t>
            </a:r>
            <a:r>
              <a:rPr lang="en-US" altLang="en-US" dirty="0" err="1">
                <a:latin typeface="Times New Roman" panose="02020603050405020304" pitchFamily="18" charset="0"/>
                <a:cs typeface="Times New Roman" panose="02020603050405020304" pitchFamily="18" charset="0"/>
              </a:rPr>
              <a:t>biết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nhân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viên</a:t>
            </a:r>
            <a:r>
              <a:rPr lang="en-US" altLang="en-US" dirty="0">
                <a:latin typeface="Times New Roman" panose="02020603050405020304" pitchFamily="18" charset="0"/>
                <a:cs typeface="Times New Roman" panose="02020603050405020304" pitchFamily="18" charset="0"/>
              </a:rPr>
              <a:t> ở </a:t>
            </a:r>
            <a:r>
              <a:rPr lang="en-US" altLang="en-US" dirty="0" err="1">
                <a:latin typeface="Times New Roman" panose="02020603050405020304" pitchFamily="18" charset="0"/>
                <a:cs typeface="Times New Roman" panose="02020603050405020304" pitchFamily="18" charset="0"/>
              </a:rPr>
              <a:t>phòng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số</a:t>
            </a:r>
            <a:r>
              <a:rPr lang="en-US" altLang="en-US" dirty="0">
                <a:latin typeface="Times New Roman" panose="02020603050405020304" pitchFamily="18" charset="0"/>
                <a:cs typeface="Times New Roman" panose="02020603050405020304" pitchFamily="18" charset="0"/>
              </a:rPr>
              <a:t> 4</a:t>
            </a:r>
          </a:p>
          <a:p>
            <a:pPr lvl="1"/>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NHAN_VIEN </a:t>
            </a:r>
          </a:p>
          <a:p>
            <a:pPr lvl="1"/>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PHONG</a:t>
            </a:r>
          </a:p>
          <a:p>
            <a:pPr lvl="1"/>
            <a:r>
              <a:rPr lang="en-US" altLang="en-US" dirty="0" err="1">
                <a:latin typeface="Times New Roman" panose="02020603050405020304" pitchFamily="18" charset="0"/>
                <a:cs typeface="Times New Roman" panose="02020603050405020304" pitchFamily="18" charset="0"/>
              </a:rPr>
              <a:t>Điều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kiện</a:t>
            </a:r>
            <a:r>
              <a:rPr lang="en-US" altLang="en-US" dirty="0">
                <a:latin typeface="Times New Roman" panose="02020603050405020304" pitchFamily="18" charset="0"/>
                <a:cs typeface="Times New Roman" panose="02020603050405020304" pitchFamily="18" charset="0"/>
              </a:rPr>
              <a:t>: PHONG=4</a:t>
            </a:r>
          </a:p>
          <a:p>
            <a:pPr eaLnBrk="1" hangingPunct="1"/>
            <a:endParaRPr lang="en-US" altLang="en-US" dirty="0">
              <a:latin typeface="Times New Roman" panose="02020603050405020304" pitchFamily="18" charset="0"/>
              <a:cs typeface="Times New Roman" panose="02020603050405020304" pitchFamily="18" charset="0"/>
            </a:endParaRPr>
          </a:p>
          <a:p>
            <a:pPr marL="0" indent="0" eaLnBrk="1" hangingPunct="1">
              <a:buNone/>
            </a:pPr>
            <a:endParaRPr lang="en-US" altLang="en-US" dirty="0">
              <a:latin typeface="Times New Roman" panose="02020603050405020304" pitchFamily="18" charset="0"/>
              <a:cs typeface="Times New Roman" panose="02020603050405020304" pitchFamily="18" charset="0"/>
            </a:endParaRPr>
          </a:p>
        </p:txBody>
      </p:sp>
      <p:sp>
        <p:nvSpPr>
          <p:cNvPr id="20484" name="Text Box 4"/>
          <p:cNvSpPr txBox="1">
            <a:spLocks noChangeArrowheads="1"/>
          </p:cNvSpPr>
          <p:nvPr/>
        </p:nvSpPr>
        <p:spPr bwMode="auto">
          <a:xfrm>
            <a:off x="609600" y="2041525"/>
            <a:ext cx="2895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 p1 </a:t>
            </a:r>
            <a:r>
              <a:rPr lang="en-US" altLang="en-US" sz="2200" dirty="0">
                <a:latin typeface="Times New Roman" panose="02020603050405020304" pitchFamily="18" charset="0"/>
                <a:cs typeface="Times New Roman" panose="02020603050405020304" pitchFamily="18" charset="0"/>
                <a:sym typeface="Symbol" pitchFamily="18" charset="2"/>
              </a:rPr>
              <a:t>(</a:t>
            </a:r>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sym typeface="Symbol" pitchFamily="18" charset="2"/>
              </a:rPr>
              <a:t> </a:t>
            </a:r>
            <a:r>
              <a:rPr lang="en-US" altLang="en-US" sz="2200" baseline="-25000" dirty="0">
                <a:latin typeface="Times New Roman" panose="02020603050405020304" pitchFamily="18" charset="0"/>
                <a:cs typeface="Times New Roman" panose="02020603050405020304" pitchFamily="18" charset="0"/>
                <a:sym typeface="Symbol" pitchFamily="18" charset="2"/>
              </a:rPr>
              <a:t>p2</a:t>
            </a:r>
            <a:r>
              <a:rPr lang="en-US" altLang="en-US" sz="2200" dirty="0">
                <a:latin typeface="Times New Roman" panose="02020603050405020304" pitchFamily="18" charset="0"/>
                <a:cs typeface="Times New Roman" panose="02020603050405020304" pitchFamily="18" charset="0"/>
                <a:sym typeface="Symbol" pitchFamily="18" charset="2"/>
              </a:rPr>
              <a:t> (R))  = </a:t>
            </a:r>
          </a:p>
        </p:txBody>
      </p:sp>
      <p:sp>
        <p:nvSpPr>
          <p:cNvPr id="420869" name="Text Box 5"/>
          <p:cNvSpPr txBox="1">
            <a:spLocks noChangeArrowheads="1"/>
          </p:cNvSpPr>
          <p:nvPr/>
        </p:nvSpPr>
        <p:spPr bwMode="auto">
          <a:xfrm>
            <a:off x="3124200" y="2041525"/>
            <a:ext cx="2895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a:latin typeface="Times New Roman" panose="02020603050405020304" pitchFamily="18" charset="0"/>
                <a:cs typeface="Times New Roman" panose="02020603050405020304" pitchFamily="18" charset="0"/>
                <a:sym typeface="Symbol" pitchFamily="18" charset="2"/>
              </a:rPr>
              <a:t></a:t>
            </a:r>
            <a:r>
              <a:rPr lang="en-US" altLang="en-US" sz="2200" baseline="-25000">
                <a:latin typeface="Times New Roman" panose="02020603050405020304" pitchFamily="18" charset="0"/>
                <a:cs typeface="Times New Roman" panose="02020603050405020304" pitchFamily="18" charset="0"/>
                <a:sym typeface="Symbol" pitchFamily="18" charset="2"/>
              </a:rPr>
              <a:t> p2 </a:t>
            </a:r>
            <a:r>
              <a:rPr lang="en-US" altLang="en-US" sz="2200">
                <a:latin typeface="Times New Roman" panose="02020603050405020304" pitchFamily="18" charset="0"/>
                <a:cs typeface="Times New Roman" panose="02020603050405020304" pitchFamily="18" charset="0"/>
                <a:sym typeface="Symbol" pitchFamily="18" charset="2"/>
              </a:rPr>
              <a:t>(</a:t>
            </a:r>
            <a:r>
              <a:rPr lang="en-US" altLang="en-US" sz="4000">
                <a:latin typeface="Times New Roman" panose="02020603050405020304" pitchFamily="18" charset="0"/>
                <a:cs typeface="Times New Roman" panose="02020603050405020304" pitchFamily="18" charset="0"/>
                <a:sym typeface="Symbol" pitchFamily="18" charset="2"/>
              </a:rPr>
              <a:t></a:t>
            </a:r>
            <a:r>
              <a:rPr lang="en-US" altLang="en-US" sz="2200">
                <a:latin typeface="Times New Roman" panose="02020603050405020304" pitchFamily="18" charset="0"/>
                <a:cs typeface="Times New Roman" panose="02020603050405020304" pitchFamily="18" charset="0"/>
                <a:sym typeface="Symbol" pitchFamily="18" charset="2"/>
              </a:rPr>
              <a:t> </a:t>
            </a:r>
            <a:r>
              <a:rPr lang="en-US" altLang="en-US" sz="2200" baseline="-25000">
                <a:latin typeface="Times New Roman" panose="02020603050405020304" pitchFamily="18" charset="0"/>
                <a:cs typeface="Times New Roman" panose="02020603050405020304" pitchFamily="18" charset="0"/>
                <a:sym typeface="Symbol" pitchFamily="18" charset="2"/>
              </a:rPr>
              <a:t>p1</a:t>
            </a:r>
            <a:r>
              <a:rPr lang="en-US" altLang="en-US" sz="2200">
                <a:latin typeface="Times New Roman" panose="02020603050405020304" pitchFamily="18" charset="0"/>
                <a:cs typeface="Times New Roman" panose="02020603050405020304" pitchFamily="18" charset="0"/>
                <a:sym typeface="Symbol" pitchFamily="18" charset="2"/>
              </a:rPr>
              <a:t> (R)) = </a:t>
            </a:r>
          </a:p>
        </p:txBody>
      </p:sp>
      <p:sp>
        <p:nvSpPr>
          <p:cNvPr id="420870" name="Text Box 6"/>
          <p:cNvSpPr txBox="1">
            <a:spLocks noChangeArrowheads="1"/>
          </p:cNvSpPr>
          <p:nvPr/>
        </p:nvSpPr>
        <p:spPr bwMode="auto">
          <a:xfrm>
            <a:off x="5638800" y="2041525"/>
            <a:ext cx="220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a:latin typeface="Times New Roman" panose="02020603050405020304" pitchFamily="18" charset="0"/>
                <a:cs typeface="Times New Roman" panose="02020603050405020304" pitchFamily="18" charset="0"/>
                <a:sym typeface="Symbol" pitchFamily="18" charset="2"/>
              </a:rPr>
              <a:t></a:t>
            </a:r>
            <a:r>
              <a:rPr lang="en-US" altLang="en-US" sz="2200" baseline="-25000">
                <a:latin typeface="Times New Roman" panose="02020603050405020304" pitchFamily="18" charset="0"/>
                <a:cs typeface="Times New Roman" panose="02020603050405020304" pitchFamily="18" charset="0"/>
                <a:sym typeface="Symbol" pitchFamily="18" charset="2"/>
              </a:rPr>
              <a:t> p1 </a:t>
            </a:r>
            <a:r>
              <a:rPr lang="en-US" altLang="en-US" sz="2200">
                <a:latin typeface="Times New Roman" panose="02020603050405020304" pitchFamily="18" charset="0"/>
                <a:cs typeface="Times New Roman" panose="02020603050405020304" pitchFamily="18" charset="0"/>
                <a:sym typeface="Symbol" pitchFamily="18" charset="2"/>
              </a:rPr>
              <a:t> </a:t>
            </a:r>
            <a:r>
              <a:rPr lang="en-US" altLang="en-US" sz="2200" baseline="-25000">
                <a:latin typeface="Times New Roman" panose="02020603050405020304" pitchFamily="18" charset="0"/>
                <a:cs typeface="Times New Roman" panose="02020603050405020304" pitchFamily="18" charset="0"/>
                <a:sym typeface="Symbol" pitchFamily="18" charset="2"/>
              </a:rPr>
              <a:t>p2</a:t>
            </a:r>
            <a:r>
              <a:rPr lang="en-US" altLang="en-US" sz="2200">
                <a:latin typeface="Times New Roman" panose="02020603050405020304" pitchFamily="18" charset="0"/>
                <a:cs typeface="Times New Roman" panose="02020603050405020304" pitchFamily="18" charset="0"/>
                <a:sym typeface="Symbol" pitchFamily="18" charset="2"/>
              </a:rPr>
              <a:t> (R)</a:t>
            </a:r>
          </a:p>
        </p:txBody>
      </p:sp>
      <p:sp>
        <p:nvSpPr>
          <p:cNvPr id="7" name="Text Box 4"/>
          <p:cNvSpPr txBox="1">
            <a:spLocks noChangeArrowheads="1"/>
          </p:cNvSpPr>
          <p:nvPr/>
        </p:nvSpPr>
        <p:spPr bwMode="auto">
          <a:xfrm>
            <a:off x="1905000" y="4876800"/>
            <a:ext cx="4419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 PHONG=4 </a:t>
            </a:r>
            <a:r>
              <a:rPr lang="en-US" altLang="en-US" sz="2200" dirty="0">
                <a:latin typeface="Times New Roman" panose="02020603050405020304" pitchFamily="18" charset="0"/>
                <a:cs typeface="Times New Roman" panose="02020603050405020304" pitchFamily="18" charset="0"/>
                <a:sym typeface="Symbol" pitchFamily="18" charset="2"/>
              </a:rPr>
              <a:t>(NHAN_VIEN)</a:t>
            </a: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19</a:t>
            </a:fld>
            <a:endParaRPr lang="en-US" altLang="en-US"/>
          </a:p>
        </p:txBody>
      </p:sp>
    </p:spTree>
    <p:extLst>
      <p:ext uri="{BB962C8B-B14F-4D97-AF65-F5344CB8AC3E}">
        <p14:creationId xmlns:p14="http://schemas.microsoft.com/office/powerpoint/2010/main" val="2279836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354013"/>
            <a:ext cx="82296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4.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chọn</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sz="32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Symbol" pitchFamily="18" charset="2"/>
              </a:rPr>
              <a:t></a:t>
            </a:r>
            <a:r>
              <a:rPr lang="en-US" sz="32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(Selection) </a:t>
            </a:r>
            <a:r>
              <a:rPr lang="en-US" altLang="en-US" sz="3600" b="1" dirty="0">
                <a:solidFill>
                  <a:schemeClr val="tx1"/>
                </a:solidFill>
                <a:latin typeface="Times New Roman" panose="02020603050405020304" pitchFamily="18" charset="0"/>
                <a:cs typeface="Times New Roman" panose="02020603050405020304" pitchFamily="18" charset="0"/>
              </a:rPr>
              <a:t>(4)</a:t>
            </a:r>
          </a:p>
        </p:txBody>
      </p:sp>
      <p:sp>
        <p:nvSpPr>
          <p:cNvPr id="22531" name="Rectangle 3"/>
          <p:cNvSpPr>
            <a:spLocks noGrp="1" noChangeArrowheads="1"/>
          </p:cNvSpPr>
          <p:nvPr>
            <p:ph sz="quarter" idx="1"/>
          </p:nvPr>
        </p:nvSpPr>
        <p:spPr>
          <a:xfrm>
            <a:off x="381000" y="1295400"/>
            <a:ext cx="8305800" cy="5105400"/>
          </a:xfrm>
        </p:spPr>
        <p:txBody>
          <a:bodyPr/>
          <a:lstStyle/>
          <a:p>
            <a:pPr algn="just" eaLnBrk="1" hangingPunct="1"/>
            <a:r>
              <a:rPr lang="en-US" altLang="en-US" b="1" u="sng" dirty="0" err="1">
                <a:latin typeface="Times New Roman" panose="02020603050405020304" pitchFamily="18" charset="0"/>
                <a:cs typeface="Times New Roman" panose="02020603050405020304" pitchFamily="18" charset="0"/>
              </a:rPr>
              <a:t>Ví</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dụ</a:t>
            </a:r>
            <a:r>
              <a:rPr lang="en-US" altLang="en-US" b="1" u="sng" dirty="0">
                <a:latin typeface="Times New Roman" panose="02020603050405020304" pitchFamily="18" charset="0"/>
                <a:cs typeface="Times New Roman" panose="02020603050405020304" pitchFamily="18" charset="0"/>
              </a:rPr>
              <a:t> 2:</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Tìm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nhân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viên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lương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trên</a:t>
            </a:r>
            <a:r>
              <a:rPr lang="en-US" altLang="en-US" dirty="0">
                <a:latin typeface="Times New Roman" panose="02020603050405020304" pitchFamily="18" charset="0"/>
                <a:cs typeface="Times New Roman" panose="02020603050405020304" pitchFamily="18" charset="0"/>
              </a:rPr>
              <a:t> 25000 ở </a:t>
            </a:r>
            <a:r>
              <a:rPr lang="en-US" altLang="en-US" dirty="0" err="1">
                <a:latin typeface="Times New Roman" panose="02020603050405020304" pitchFamily="18" charset="0"/>
                <a:cs typeface="Times New Roman" panose="02020603050405020304" pitchFamily="18" charset="0"/>
              </a:rPr>
              <a:t>phòng</a:t>
            </a:r>
            <a:r>
              <a:rPr lang="en-US" altLang="en-US" dirty="0">
                <a:latin typeface="Times New Roman" panose="02020603050405020304" pitchFamily="18" charset="0"/>
                <a:cs typeface="Times New Roman" panose="02020603050405020304" pitchFamily="18" charset="0"/>
              </a:rPr>
              <a:t> 4 </a:t>
            </a:r>
            <a:r>
              <a:rPr lang="en-US" altLang="en-US" b="1" u="sng" dirty="0" err="1">
                <a:latin typeface="Times New Roman" panose="02020603050405020304" pitchFamily="18" charset="0"/>
                <a:cs typeface="Times New Roman" panose="02020603050405020304" pitchFamily="18" charset="0"/>
              </a:rPr>
              <a:t>hoặc</a:t>
            </a:r>
            <a:r>
              <a:rPr lang="en-US" altLang="en-US" b="1" u="sng"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nhân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viên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lương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trên</a:t>
            </a:r>
            <a:r>
              <a:rPr lang="en-US" altLang="en-US" dirty="0">
                <a:latin typeface="Times New Roman" panose="02020603050405020304" pitchFamily="18" charset="0"/>
                <a:cs typeface="Times New Roman" panose="02020603050405020304" pitchFamily="18" charset="0"/>
              </a:rPr>
              <a:t> 30000 ở </a:t>
            </a:r>
            <a:r>
              <a:rPr lang="en-US" altLang="en-US" dirty="0" err="1">
                <a:latin typeface="Times New Roman" panose="02020603050405020304" pitchFamily="18" charset="0"/>
                <a:cs typeface="Times New Roman" panose="02020603050405020304" pitchFamily="18" charset="0"/>
              </a:rPr>
              <a:t>phòng</a:t>
            </a:r>
            <a:r>
              <a:rPr lang="en-US" altLang="en-US" dirty="0">
                <a:latin typeface="Times New Roman" panose="02020603050405020304" pitchFamily="18" charset="0"/>
                <a:cs typeface="Times New Roman" panose="02020603050405020304" pitchFamily="18" charset="0"/>
              </a:rPr>
              <a:t> 5</a:t>
            </a:r>
          </a:p>
          <a:p>
            <a:pPr lvl="1" algn="just" eaLnBrk="1" hangingPunct="1"/>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NHAN_VIEN</a:t>
            </a:r>
          </a:p>
          <a:p>
            <a:pPr lvl="1" algn="just" eaLnBrk="1" hangingPunct="1"/>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LUONG, PHONG</a:t>
            </a:r>
          </a:p>
          <a:p>
            <a:pPr lvl="1" algn="just" eaLnBrk="1" hangingPunct="1"/>
            <a:r>
              <a:rPr lang="en-US" altLang="en-US" dirty="0" err="1">
                <a:latin typeface="Times New Roman" panose="02020603050405020304" pitchFamily="18" charset="0"/>
                <a:cs typeface="Times New Roman" panose="02020603050405020304" pitchFamily="18" charset="0"/>
              </a:rPr>
              <a:t>Điều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kiện</a:t>
            </a:r>
            <a:r>
              <a:rPr lang="en-US" altLang="en-US" dirty="0">
                <a:latin typeface="Times New Roman" panose="02020603050405020304" pitchFamily="18" charset="0"/>
                <a:cs typeface="Times New Roman" panose="02020603050405020304" pitchFamily="18" charset="0"/>
              </a:rPr>
              <a:t>: </a:t>
            </a:r>
          </a:p>
          <a:p>
            <a:pPr lvl="2" algn="just" eaLnBrk="1" hangingPunct="1"/>
            <a:r>
              <a:rPr lang="en-US" altLang="en-US" dirty="0">
                <a:latin typeface="Times New Roman" panose="02020603050405020304" pitchFamily="18" charset="0"/>
                <a:cs typeface="Times New Roman" panose="02020603050405020304" pitchFamily="18" charset="0"/>
              </a:rPr>
              <a:t>LUONG&gt;25000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PHONG=4 </a:t>
            </a:r>
            <a:r>
              <a:rPr lang="en-US" altLang="en-US" dirty="0" err="1">
                <a:latin typeface="Times New Roman" panose="02020603050405020304" pitchFamily="18" charset="0"/>
                <a:cs typeface="Times New Roman" panose="02020603050405020304" pitchFamily="18" charset="0"/>
              </a:rPr>
              <a:t>hoặc</a:t>
            </a:r>
            <a:endParaRPr lang="en-US" altLang="en-US" dirty="0">
              <a:latin typeface="Times New Roman" panose="02020603050405020304" pitchFamily="18" charset="0"/>
              <a:cs typeface="Times New Roman" panose="02020603050405020304" pitchFamily="18" charset="0"/>
            </a:endParaRPr>
          </a:p>
          <a:p>
            <a:pPr lvl="2" algn="just" eaLnBrk="1" hangingPunct="1"/>
            <a:r>
              <a:rPr lang="en-US" altLang="en-US" dirty="0">
                <a:latin typeface="Times New Roman" panose="02020603050405020304" pitchFamily="18" charset="0"/>
                <a:cs typeface="Times New Roman" panose="02020603050405020304" pitchFamily="18" charset="0"/>
              </a:rPr>
              <a:t>LUONG&gt;30000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PHONG=5</a:t>
            </a:r>
          </a:p>
        </p:txBody>
      </p:sp>
      <p:sp>
        <p:nvSpPr>
          <p:cNvPr id="424964" name="Text Box 4"/>
          <p:cNvSpPr txBox="1">
            <a:spLocks noChangeArrowheads="1"/>
          </p:cNvSpPr>
          <p:nvPr/>
        </p:nvSpPr>
        <p:spPr bwMode="auto">
          <a:xfrm>
            <a:off x="733097" y="4086678"/>
            <a:ext cx="79248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 (LUONG&gt;25000 </a:t>
            </a:r>
            <a:r>
              <a:rPr lang="en-US" altLang="en-US" sz="2200" b="1" baseline="-25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 PHONG=4) </a:t>
            </a:r>
            <a:r>
              <a:rPr lang="en-US" altLang="en-US" sz="2200" b="1" baseline="-25000" dirty="0">
                <a:latin typeface="Times New Roman" panose="02020603050405020304" pitchFamily="18" charset="0"/>
                <a:cs typeface="Times New Roman" panose="02020603050405020304" pitchFamily="18" charset="0"/>
                <a:sym typeface="Symbol" pitchFamily="18" charset="2"/>
              </a:rPr>
              <a:t> </a:t>
            </a:r>
            <a:r>
              <a:rPr lang="en-US" altLang="en-US" sz="2200" baseline="-25000" dirty="0">
                <a:latin typeface="Times New Roman" panose="02020603050405020304" pitchFamily="18" charset="0"/>
                <a:cs typeface="Times New Roman" panose="02020603050405020304" pitchFamily="18" charset="0"/>
                <a:sym typeface="Symbol" pitchFamily="18" charset="2"/>
              </a:rPr>
              <a:t>(LUONG&gt;30000 </a:t>
            </a:r>
            <a:r>
              <a:rPr lang="en-US" altLang="en-US" sz="2200" b="1" baseline="-25000" dirty="0">
                <a:latin typeface="Times New Roman" panose="02020603050405020304" pitchFamily="18" charset="0"/>
                <a:cs typeface="Times New Roman" panose="02020603050405020304" pitchFamily="18" charset="0"/>
                <a:sym typeface="Symbol" pitchFamily="18" charset="2"/>
              </a:rPr>
              <a:t> </a:t>
            </a:r>
            <a:r>
              <a:rPr lang="en-US" altLang="en-US" sz="2200" baseline="-25000" dirty="0">
                <a:latin typeface="Times New Roman" panose="02020603050405020304" pitchFamily="18" charset="0"/>
                <a:cs typeface="Times New Roman" panose="02020603050405020304" pitchFamily="18" charset="0"/>
                <a:sym typeface="Symbol" pitchFamily="18" charset="2"/>
              </a:rPr>
              <a:t>PHONG=5) </a:t>
            </a:r>
            <a:r>
              <a:rPr lang="en-US" altLang="en-US" sz="2200" dirty="0">
                <a:latin typeface="Times New Roman" panose="02020603050405020304" pitchFamily="18" charset="0"/>
                <a:cs typeface="Times New Roman" panose="02020603050405020304" pitchFamily="18" charset="0"/>
                <a:sym typeface="Symbol" pitchFamily="18" charset="2"/>
              </a:rPr>
              <a:t>(NHAN_VIEN)</a:t>
            </a: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20</a:t>
            </a:fld>
            <a:endParaRPr lang="en-US" altLang="en-US"/>
          </a:p>
        </p:txBody>
      </p:sp>
    </p:spTree>
    <p:extLst>
      <p:ext uri="{BB962C8B-B14F-4D97-AF65-F5344CB8AC3E}">
        <p14:creationId xmlns:p14="http://schemas.microsoft.com/office/powerpoint/2010/main" val="2612222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606" name="Line 78"/>
          <p:cNvSpPr>
            <a:spLocks noChangeShapeType="1"/>
          </p:cNvSpPr>
          <p:nvPr/>
        </p:nvSpPr>
        <p:spPr bwMode="auto">
          <a:xfrm>
            <a:off x="5943600" y="5275118"/>
            <a:ext cx="1066800" cy="0"/>
          </a:xfrm>
          <a:prstGeom prst="line">
            <a:avLst/>
          </a:prstGeom>
          <a:noFill/>
          <a:ln w="317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24579" name="Rectangle 2"/>
          <p:cNvSpPr>
            <a:spLocks noGrp="1" noChangeArrowheads="1"/>
          </p:cNvSpPr>
          <p:nvPr>
            <p:ph type="title"/>
          </p:nvPr>
        </p:nvSpPr>
        <p:spPr>
          <a:xfrm>
            <a:off x="457200" y="354013"/>
            <a:ext cx="8229600" cy="620712"/>
          </a:xfrm>
        </p:spPr>
        <p:txBody>
          <a:bodyPr>
            <a:normAutofit fontScale="90000"/>
          </a:bodyPr>
          <a:lstStyle/>
          <a:p>
            <a:r>
              <a:rPr lang="en-US" altLang="en-US" sz="3500" dirty="0">
                <a:latin typeface="Times New Roman" panose="02020603050405020304" pitchFamily="18" charset="0"/>
                <a:cs typeface="Times New Roman" panose="02020603050405020304" pitchFamily="18" charset="0"/>
              </a:rPr>
              <a:t>5. </a:t>
            </a:r>
            <a:r>
              <a:rPr lang="en-US" altLang="en-US" sz="4000" b="1" dirty="0" err="1">
                <a:solidFill>
                  <a:schemeClr val="tx1"/>
                </a:solidFill>
                <a:latin typeface="Times New Roman" panose="02020603050405020304" pitchFamily="18" charset="0"/>
                <a:cs typeface="Times New Roman" panose="02020603050405020304" pitchFamily="18" charset="0"/>
              </a:rPr>
              <a:t>Phép</a:t>
            </a:r>
            <a:r>
              <a:rPr lang="en-US" altLang="en-US" sz="4000" b="1" dirty="0">
                <a:solidFill>
                  <a:schemeClr val="tx1"/>
                </a:solidFill>
                <a:latin typeface="Times New Roman" panose="02020603050405020304" pitchFamily="18" charset="0"/>
                <a:cs typeface="Times New Roman" panose="02020603050405020304" pitchFamily="18" charset="0"/>
              </a:rPr>
              <a:t> </a:t>
            </a:r>
            <a:r>
              <a:rPr lang="en-US" altLang="en-US" sz="4000" b="1" dirty="0" err="1">
                <a:solidFill>
                  <a:schemeClr val="tx1"/>
                </a:solidFill>
                <a:latin typeface="Times New Roman" panose="02020603050405020304" pitchFamily="18" charset="0"/>
                <a:cs typeface="Times New Roman" panose="02020603050405020304" pitchFamily="18" charset="0"/>
              </a:rPr>
              <a:t>chiếu</a:t>
            </a:r>
            <a:r>
              <a:rPr lang="en-US" altLang="en-US" sz="4000" b="1" dirty="0">
                <a:solidFill>
                  <a:schemeClr val="tx1"/>
                </a:solidFill>
                <a:latin typeface="Times New Roman" panose="02020603050405020304" pitchFamily="18" charset="0"/>
                <a:cs typeface="Times New Roman" panose="02020603050405020304" pitchFamily="18" charset="0"/>
              </a:rPr>
              <a:t> </a:t>
            </a:r>
            <a:r>
              <a:rPr lang="en-US" sz="40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Symbol" pitchFamily="18" charset="2"/>
              </a:rPr>
              <a:t></a:t>
            </a:r>
            <a:r>
              <a:rPr lang="en-US" sz="40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(Projection)</a:t>
            </a:r>
            <a:endParaRPr lang="en-US" altLang="en-US" sz="3500" b="1" dirty="0">
              <a:solidFill>
                <a:schemeClr val="tx1"/>
              </a:solidFill>
              <a:latin typeface="Times New Roman" panose="02020603050405020304" pitchFamily="18" charset="0"/>
              <a:cs typeface="Times New Roman" panose="02020603050405020304" pitchFamily="18" charset="0"/>
            </a:endParaRPr>
          </a:p>
        </p:txBody>
      </p:sp>
      <p:sp>
        <p:nvSpPr>
          <p:cNvPr id="24580" name="Rectangle 3"/>
          <p:cNvSpPr>
            <a:spLocks noGrp="1" noChangeArrowheads="1"/>
          </p:cNvSpPr>
          <p:nvPr>
            <p:ph sz="quarter" idx="1"/>
          </p:nvPr>
        </p:nvSpPr>
        <p:spPr>
          <a:xfrm>
            <a:off x="381000" y="1295400"/>
            <a:ext cx="8305800" cy="5105400"/>
          </a:xfrm>
        </p:spPr>
        <p:txBody>
          <a:bodyPr/>
          <a:lstStyle/>
          <a:p>
            <a:pPr eaLnBrk="1" hangingPunct="1"/>
            <a:r>
              <a:rPr lang="en-US" altLang="en-US" dirty="0" err="1">
                <a:latin typeface="Times New Roman" panose="02020603050405020304" pitchFamily="18" charset="0"/>
                <a:cs typeface="Times New Roman" panose="02020603050405020304" pitchFamily="18" charset="0"/>
              </a:rPr>
              <a:t>Được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dùng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để</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lấy</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ra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một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cột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R</a:t>
            </a:r>
          </a:p>
          <a:p>
            <a:pPr eaLnBrk="1" hangingPunct="1"/>
            <a:r>
              <a:rPr lang="en-US" altLang="en-US" dirty="0" err="1">
                <a:latin typeface="Times New Roman" panose="02020603050405020304" pitchFamily="18" charset="0"/>
                <a:cs typeface="Times New Roman" panose="02020603050405020304" pitchFamily="18" charset="0"/>
              </a:rPr>
              <a:t>Ký</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hiệu</a:t>
            </a:r>
            <a:endParaRPr lang="en-US" altLang="en-US" dirty="0">
              <a:latin typeface="Times New Roman" panose="02020603050405020304" pitchFamily="18" charset="0"/>
              <a:cs typeface="Times New Roman" panose="02020603050405020304" pitchFamily="18" charset="0"/>
            </a:endParaRPr>
          </a:p>
          <a:p>
            <a:pPr lvl="2" eaLnBrk="1" hangingPunct="1"/>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về</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một</a:t>
            </a:r>
            <a:r>
              <a:rPr lang="en-US" altLang="en-US" dirty="0">
                <a:latin typeface="Times New Roman" panose="02020603050405020304" pitchFamily="18" charset="0"/>
                <a:cs typeface="Times New Roman" panose="02020603050405020304" pitchFamily="18" charset="0"/>
              </a:rPr>
              <a:t> </a:t>
            </a:r>
            <a:r>
              <a:rPr lang="en-US" altLang="en-US" u="sng" dirty="0" err="1">
                <a:latin typeface="Times New Roman" panose="02020603050405020304" pitchFamily="18" charset="0"/>
                <a:cs typeface="Times New Roman" panose="02020603050405020304" pitchFamily="18" charset="0"/>
              </a:rPr>
              <a:t>quan</a:t>
            </a:r>
            <a:r>
              <a:rPr lang="en-US" altLang="en-US" u="sng" dirty="0">
                <a:latin typeface="Times New Roman" panose="02020603050405020304" pitchFamily="18" charset="0"/>
                <a:cs typeface="Times New Roman" panose="02020603050405020304" pitchFamily="18" charset="0"/>
              </a:rPr>
              <a:t> </a:t>
            </a:r>
            <a:r>
              <a:rPr lang="en-US" altLang="en-US" u="sng"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a:t>
            </a:r>
          </a:p>
          <a:p>
            <a:pPr lvl="1" eaLnBrk="1" hangingPunct="1"/>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k </a:t>
            </a:r>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số</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luôn</a:t>
            </a:r>
            <a:r>
              <a:rPr lang="en-US" altLang="en-US"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ít</a:t>
            </a:r>
            <a:r>
              <a:rPr lang="en-US" altLang="en-US" b="1"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hơn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hoặc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bằng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số</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R</a:t>
            </a:r>
          </a:p>
          <a:p>
            <a:pPr eaLnBrk="1" hangingPunct="1"/>
            <a:r>
              <a:rPr lang="en-US" altLang="en-US" dirty="0" err="1">
                <a:latin typeface="Times New Roman" panose="02020603050405020304" pitchFamily="18" charset="0"/>
                <a:cs typeface="Times New Roman" panose="02020603050405020304" pitchFamily="18" charset="0"/>
              </a:rPr>
              <a:t>Ví</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dụ</a:t>
            </a:r>
            <a:endParaRPr lang="en-US" altLang="en-US" dirty="0">
              <a:latin typeface="Times New Roman" panose="02020603050405020304" pitchFamily="18" charset="0"/>
              <a:cs typeface="Times New Roman" panose="02020603050405020304" pitchFamily="18" charset="0"/>
            </a:endParaRPr>
          </a:p>
        </p:txBody>
      </p:sp>
      <p:sp>
        <p:nvSpPr>
          <p:cNvPr id="24581" name="Text Box 4"/>
          <p:cNvSpPr txBox="1">
            <a:spLocks noChangeArrowheads="1"/>
          </p:cNvSpPr>
          <p:nvPr/>
        </p:nvSpPr>
        <p:spPr bwMode="auto">
          <a:xfrm>
            <a:off x="1981200" y="1812925"/>
            <a:ext cx="2819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A1, A2, …, </a:t>
            </a:r>
            <a:r>
              <a:rPr lang="en-US" altLang="en-US" sz="2200" baseline="-25000" dirty="0" err="1">
                <a:latin typeface="Times New Roman" panose="02020603050405020304" pitchFamily="18" charset="0"/>
                <a:cs typeface="Times New Roman" panose="02020603050405020304" pitchFamily="18" charset="0"/>
                <a:sym typeface="Symbol" pitchFamily="18" charset="2"/>
              </a:rPr>
              <a:t>Ak</a:t>
            </a:r>
            <a:r>
              <a:rPr lang="en-US" altLang="en-US" sz="2200" dirty="0">
                <a:latin typeface="Times New Roman" panose="02020603050405020304" pitchFamily="18" charset="0"/>
                <a:cs typeface="Times New Roman" panose="02020603050405020304" pitchFamily="18" charset="0"/>
                <a:sym typeface="Symbol" pitchFamily="18" charset="2"/>
              </a:rPr>
              <a:t>(R)</a:t>
            </a:r>
            <a:endParaRPr lang="en-US" altLang="en-US" sz="2200" baseline="-25000" dirty="0">
              <a:latin typeface="Times New Roman" panose="02020603050405020304" pitchFamily="18" charset="0"/>
              <a:cs typeface="Times New Roman" panose="02020603050405020304" pitchFamily="18" charset="0"/>
            </a:endParaRPr>
          </a:p>
        </p:txBody>
      </p:sp>
      <p:grpSp>
        <p:nvGrpSpPr>
          <p:cNvPr id="406605" name="Group 77"/>
          <p:cNvGrpSpPr>
            <a:grpSpLocks/>
          </p:cNvGrpSpPr>
          <p:nvPr/>
        </p:nvGrpSpPr>
        <p:grpSpPr bwMode="auto">
          <a:xfrm>
            <a:off x="6019800" y="4436918"/>
            <a:ext cx="914400" cy="685800"/>
            <a:chOff x="4080" y="2976"/>
            <a:chExt cx="576" cy="432"/>
          </a:xfrm>
        </p:grpSpPr>
        <p:sp>
          <p:nvSpPr>
            <p:cNvPr id="24624" name="Line 40"/>
            <p:cNvSpPr>
              <a:spLocks noChangeShapeType="1"/>
            </p:cNvSpPr>
            <p:nvPr/>
          </p:nvSpPr>
          <p:spPr bwMode="auto">
            <a:xfrm>
              <a:off x="4080" y="3168"/>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24625" name="Text Box 41"/>
            <p:cNvSpPr txBox="1">
              <a:spLocks noChangeArrowheads="1"/>
            </p:cNvSpPr>
            <p:nvPr/>
          </p:nvSpPr>
          <p:spPr bwMode="auto">
            <a:xfrm>
              <a:off x="4080" y="29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a:t>
              </a:r>
            </a:p>
          </p:txBody>
        </p:sp>
        <p:sp>
          <p:nvSpPr>
            <p:cNvPr id="24626" name="Text Box 42"/>
            <p:cNvSpPr txBox="1">
              <a:spLocks noChangeArrowheads="1"/>
            </p:cNvSpPr>
            <p:nvPr/>
          </p:nvSpPr>
          <p:spPr bwMode="auto">
            <a:xfrm>
              <a:off x="4368" y="29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C</a:t>
              </a:r>
            </a:p>
          </p:txBody>
        </p:sp>
        <p:sp>
          <p:nvSpPr>
            <p:cNvPr id="24627" name="Text Box 43"/>
            <p:cNvSpPr txBox="1">
              <a:spLocks noChangeArrowheads="1"/>
            </p:cNvSpPr>
            <p:nvPr/>
          </p:nvSpPr>
          <p:spPr bwMode="auto">
            <a:xfrm>
              <a:off x="4080" y="321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24628" name="Line 44"/>
            <p:cNvSpPr>
              <a:spLocks noChangeShapeType="1"/>
            </p:cNvSpPr>
            <p:nvPr/>
          </p:nvSpPr>
          <p:spPr bwMode="auto">
            <a:xfrm>
              <a:off x="4080" y="2976"/>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grpSp>
          <p:nvGrpSpPr>
            <p:cNvPr id="24629" name="Group 48"/>
            <p:cNvGrpSpPr>
              <a:grpSpLocks/>
            </p:cNvGrpSpPr>
            <p:nvPr/>
          </p:nvGrpSpPr>
          <p:grpSpPr bwMode="auto">
            <a:xfrm>
              <a:off x="4080" y="2976"/>
              <a:ext cx="576" cy="432"/>
              <a:chOff x="960" y="2880"/>
              <a:chExt cx="576" cy="1008"/>
            </a:xfrm>
          </p:grpSpPr>
          <p:sp>
            <p:nvSpPr>
              <p:cNvPr id="24631" name="Line 49"/>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24632" name="Line 50"/>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24633" name="Line 51"/>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grpSp>
        <p:sp>
          <p:nvSpPr>
            <p:cNvPr id="24630" name="Text Box 52"/>
            <p:cNvSpPr txBox="1">
              <a:spLocks noChangeArrowheads="1"/>
            </p:cNvSpPr>
            <p:nvPr/>
          </p:nvSpPr>
          <p:spPr bwMode="auto">
            <a:xfrm>
              <a:off x="4368" y="321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grpSp>
      <p:grpSp>
        <p:nvGrpSpPr>
          <p:cNvPr id="24583" name="Group 63"/>
          <p:cNvGrpSpPr>
            <a:grpSpLocks/>
          </p:cNvGrpSpPr>
          <p:nvPr/>
        </p:nvGrpSpPr>
        <p:grpSpPr bwMode="auto">
          <a:xfrm>
            <a:off x="1447800" y="4419600"/>
            <a:ext cx="2286000" cy="1981200"/>
            <a:chOff x="1296" y="2928"/>
            <a:chExt cx="1200" cy="1056"/>
          </a:xfrm>
        </p:grpSpPr>
        <p:sp>
          <p:nvSpPr>
            <p:cNvPr id="24600" name="Line 6"/>
            <p:cNvSpPr>
              <a:spLocks noChangeShapeType="1"/>
            </p:cNvSpPr>
            <p:nvPr/>
          </p:nvSpPr>
          <p:spPr bwMode="auto">
            <a:xfrm>
              <a:off x="1296" y="3120"/>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24601" name="Text Box 7"/>
            <p:cNvSpPr txBox="1">
              <a:spLocks noChangeArrowheads="1"/>
            </p:cNvSpPr>
            <p:nvPr/>
          </p:nvSpPr>
          <p:spPr bwMode="auto">
            <a:xfrm>
              <a:off x="1632" y="29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a:t>
              </a:r>
            </a:p>
          </p:txBody>
        </p:sp>
        <p:sp>
          <p:nvSpPr>
            <p:cNvPr id="24602" name="Text Box 8"/>
            <p:cNvSpPr txBox="1">
              <a:spLocks noChangeArrowheads="1"/>
            </p:cNvSpPr>
            <p:nvPr/>
          </p:nvSpPr>
          <p:spPr bwMode="auto">
            <a:xfrm>
              <a:off x="1920" y="29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B</a:t>
              </a:r>
            </a:p>
          </p:txBody>
        </p:sp>
        <p:sp>
          <p:nvSpPr>
            <p:cNvPr id="24603" name="Text Box 9"/>
            <p:cNvSpPr txBox="1">
              <a:spLocks noChangeArrowheads="1"/>
            </p:cNvSpPr>
            <p:nvPr/>
          </p:nvSpPr>
          <p:spPr bwMode="auto">
            <a:xfrm>
              <a:off x="1632" y="31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24604" name="Line 10"/>
            <p:cNvSpPr>
              <a:spLocks noChangeShapeType="1"/>
            </p:cNvSpPr>
            <p:nvPr/>
          </p:nvSpPr>
          <p:spPr bwMode="auto">
            <a:xfrm>
              <a:off x="1296" y="2928"/>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24605" name="Line 11"/>
            <p:cNvSpPr>
              <a:spLocks noChangeShapeType="1"/>
            </p:cNvSpPr>
            <p:nvPr/>
          </p:nvSpPr>
          <p:spPr bwMode="auto">
            <a:xfrm>
              <a:off x="1632" y="3984"/>
              <a:ext cx="86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24606" name="Text Box 12"/>
            <p:cNvSpPr txBox="1">
              <a:spLocks noChangeArrowheads="1"/>
            </p:cNvSpPr>
            <p:nvPr/>
          </p:nvSpPr>
          <p:spPr bwMode="auto">
            <a:xfrm>
              <a:off x="1296" y="2928"/>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latin typeface="Times New Roman" panose="02020603050405020304" pitchFamily="18" charset="0"/>
                  <a:cs typeface="Times New Roman" panose="02020603050405020304" pitchFamily="18" charset="0"/>
                </a:rPr>
                <a:t>R</a:t>
              </a:r>
            </a:p>
          </p:txBody>
        </p:sp>
        <p:sp>
          <p:nvSpPr>
            <p:cNvPr id="24607" name="Line 13"/>
            <p:cNvSpPr>
              <a:spLocks noChangeShapeType="1"/>
            </p:cNvSpPr>
            <p:nvPr/>
          </p:nvSpPr>
          <p:spPr bwMode="auto">
            <a:xfrm>
              <a:off x="1296" y="2928"/>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24608" name="Text Box 14"/>
            <p:cNvSpPr txBox="1">
              <a:spLocks noChangeArrowheads="1"/>
            </p:cNvSpPr>
            <p:nvPr/>
          </p:nvSpPr>
          <p:spPr bwMode="auto">
            <a:xfrm>
              <a:off x="1632" y="33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24609" name="Text Box 15"/>
            <p:cNvSpPr txBox="1">
              <a:spLocks noChangeArrowheads="1"/>
            </p:cNvSpPr>
            <p:nvPr/>
          </p:nvSpPr>
          <p:spPr bwMode="auto">
            <a:xfrm>
              <a:off x="1632" y="355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24610" name="Line 17"/>
            <p:cNvSpPr>
              <a:spLocks noChangeShapeType="1"/>
            </p:cNvSpPr>
            <p:nvPr/>
          </p:nvSpPr>
          <p:spPr bwMode="auto">
            <a:xfrm>
              <a:off x="1920" y="2928"/>
              <a:ext cx="0" cy="10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24611" name="Line 18"/>
            <p:cNvSpPr>
              <a:spLocks noChangeShapeType="1"/>
            </p:cNvSpPr>
            <p:nvPr/>
          </p:nvSpPr>
          <p:spPr bwMode="auto">
            <a:xfrm>
              <a:off x="1632" y="2928"/>
              <a:ext cx="0" cy="10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24612" name="Line 19"/>
            <p:cNvSpPr>
              <a:spLocks noChangeShapeType="1"/>
            </p:cNvSpPr>
            <p:nvPr/>
          </p:nvSpPr>
          <p:spPr bwMode="auto">
            <a:xfrm>
              <a:off x="2208" y="2928"/>
              <a:ext cx="0" cy="10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24613" name="Text Box 20"/>
            <p:cNvSpPr txBox="1">
              <a:spLocks noChangeArrowheads="1"/>
            </p:cNvSpPr>
            <p:nvPr/>
          </p:nvSpPr>
          <p:spPr bwMode="auto">
            <a:xfrm>
              <a:off x="1920" y="31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10</a:t>
              </a:r>
            </a:p>
          </p:txBody>
        </p:sp>
        <p:sp>
          <p:nvSpPr>
            <p:cNvPr id="24614" name="Text Box 21"/>
            <p:cNvSpPr txBox="1">
              <a:spLocks noChangeArrowheads="1"/>
            </p:cNvSpPr>
            <p:nvPr/>
          </p:nvSpPr>
          <p:spPr bwMode="auto">
            <a:xfrm>
              <a:off x="1920" y="33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20</a:t>
              </a:r>
            </a:p>
          </p:txBody>
        </p:sp>
        <p:sp>
          <p:nvSpPr>
            <p:cNvPr id="24615" name="Text Box 22"/>
            <p:cNvSpPr txBox="1">
              <a:spLocks noChangeArrowheads="1"/>
            </p:cNvSpPr>
            <p:nvPr/>
          </p:nvSpPr>
          <p:spPr bwMode="auto">
            <a:xfrm>
              <a:off x="1920" y="355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30</a:t>
              </a:r>
            </a:p>
          </p:txBody>
        </p:sp>
        <p:sp>
          <p:nvSpPr>
            <p:cNvPr id="24616" name="Text Box 55"/>
            <p:cNvSpPr txBox="1">
              <a:spLocks noChangeArrowheads="1"/>
            </p:cNvSpPr>
            <p:nvPr/>
          </p:nvSpPr>
          <p:spPr bwMode="auto">
            <a:xfrm>
              <a:off x="2208" y="29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C</a:t>
              </a:r>
            </a:p>
          </p:txBody>
        </p:sp>
        <p:sp>
          <p:nvSpPr>
            <p:cNvPr id="24617" name="Text Box 56"/>
            <p:cNvSpPr txBox="1">
              <a:spLocks noChangeArrowheads="1"/>
            </p:cNvSpPr>
            <p:nvPr/>
          </p:nvSpPr>
          <p:spPr bwMode="auto">
            <a:xfrm>
              <a:off x="2208" y="31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sp>
          <p:nvSpPr>
            <p:cNvPr id="24618" name="Text Box 57"/>
            <p:cNvSpPr txBox="1">
              <a:spLocks noChangeArrowheads="1"/>
            </p:cNvSpPr>
            <p:nvPr/>
          </p:nvSpPr>
          <p:spPr bwMode="auto">
            <a:xfrm>
              <a:off x="2208" y="33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sp>
          <p:nvSpPr>
            <p:cNvPr id="24619" name="Text Box 58"/>
            <p:cNvSpPr txBox="1">
              <a:spLocks noChangeArrowheads="1"/>
            </p:cNvSpPr>
            <p:nvPr/>
          </p:nvSpPr>
          <p:spPr bwMode="auto">
            <a:xfrm>
              <a:off x="2208" y="355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sp>
          <p:nvSpPr>
            <p:cNvPr id="24620" name="Line 59"/>
            <p:cNvSpPr>
              <a:spLocks noChangeShapeType="1"/>
            </p:cNvSpPr>
            <p:nvPr/>
          </p:nvSpPr>
          <p:spPr bwMode="auto">
            <a:xfrm>
              <a:off x="2496" y="2928"/>
              <a:ext cx="0" cy="10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24621" name="Text Box 60"/>
            <p:cNvSpPr txBox="1">
              <a:spLocks noChangeArrowheads="1"/>
            </p:cNvSpPr>
            <p:nvPr/>
          </p:nvSpPr>
          <p:spPr bwMode="auto">
            <a:xfrm>
              <a:off x="1632" y="37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24622" name="Text Box 61"/>
            <p:cNvSpPr txBox="1">
              <a:spLocks noChangeArrowheads="1"/>
            </p:cNvSpPr>
            <p:nvPr/>
          </p:nvSpPr>
          <p:spPr bwMode="auto">
            <a:xfrm>
              <a:off x="1920" y="37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40</a:t>
              </a:r>
            </a:p>
          </p:txBody>
        </p:sp>
        <p:sp>
          <p:nvSpPr>
            <p:cNvPr id="24623" name="Text Box 62"/>
            <p:cNvSpPr txBox="1">
              <a:spLocks noChangeArrowheads="1"/>
            </p:cNvSpPr>
            <p:nvPr/>
          </p:nvSpPr>
          <p:spPr bwMode="auto">
            <a:xfrm>
              <a:off x="2208" y="37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a:t>
              </a:r>
            </a:p>
          </p:txBody>
        </p:sp>
      </p:grpSp>
      <p:sp>
        <p:nvSpPr>
          <p:cNvPr id="24584" name="Text Box 64"/>
          <p:cNvSpPr txBox="1">
            <a:spLocks noChangeArrowheads="1"/>
          </p:cNvSpPr>
          <p:nvPr/>
        </p:nvSpPr>
        <p:spPr bwMode="auto">
          <a:xfrm>
            <a:off x="4267200" y="4920165"/>
            <a:ext cx="1524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A,C </a:t>
            </a:r>
            <a:r>
              <a:rPr lang="en-US" altLang="en-US" sz="2200" dirty="0">
                <a:latin typeface="Times New Roman" panose="02020603050405020304" pitchFamily="18" charset="0"/>
                <a:cs typeface="Times New Roman" panose="02020603050405020304" pitchFamily="18" charset="0"/>
                <a:sym typeface="Symbol" pitchFamily="18" charset="2"/>
              </a:rPr>
              <a:t>(R)</a:t>
            </a:r>
            <a:endParaRPr lang="en-US" altLang="en-US" sz="2200" baseline="-25000" dirty="0">
              <a:latin typeface="Times New Roman" panose="02020603050405020304" pitchFamily="18" charset="0"/>
              <a:cs typeface="Times New Roman" panose="02020603050405020304" pitchFamily="18" charset="0"/>
            </a:endParaRPr>
          </a:p>
        </p:txBody>
      </p:sp>
      <p:grpSp>
        <p:nvGrpSpPr>
          <p:cNvPr id="406604" name="Group 76"/>
          <p:cNvGrpSpPr>
            <a:grpSpLocks/>
          </p:cNvGrpSpPr>
          <p:nvPr/>
        </p:nvGrpSpPr>
        <p:grpSpPr bwMode="auto">
          <a:xfrm>
            <a:off x="6019800" y="5427518"/>
            <a:ext cx="914400" cy="685800"/>
            <a:chOff x="4080" y="3600"/>
            <a:chExt cx="576" cy="432"/>
          </a:xfrm>
        </p:grpSpPr>
        <p:sp>
          <p:nvSpPr>
            <p:cNvPr id="24592" name="Text Box 47"/>
            <p:cNvSpPr txBox="1">
              <a:spLocks noChangeArrowheads="1"/>
            </p:cNvSpPr>
            <p:nvPr/>
          </p:nvSpPr>
          <p:spPr bwMode="auto">
            <a:xfrm>
              <a:off x="4080" y="360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24593" name="Text Box 53"/>
            <p:cNvSpPr txBox="1">
              <a:spLocks noChangeArrowheads="1"/>
            </p:cNvSpPr>
            <p:nvPr/>
          </p:nvSpPr>
          <p:spPr bwMode="auto">
            <a:xfrm>
              <a:off x="4368" y="360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sp>
          <p:nvSpPr>
            <p:cNvPr id="24594" name="Line 54"/>
            <p:cNvSpPr>
              <a:spLocks noChangeShapeType="1"/>
            </p:cNvSpPr>
            <p:nvPr/>
          </p:nvSpPr>
          <p:spPr bwMode="auto">
            <a:xfrm>
              <a:off x="4080" y="4032"/>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24595" name="Text Box 67"/>
            <p:cNvSpPr txBox="1">
              <a:spLocks noChangeArrowheads="1"/>
            </p:cNvSpPr>
            <p:nvPr/>
          </p:nvSpPr>
          <p:spPr bwMode="auto">
            <a:xfrm>
              <a:off x="4080" y="379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24596" name="Text Box 68"/>
            <p:cNvSpPr txBox="1">
              <a:spLocks noChangeArrowheads="1"/>
            </p:cNvSpPr>
            <p:nvPr/>
          </p:nvSpPr>
          <p:spPr bwMode="auto">
            <a:xfrm>
              <a:off x="4368" y="379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a:t>
              </a:r>
            </a:p>
          </p:txBody>
        </p:sp>
        <p:sp>
          <p:nvSpPr>
            <p:cNvPr id="24597" name="Line 69"/>
            <p:cNvSpPr>
              <a:spLocks noChangeShapeType="1"/>
            </p:cNvSpPr>
            <p:nvPr/>
          </p:nvSpPr>
          <p:spPr bwMode="auto">
            <a:xfrm>
              <a:off x="4080" y="3600"/>
              <a:ext cx="0"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24598" name="Line 70"/>
            <p:cNvSpPr>
              <a:spLocks noChangeShapeType="1"/>
            </p:cNvSpPr>
            <p:nvPr/>
          </p:nvSpPr>
          <p:spPr bwMode="auto">
            <a:xfrm>
              <a:off x="4368" y="3600"/>
              <a:ext cx="0"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24599" name="Line 71"/>
            <p:cNvSpPr>
              <a:spLocks noChangeShapeType="1"/>
            </p:cNvSpPr>
            <p:nvPr/>
          </p:nvSpPr>
          <p:spPr bwMode="auto">
            <a:xfrm>
              <a:off x="4656" y="3600"/>
              <a:ext cx="0"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grpSp>
      <p:grpSp>
        <p:nvGrpSpPr>
          <p:cNvPr id="406603" name="Group 75"/>
          <p:cNvGrpSpPr>
            <a:grpSpLocks/>
          </p:cNvGrpSpPr>
          <p:nvPr/>
        </p:nvGrpSpPr>
        <p:grpSpPr bwMode="auto">
          <a:xfrm>
            <a:off x="6019800" y="5122718"/>
            <a:ext cx="914400" cy="304800"/>
            <a:chOff x="4080" y="3408"/>
            <a:chExt cx="576" cy="192"/>
          </a:xfrm>
        </p:grpSpPr>
        <p:sp>
          <p:nvSpPr>
            <p:cNvPr id="24587" name="Text Box 65"/>
            <p:cNvSpPr txBox="1">
              <a:spLocks noChangeArrowheads="1"/>
            </p:cNvSpPr>
            <p:nvPr/>
          </p:nvSpPr>
          <p:spPr bwMode="auto">
            <a:xfrm>
              <a:off x="4080" y="340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24588" name="Text Box 66"/>
            <p:cNvSpPr txBox="1">
              <a:spLocks noChangeArrowheads="1"/>
            </p:cNvSpPr>
            <p:nvPr/>
          </p:nvSpPr>
          <p:spPr bwMode="auto">
            <a:xfrm>
              <a:off x="4368" y="340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sp>
          <p:nvSpPr>
            <p:cNvPr id="24589" name="Line 72"/>
            <p:cNvSpPr>
              <a:spLocks noChangeShapeType="1"/>
            </p:cNvSpPr>
            <p:nvPr/>
          </p:nvSpPr>
          <p:spPr bwMode="auto">
            <a:xfrm>
              <a:off x="4656" y="3408"/>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24590" name="Line 73"/>
            <p:cNvSpPr>
              <a:spLocks noChangeShapeType="1"/>
            </p:cNvSpPr>
            <p:nvPr/>
          </p:nvSpPr>
          <p:spPr bwMode="auto">
            <a:xfrm>
              <a:off x="4368" y="3408"/>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24591" name="Line 74"/>
            <p:cNvSpPr>
              <a:spLocks noChangeShapeType="1"/>
            </p:cNvSpPr>
            <p:nvPr/>
          </p:nvSpPr>
          <p:spPr bwMode="auto">
            <a:xfrm>
              <a:off x="4080" y="3408"/>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21</a:t>
            </a:fld>
            <a:endParaRPr lang="en-US" altLang="en-US"/>
          </a:p>
        </p:txBody>
      </p:sp>
    </p:spTree>
    <p:extLst>
      <p:ext uri="{BB962C8B-B14F-4D97-AF65-F5344CB8AC3E}">
        <p14:creationId xmlns:p14="http://schemas.microsoft.com/office/powerpoint/2010/main" val="2948305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5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406605"/>
                                        </p:tgtEl>
                                        <p:attrNameLst>
                                          <p:attrName>style.visibility</p:attrName>
                                        </p:attrNameLst>
                                      </p:cBhvr>
                                      <p:to>
                                        <p:strVal val="visible"/>
                                      </p:to>
                                    </p:set>
                                    <p:anim calcmode="lin" valueType="num">
                                      <p:cBhvr additive="base">
                                        <p:cTn id="15" dur="500" fill="hold"/>
                                        <p:tgtEl>
                                          <p:spTgt spid="406605"/>
                                        </p:tgtEl>
                                        <p:attrNameLst>
                                          <p:attrName>ppt_x</p:attrName>
                                        </p:attrNameLst>
                                      </p:cBhvr>
                                      <p:tavLst>
                                        <p:tav tm="0">
                                          <p:val>
                                            <p:strVal val="1+#ppt_w/2"/>
                                          </p:val>
                                        </p:tav>
                                        <p:tav tm="100000">
                                          <p:val>
                                            <p:strVal val="#ppt_x"/>
                                          </p:val>
                                        </p:tav>
                                      </p:tavLst>
                                    </p:anim>
                                    <p:anim calcmode="lin" valueType="num">
                                      <p:cBhvr additive="base">
                                        <p:cTn id="16" dur="500" fill="hold"/>
                                        <p:tgtEl>
                                          <p:spTgt spid="406605"/>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406604"/>
                                        </p:tgtEl>
                                        <p:attrNameLst>
                                          <p:attrName>style.visibility</p:attrName>
                                        </p:attrNameLst>
                                      </p:cBhvr>
                                      <p:to>
                                        <p:strVal val="visible"/>
                                      </p:to>
                                    </p:set>
                                    <p:anim calcmode="lin" valueType="num">
                                      <p:cBhvr additive="base">
                                        <p:cTn id="19" dur="500" fill="hold"/>
                                        <p:tgtEl>
                                          <p:spTgt spid="406604"/>
                                        </p:tgtEl>
                                        <p:attrNameLst>
                                          <p:attrName>ppt_x</p:attrName>
                                        </p:attrNameLst>
                                      </p:cBhvr>
                                      <p:tavLst>
                                        <p:tav tm="0">
                                          <p:val>
                                            <p:strVal val="1+#ppt_w/2"/>
                                          </p:val>
                                        </p:tav>
                                        <p:tav tm="100000">
                                          <p:val>
                                            <p:strVal val="#ppt_x"/>
                                          </p:val>
                                        </p:tav>
                                      </p:tavLst>
                                    </p:anim>
                                    <p:anim calcmode="lin" valueType="num">
                                      <p:cBhvr additive="base">
                                        <p:cTn id="20" dur="500" fill="hold"/>
                                        <p:tgtEl>
                                          <p:spTgt spid="406604"/>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406603"/>
                                        </p:tgtEl>
                                        <p:attrNameLst>
                                          <p:attrName>style.visibility</p:attrName>
                                        </p:attrNameLst>
                                      </p:cBhvr>
                                      <p:to>
                                        <p:strVal val="visible"/>
                                      </p:to>
                                    </p:set>
                                    <p:anim calcmode="lin" valueType="num">
                                      <p:cBhvr additive="base">
                                        <p:cTn id="23" dur="500" fill="hold"/>
                                        <p:tgtEl>
                                          <p:spTgt spid="406603"/>
                                        </p:tgtEl>
                                        <p:attrNameLst>
                                          <p:attrName>ppt_x</p:attrName>
                                        </p:attrNameLst>
                                      </p:cBhvr>
                                      <p:tavLst>
                                        <p:tav tm="0">
                                          <p:val>
                                            <p:strVal val="1+#ppt_w/2"/>
                                          </p:val>
                                        </p:tav>
                                        <p:tav tm="100000">
                                          <p:val>
                                            <p:strVal val="#ppt_x"/>
                                          </p:val>
                                        </p:tav>
                                      </p:tavLst>
                                    </p:anim>
                                    <p:anim calcmode="lin" valueType="num">
                                      <p:cBhvr additive="base">
                                        <p:cTn id="24" dur="500" fill="hold"/>
                                        <p:tgtEl>
                                          <p:spTgt spid="406603"/>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06606"/>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xit" presetSubtype="10" fill="hold" grpId="1" nodeType="clickEffect">
                                  <p:stCondLst>
                                    <p:cond delay="0"/>
                                  </p:stCondLst>
                                  <p:childTnLst>
                                    <p:animEffect transition="out" filter="blinds(horizontal)">
                                      <p:cBhvr>
                                        <p:cTn id="32" dur="500"/>
                                        <p:tgtEl>
                                          <p:spTgt spid="406606"/>
                                        </p:tgtEl>
                                      </p:cBhvr>
                                    </p:animEffect>
                                    <p:set>
                                      <p:cBhvr>
                                        <p:cTn id="33" dur="1" fill="hold">
                                          <p:stCondLst>
                                            <p:cond delay="499"/>
                                          </p:stCondLst>
                                        </p:cTn>
                                        <p:tgtEl>
                                          <p:spTgt spid="406606"/>
                                        </p:tgtEl>
                                        <p:attrNameLst>
                                          <p:attrName>style.visibility</p:attrName>
                                        </p:attrNameLst>
                                      </p:cBhvr>
                                      <p:to>
                                        <p:strVal val="hidden"/>
                                      </p:to>
                                    </p:set>
                                  </p:childTnLst>
                                </p:cTn>
                              </p:par>
                              <p:par>
                                <p:cTn id="34" presetID="3" presetClass="exit" presetSubtype="10" fill="hold" nodeType="withEffect">
                                  <p:stCondLst>
                                    <p:cond delay="0"/>
                                  </p:stCondLst>
                                  <p:childTnLst>
                                    <p:animEffect transition="out" filter="blinds(horizontal)">
                                      <p:cBhvr>
                                        <p:cTn id="35" dur="500"/>
                                        <p:tgtEl>
                                          <p:spTgt spid="406603"/>
                                        </p:tgtEl>
                                      </p:cBhvr>
                                    </p:animEffect>
                                    <p:set>
                                      <p:cBhvr>
                                        <p:cTn id="36" dur="1" fill="hold">
                                          <p:stCondLst>
                                            <p:cond delay="499"/>
                                          </p:stCondLst>
                                        </p:cTn>
                                        <p:tgtEl>
                                          <p:spTgt spid="406603"/>
                                        </p:tgtEl>
                                        <p:attrNameLst>
                                          <p:attrName>style.visibility</p:attrName>
                                        </p:attrNameLst>
                                      </p:cBhvr>
                                      <p:to>
                                        <p:strVal val="hidden"/>
                                      </p:to>
                                    </p:set>
                                  </p:childTnLst>
                                </p:cTn>
                              </p:par>
                              <p:par>
                                <p:cTn id="37" presetID="64" presetClass="path" presetSubtype="0" accel="50000" decel="50000" fill="hold" nodeType="withEffect">
                                  <p:stCondLst>
                                    <p:cond delay="0"/>
                                  </p:stCondLst>
                                  <p:childTnLst>
                                    <p:animMotion origin="layout" path="M 0.00052 4.39306E-6 L 0.00052 -0.04995 " pathEditMode="relative" rAng="0" ptsTypes="AA">
                                      <p:cBhvr>
                                        <p:cTn id="38" dur="1000" fill="hold"/>
                                        <p:tgtEl>
                                          <p:spTgt spid="406604"/>
                                        </p:tgtEl>
                                        <p:attrNameLst>
                                          <p:attrName>ppt_x</p:attrName>
                                          <p:attrName>ppt_y</p:attrName>
                                        </p:attrNameLst>
                                      </p:cBhvr>
                                      <p:rCtr x="0" y="-249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606" grpId="0" animBg="1"/>
      <p:bldP spid="406606" grpId="1" animBg="1"/>
      <p:bldP spid="2458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title"/>
          </p:nvPr>
        </p:nvSpPr>
        <p:spPr>
          <a:xfrm>
            <a:off x="457200" y="354013"/>
            <a:ext cx="82296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5.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chiếu</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Symbol" pitchFamily="18" charset="2"/>
              </a:rPr>
              <a:t></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(Projection)</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427012" name="Rectangle 4"/>
          <p:cNvSpPr>
            <a:spLocks noGrp="1" noChangeArrowheads="1"/>
          </p:cNvSpPr>
          <p:nvPr>
            <p:ph sz="quarter" idx="1"/>
          </p:nvPr>
        </p:nvSpPr>
        <p:spPr>
          <a:xfrm>
            <a:off x="381000" y="1295400"/>
            <a:ext cx="8305800" cy="5105400"/>
          </a:xfrm>
        </p:spPr>
        <p:txBody>
          <a:bodyPr/>
          <a:lstStyle/>
          <a:p>
            <a:pPr eaLnBrk="1" hangingPunct="1"/>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chiếu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không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giao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hoán</a:t>
            </a:r>
            <a:endParaRPr lang="en-US" altLang="en-US" dirty="0">
              <a:latin typeface="Times New Roman" panose="02020603050405020304" pitchFamily="18" charset="0"/>
              <a:cs typeface="Times New Roman" panose="02020603050405020304" pitchFamily="18" charset="0"/>
            </a:endParaRPr>
          </a:p>
        </p:txBody>
      </p:sp>
      <p:sp>
        <p:nvSpPr>
          <p:cNvPr id="427013" name="Text Box 5"/>
          <p:cNvSpPr txBox="1">
            <a:spLocks noChangeArrowheads="1"/>
          </p:cNvSpPr>
          <p:nvPr/>
        </p:nvSpPr>
        <p:spPr bwMode="auto">
          <a:xfrm>
            <a:off x="762000" y="3565525"/>
            <a:ext cx="4191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a:latin typeface="Times New Roman" panose="02020603050405020304" pitchFamily="18" charset="0"/>
                <a:cs typeface="Times New Roman" panose="02020603050405020304" pitchFamily="18" charset="0"/>
                <a:sym typeface="Symbol" pitchFamily="18" charset="2"/>
              </a:rPr>
              <a:t></a:t>
            </a:r>
            <a:r>
              <a:rPr lang="en-US" altLang="en-US" sz="2200" baseline="-25000">
                <a:latin typeface="Times New Roman" panose="02020603050405020304" pitchFamily="18" charset="0"/>
                <a:cs typeface="Times New Roman" panose="02020603050405020304" pitchFamily="18" charset="0"/>
                <a:sym typeface="Symbol" pitchFamily="18" charset="2"/>
              </a:rPr>
              <a:t>A1, A2, …, An</a:t>
            </a:r>
            <a:r>
              <a:rPr lang="en-US" altLang="en-US" sz="2200">
                <a:latin typeface="Times New Roman" panose="02020603050405020304" pitchFamily="18" charset="0"/>
                <a:cs typeface="Times New Roman" panose="02020603050405020304" pitchFamily="18" charset="0"/>
                <a:sym typeface="Symbol" pitchFamily="18" charset="2"/>
              </a:rPr>
              <a:t>(</a:t>
            </a:r>
            <a:r>
              <a:rPr lang="en-US" altLang="en-US" sz="4000">
                <a:latin typeface="Times New Roman" panose="02020603050405020304" pitchFamily="18" charset="0"/>
                <a:cs typeface="Times New Roman" panose="02020603050405020304" pitchFamily="18" charset="0"/>
                <a:sym typeface="Symbol" pitchFamily="18" charset="2"/>
              </a:rPr>
              <a:t></a:t>
            </a:r>
            <a:r>
              <a:rPr lang="en-US" altLang="en-US" sz="2200" baseline="-25000">
                <a:latin typeface="Times New Roman" panose="02020603050405020304" pitchFamily="18" charset="0"/>
                <a:cs typeface="Times New Roman" panose="02020603050405020304" pitchFamily="18" charset="0"/>
                <a:sym typeface="Symbol" pitchFamily="18" charset="2"/>
              </a:rPr>
              <a:t>A1, A2, …, Am</a:t>
            </a:r>
            <a:r>
              <a:rPr lang="en-US" altLang="en-US" sz="2200">
                <a:latin typeface="Times New Roman" panose="02020603050405020304" pitchFamily="18" charset="0"/>
                <a:cs typeface="Times New Roman" panose="02020603050405020304" pitchFamily="18" charset="0"/>
                <a:sym typeface="Symbol" pitchFamily="18" charset="2"/>
              </a:rPr>
              <a:t>(R)) = </a:t>
            </a:r>
          </a:p>
        </p:txBody>
      </p:sp>
      <p:sp>
        <p:nvSpPr>
          <p:cNvPr id="427066" name="Text Box 58"/>
          <p:cNvSpPr txBox="1">
            <a:spLocks noChangeArrowheads="1"/>
          </p:cNvSpPr>
          <p:nvPr/>
        </p:nvSpPr>
        <p:spPr bwMode="auto">
          <a:xfrm>
            <a:off x="4800600" y="3565525"/>
            <a:ext cx="3657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a:latin typeface="Times New Roman" panose="02020603050405020304" pitchFamily="18" charset="0"/>
                <a:cs typeface="Times New Roman" panose="02020603050405020304" pitchFamily="18" charset="0"/>
                <a:sym typeface="Symbol" pitchFamily="18" charset="2"/>
              </a:rPr>
              <a:t></a:t>
            </a:r>
            <a:r>
              <a:rPr lang="en-US" altLang="en-US" sz="2200" baseline="-25000">
                <a:latin typeface="Times New Roman" panose="02020603050405020304" pitchFamily="18" charset="0"/>
                <a:cs typeface="Times New Roman" panose="02020603050405020304" pitchFamily="18" charset="0"/>
                <a:sym typeface="Symbol" pitchFamily="18" charset="2"/>
              </a:rPr>
              <a:t>A1, A2, …, An </a:t>
            </a:r>
            <a:r>
              <a:rPr lang="en-US" altLang="en-US" sz="2200">
                <a:latin typeface="Times New Roman" panose="02020603050405020304" pitchFamily="18" charset="0"/>
                <a:cs typeface="Times New Roman" panose="02020603050405020304" pitchFamily="18" charset="0"/>
                <a:sym typeface="Symbol" pitchFamily="18" charset="2"/>
              </a:rPr>
              <a:t>(R) , với n  m</a:t>
            </a:r>
          </a:p>
        </p:txBody>
      </p:sp>
      <p:sp>
        <p:nvSpPr>
          <p:cNvPr id="25606" name="Text Box 60"/>
          <p:cNvSpPr txBox="1">
            <a:spLocks noChangeArrowheads="1"/>
          </p:cNvSpPr>
          <p:nvPr/>
        </p:nvSpPr>
        <p:spPr bwMode="auto">
          <a:xfrm>
            <a:off x="2209800" y="2286000"/>
            <a:ext cx="1905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X,Y </a:t>
            </a:r>
            <a:r>
              <a:rPr lang="en-US" altLang="en-US" sz="2200" dirty="0">
                <a:latin typeface="Times New Roman" panose="02020603050405020304" pitchFamily="18" charset="0"/>
                <a:cs typeface="Times New Roman" panose="02020603050405020304" pitchFamily="18" charset="0"/>
                <a:sym typeface="Symbol" pitchFamily="18" charset="2"/>
              </a:rPr>
              <a:t>(R) = </a:t>
            </a:r>
          </a:p>
        </p:txBody>
      </p:sp>
      <p:sp>
        <p:nvSpPr>
          <p:cNvPr id="25607" name="Text Box 61"/>
          <p:cNvSpPr txBox="1">
            <a:spLocks noChangeArrowheads="1"/>
          </p:cNvSpPr>
          <p:nvPr/>
        </p:nvSpPr>
        <p:spPr bwMode="auto">
          <a:xfrm>
            <a:off x="3733800" y="2286000"/>
            <a:ext cx="1905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X </a:t>
            </a:r>
            <a:r>
              <a:rPr lang="en-US" altLang="en-US" sz="2200" dirty="0">
                <a:latin typeface="Times New Roman" panose="02020603050405020304" pitchFamily="18" charset="0"/>
                <a:cs typeface="Times New Roman" panose="02020603050405020304" pitchFamily="18" charset="0"/>
                <a:sym typeface="Symbol" pitchFamily="18" charset="2"/>
              </a:rPr>
              <a:t>(</a:t>
            </a:r>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Y</a:t>
            </a:r>
            <a:r>
              <a:rPr lang="en-US" altLang="en-US" sz="2200" dirty="0">
                <a:latin typeface="Times New Roman" panose="02020603050405020304" pitchFamily="18" charset="0"/>
                <a:cs typeface="Times New Roman" panose="02020603050405020304" pitchFamily="18" charset="0"/>
                <a:sym typeface="Symbol" pitchFamily="18" charset="2"/>
              </a:rPr>
              <a:t> (R)) </a:t>
            </a:r>
          </a:p>
        </p:txBody>
      </p:sp>
      <p:grpSp>
        <p:nvGrpSpPr>
          <p:cNvPr id="427070" name="Group 62"/>
          <p:cNvGrpSpPr>
            <a:grpSpLocks/>
          </p:cNvGrpSpPr>
          <p:nvPr/>
        </p:nvGrpSpPr>
        <p:grpSpPr bwMode="auto">
          <a:xfrm>
            <a:off x="4191000" y="2438400"/>
            <a:ext cx="685800" cy="685800"/>
            <a:chOff x="1753" y="2000"/>
            <a:chExt cx="1359" cy="938"/>
          </a:xfrm>
        </p:grpSpPr>
        <p:sp>
          <p:nvSpPr>
            <p:cNvPr id="25609" name="Freeform 63"/>
            <p:cNvSpPr>
              <a:spLocks/>
            </p:cNvSpPr>
            <p:nvPr/>
          </p:nvSpPr>
          <p:spPr bwMode="auto">
            <a:xfrm>
              <a:off x="1753" y="2000"/>
              <a:ext cx="1359" cy="851"/>
            </a:xfrm>
            <a:custGeom>
              <a:avLst/>
              <a:gdLst>
                <a:gd name="T0" fmla="*/ 0 w 1359"/>
                <a:gd name="T1" fmla="*/ 851 h 851"/>
                <a:gd name="T2" fmla="*/ 421 w 1359"/>
                <a:gd name="T3" fmla="*/ 509 h 851"/>
                <a:gd name="T4" fmla="*/ 574 w 1359"/>
                <a:gd name="T5" fmla="*/ 444 h 851"/>
                <a:gd name="T6" fmla="*/ 916 w 1359"/>
                <a:gd name="T7" fmla="*/ 262 h 851"/>
                <a:gd name="T8" fmla="*/ 1221 w 1359"/>
                <a:gd name="T9" fmla="*/ 80 h 851"/>
                <a:gd name="T10" fmla="*/ 1308 w 1359"/>
                <a:gd name="T11" fmla="*/ 29 h 851"/>
                <a:gd name="T12" fmla="*/ 1359 w 1359"/>
                <a:gd name="T13" fmla="*/ 0 h 85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59" h="851">
                  <a:moveTo>
                    <a:pt x="0" y="851"/>
                  </a:moveTo>
                  <a:cubicBezTo>
                    <a:pt x="91" y="708"/>
                    <a:pt x="273" y="585"/>
                    <a:pt x="421" y="509"/>
                  </a:cubicBezTo>
                  <a:cubicBezTo>
                    <a:pt x="467" y="485"/>
                    <a:pt x="530" y="471"/>
                    <a:pt x="574" y="444"/>
                  </a:cubicBezTo>
                  <a:cubicBezTo>
                    <a:pt x="684" y="377"/>
                    <a:pt x="802" y="323"/>
                    <a:pt x="916" y="262"/>
                  </a:cubicBezTo>
                  <a:cubicBezTo>
                    <a:pt x="1021" y="206"/>
                    <a:pt x="1117" y="137"/>
                    <a:pt x="1221" y="80"/>
                  </a:cubicBezTo>
                  <a:cubicBezTo>
                    <a:pt x="1250" y="64"/>
                    <a:pt x="1279" y="46"/>
                    <a:pt x="1308" y="29"/>
                  </a:cubicBezTo>
                  <a:cubicBezTo>
                    <a:pt x="1325" y="19"/>
                    <a:pt x="1359" y="0"/>
                    <a:pt x="1359" y="0"/>
                  </a:cubicBez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25610" name="Freeform 64"/>
            <p:cNvSpPr>
              <a:spLocks/>
            </p:cNvSpPr>
            <p:nvPr/>
          </p:nvSpPr>
          <p:spPr bwMode="auto">
            <a:xfrm>
              <a:off x="2022" y="2146"/>
              <a:ext cx="1018" cy="792"/>
            </a:xfrm>
            <a:custGeom>
              <a:avLst/>
              <a:gdLst>
                <a:gd name="T0" fmla="*/ 0 w 1018"/>
                <a:gd name="T1" fmla="*/ 0 h 792"/>
                <a:gd name="T2" fmla="*/ 167 w 1018"/>
                <a:gd name="T3" fmla="*/ 87 h 792"/>
                <a:gd name="T4" fmla="*/ 312 w 1018"/>
                <a:gd name="T5" fmla="*/ 174 h 792"/>
                <a:gd name="T6" fmla="*/ 363 w 1018"/>
                <a:gd name="T7" fmla="*/ 218 h 792"/>
                <a:gd name="T8" fmla="*/ 654 w 1018"/>
                <a:gd name="T9" fmla="*/ 458 h 792"/>
                <a:gd name="T10" fmla="*/ 749 w 1018"/>
                <a:gd name="T11" fmla="*/ 552 h 792"/>
                <a:gd name="T12" fmla="*/ 858 w 1018"/>
                <a:gd name="T13" fmla="*/ 632 h 792"/>
                <a:gd name="T14" fmla="*/ 909 w 1018"/>
                <a:gd name="T15" fmla="*/ 691 h 792"/>
                <a:gd name="T16" fmla="*/ 960 w 1018"/>
                <a:gd name="T17" fmla="*/ 727 h 792"/>
                <a:gd name="T18" fmla="*/ 1018 w 1018"/>
                <a:gd name="T19" fmla="*/ 792 h 7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18" h="792">
                  <a:moveTo>
                    <a:pt x="0" y="0"/>
                  </a:moveTo>
                  <a:cubicBezTo>
                    <a:pt x="103" y="28"/>
                    <a:pt x="87" y="33"/>
                    <a:pt x="167" y="87"/>
                  </a:cubicBezTo>
                  <a:cubicBezTo>
                    <a:pt x="213" y="118"/>
                    <a:pt x="265" y="145"/>
                    <a:pt x="312" y="174"/>
                  </a:cubicBezTo>
                  <a:cubicBezTo>
                    <a:pt x="412" y="236"/>
                    <a:pt x="278" y="158"/>
                    <a:pt x="363" y="218"/>
                  </a:cubicBezTo>
                  <a:cubicBezTo>
                    <a:pt x="466" y="291"/>
                    <a:pt x="560" y="373"/>
                    <a:pt x="654" y="458"/>
                  </a:cubicBezTo>
                  <a:cubicBezTo>
                    <a:pt x="687" y="488"/>
                    <a:pt x="713" y="526"/>
                    <a:pt x="749" y="552"/>
                  </a:cubicBezTo>
                  <a:cubicBezTo>
                    <a:pt x="785" y="579"/>
                    <a:pt x="829" y="598"/>
                    <a:pt x="858" y="632"/>
                  </a:cubicBezTo>
                  <a:cubicBezTo>
                    <a:pt x="875" y="652"/>
                    <a:pt x="890" y="673"/>
                    <a:pt x="909" y="691"/>
                  </a:cubicBezTo>
                  <a:cubicBezTo>
                    <a:pt x="924" y="705"/>
                    <a:pt x="945" y="713"/>
                    <a:pt x="960" y="727"/>
                  </a:cubicBezTo>
                  <a:cubicBezTo>
                    <a:pt x="981" y="746"/>
                    <a:pt x="997" y="772"/>
                    <a:pt x="1018" y="792"/>
                  </a:cubicBez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cs typeface="Times New Roman" panose="02020603050405020304" pitchFamily="18" charset="0"/>
              </a:endParaRPr>
            </a:p>
          </p:txBody>
        </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22</a:t>
            </a:fld>
            <a:endParaRPr lang="en-US" altLang="en-US"/>
          </a:p>
        </p:txBody>
      </p:sp>
    </p:spTree>
    <p:extLst>
      <p:ext uri="{BB962C8B-B14F-4D97-AF65-F5344CB8AC3E}">
        <p14:creationId xmlns:p14="http://schemas.microsoft.com/office/powerpoint/2010/main" val="34080580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type="title"/>
          </p:nvPr>
        </p:nvSpPr>
        <p:spPr>
          <a:xfrm>
            <a:off x="457200" y="354013"/>
            <a:ext cx="82296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5.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chiếu</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Symbol" pitchFamily="18" charset="2"/>
              </a:rPr>
              <a:t></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(Projection)</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26627" name="Rectangle 4"/>
          <p:cNvSpPr>
            <a:spLocks noGrp="1" noChangeArrowheads="1"/>
          </p:cNvSpPr>
          <p:nvPr>
            <p:ph sz="quarter" idx="1"/>
          </p:nvPr>
        </p:nvSpPr>
        <p:spPr>
          <a:xfrm>
            <a:off x="381000" y="1295400"/>
            <a:ext cx="8305800" cy="5105400"/>
          </a:xfrm>
        </p:spPr>
        <p:txBody>
          <a:bodyPr/>
          <a:lstStyle/>
          <a:p>
            <a:pPr eaLnBrk="1" hangingPunct="1"/>
            <a:r>
              <a:rPr lang="en-US" altLang="en-US" b="1" u="sng" dirty="0" err="1">
                <a:latin typeface="Times New Roman" panose="02020603050405020304" pitchFamily="18" charset="0"/>
                <a:cs typeface="Times New Roman" panose="02020603050405020304" pitchFamily="18" charset="0"/>
              </a:rPr>
              <a:t>Ví</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dụ</a:t>
            </a:r>
            <a:r>
              <a:rPr lang="en-US" altLang="en-US" b="1" u="sng"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Cho </a:t>
            </a:r>
            <a:r>
              <a:rPr lang="en-US" altLang="en-US" dirty="0" err="1">
                <a:latin typeface="Times New Roman" panose="02020603050405020304" pitchFamily="18" charset="0"/>
                <a:cs typeface="Times New Roman" panose="02020603050405020304" pitchFamily="18" charset="0"/>
              </a:rPr>
              <a:t>biết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họ</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lương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nhân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viên</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NHAN_VIEN</a:t>
            </a:r>
          </a:p>
          <a:p>
            <a:pPr lvl="1" eaLnBrk="1" hangingPunct="1"/>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HONV, TENNV, LUONG</a:t>
            </a:r>
          </a:p>
          <a:p>
            <a:pPr lvl="1" eaLnBrk="1" hangingPunct="1"/>
            <a:endParaRPr lang="en-US" altLang="en-US" dirty="0">
              <a:latin typeface="Times New Roman" panose="02020603050405020304" pitchFamily="18" charset="0"/>
              <a:cs typeface="Times New Roman" panose="02020603050405020304" pitchFamily="18" charset="0"/>
            </a:endParaRPr>
          </a:p>
        </p:txBody>
      </p:sp>
      <p:sp>
        <p:nvSpPr>
          <p:cNvPr id="410666" name="Text Box 42"/>
          <p:cNvSpPr txBox="1">
            <a:spLocks noChangeArrowheads="1"/>
          </p:cNvSpPr>
          <p:nvPr/>
        </p:nvSpPr>
        <p:spPr bwMode="auto">
          <a:xfrm>
            <a:off x="1219200" y="2955925"/>
            <a:ext cx="5029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a:latin typeface="Times New Roman" panose="02020603050405020304" pitchFamily="18" charset="0"/>
                <a:cs typeface="Times New Roman" panose="02020603050405020304" pitchFamily="18" charset="0"/>
                <a:sym typeface="Symbol" pitchFamily="18" charset="2"/>
              </a:rPr>
              <a:t></a:t>
            </a:r>
            <a:r>
              <a:rPr lang="en-US" altLang="en-US" sz="2200" baseline="-25000">
                <a:latin typeface="Times New Roman" panose="02020603050405020304" pitchFamily="18" charset="0"/>
                <a:cs typeface="Times New Roman" panose="02020603050405020304" pitchFamily="18" charset="0"/>
                <a:sym typeface="Symbol" pitchFamily="18" charset="2"/>
              </a:rPr>
              <a:t>HONV,TENNV,LUONG </a:t>
            </a:r>
            <a:r>
              <a:rPr lang="en-US" altLang="en-US" sz="2200">
                <a:latin typeface="Times New Roman" panose="02020603050405020304" pitchFamily="18" charset="0"/>
                <a:cs typeface="Times New Roman" panose="02020603050405020304" pitchFamily="18" charset="0"/>
                <a:sym typeface="Symbol" pitchFamily="18" charset="2"/>
              </a:rPr>
              <a:t>(NHAN_VIEN)</a:t>
            </a:r>
            <a:endParaRPr lang="en-US" altLang="en-US" sz="2200" baseline="-2500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23</a:t>
            </a:fld>
            <a:endParaRPr lang="en-US" altLang="en-US"/>
          </a:p>
        </p:txBody>
      </p:sp>
    </p:spTree>
    <p:extLst>
      <p:ext uri="{BB962C8B-B14F-4D97-AF65-F5344CB8AC3E}">
        <p14:creationId xmlns:p14="http://schemas.microsoft.com/office/powerpoint/2010/main" val="9815557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1" y="381000"/>
            <a:ext cx="8017030" cy="5867400"/>
          </a:xfrm>
          <a:prstGeom prst="rect">
            <a:avLst/>
          </a:prstGeom>
        </p:spPr>
      </p:pic>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D6CAE541-0444-4136-8702-7A35D945224B}" type="slidenum">
              <a:rPr lang="en-US" altLang="en-US" smtClean="0"/>
              <a:pPr>
                <a:defRPr/>
              </a:pPr>
              <a:t>24</a:t>
            </a:fld>
            <a:endParaRPr lang="en-US" altLang="en-US"/>
          </a:p>
        </p:txBody>
      </p:sp>
    </p:spTree>
    <p:extLst>
      <p:ext uri="{BB962C8B-B14F-4D97-AF65-F5344CB8AC3E}">
        <p14:creationId xmlns:p14="http://schemas.microsoft.com/office/powerpoint/2010/main" val="3474809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354013"/>
            <a:ext cx="8229600" cy="620712"/>
          </a:xfrm>
        </p:spPr>
        <p:txBody>
          <a:bodyPr>
            <a:normAutofit fontScale="90000"/>
          </a:bodyPr>
          <a:lstStyle/>
          <a:p>
            <a:pPr eaLnBrk="1" hangingPunct="1"/>
            <a:r>
              <a:rPr lang="en-US" altLang="en-US" sz="3500" b="1" dirty="0" err="1">
                <a:solidFill>
                  <a:schemeClr val="tx1"/>
                </a:solidFill>
                <a:latin typeface="Times New Roman" panose="02020603050405020304" pitchFamily="18" charset="0"/>
                <a:cs typeface="Times New Roman" panose="02020603050405020304" pitchFamily="18" charset="0"/>
              </a:rPr>
              <a:t>Bài</a:t>
            </a:r>
            <a:r>
              <a:rPr lang="en-US" altLang="en-US" sz="3500" b="1" dirty="0">
                <a:solidFill>
                  <a:schemeClr val="tx1"/>
                </a:solidFill>
                <a:latin typeface="Times New Roman" panose="02020603050405020304" pitchFamily="18" charset="0"/>
                <a:cs typeface="Times New Roman" panose="02020603050405020304" pitchFamily="18" charset="0"/>
              </a:rPr>
              <a:t> </a:t>
            </a:r>
            <a:r>
              <a:rPr lang="en-US" altLang="en-US" sz="3500" b="1" dirty="0" err="1">
                <a:solidFill>
                  <a:schemeClr val="tx1"/>
                </a:solidFill>
                <a:latin typeface="Times New Roman" panose="02020603050405020304" pitchFamily="18" charset="0"/>
                <a:cs typeface="Times New Roman" panose="02020603050405020304" pitchFamily="18" charset="0"/>
              </a:rPr>
              <a:t>tập</a:t>
            </a:r>
            <a:r>
              <a:rPr lang="en-US" altLang="en-US" sz="3500" b="1" dirty="0">
                <a:solidFill>
                  <a:schemeClr val="tx1"/>
                </a:solidFill>
                <a:latin typeface="Times New Roman" panose="02020603050405020304" pitchFamily="18" charset="0"/>
                <a:cs typeface="Times New Roman" panose="02020603050405020304" pitchFamily="18" charset="0"/>
              </a:rPr>
              <a:t> 1:</a:t>
            </a:r>
          </a:p>
        </p:txBody>
      </p:sp>
      <p:sp>
        <p:nvSpPr>
          <p:cNvPr id="27651" name="Rectangle 3"/>
          <p:cNvSpPr>
            <a:spLocks noGrp="1" noChangeArrowheads="1"/>
          </p:cNvSpPr>
          <p:nvPr>
            <p:ph sz="quarter" idx="1"/>
          </p:nvPr>
        </p:nvSpPr>
        <p:spPr>
          <a:xfrm>
            <a:off x="381000" y="1295400"/>
            <a:ext cx="8305800" cy="5105400"/>
          </a:xfrm>
        </p:spPr>
        <p:txBody>
          <a:bodyPr/>
          <a:lstStyle/>
          <a:p>
            <a:pPr marL="0" indent="0" eaLnBrk="1" hangingPunct="1">
              <a:buNone/>
            </a:pPr>
            <a:r>
              <a:rPr lang="en-US" altLang="en-US" dirty="0">
                <a:latin typeface="Times New Roman" panose="02020603050405020304" pitchFamily="18" charset="0"/>
                <a:cs typeface="Times New Roman" panose="02020603050405020304" pitchFamily="18" charset="0"/>
              </a:rPr>
              <a:t>Cho </a:t>
            </a:r>
            <a:r>
              <a:rPr lang="en-US" altLang="en-US" dirty="0" err="1">
                <a:latin typeface="Times New Roman" panose="02020603050405020304" pitchFamily="18" charset="0"/>
                <a:cs typeface="Times New Roman" panose="02020603050405020304" pitchFamily="18" charset="0"/>
              </a:rPr>
              <a:t>biết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nhân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viên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tham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đề</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hoặc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thân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nhân</a:t>
            </a:r>
            <a:r>
              <a:rPr lang="en-US" altLang="en-US" dirty="0">
                <a:latin typeface="Times New Roman" panose="02020603050405020304" pitchFamily="18" charset="0"/>
                <a:cs typeface="Times New Roman" panose="02020603050405020304" pitchFamily="18" charset="0"/>
              </a:rPr>
              <a:t>  </a:t>
            </a:r>
          </a:p>
          <a:p>
            <a:pPr marL="0" indent="0" eaLnBrk="1" hangingPunct="1">
              <a:buNone/>
            </a:pP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Gợi</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ý: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Sử</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dụng</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phép</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hợp</a:t>
            </a:r>
            <a:endParaRPr lang="en-US" altLang="en-US" dirty="0">
              <a:latin typeface="Times New Roman" panose="02020603050405020304" pitchFamily="18" charset="0"/>
              <a:cs typeface="Times New Roman" panose="02020603050405020304" pitchFamily="18" charset="0"/>
              <a:sym typeface="Wingdings" panose="05000000000000000000" pitchFamily="2" charset="2"/>
            </a:endParaRPr>
          </a:p>
          <a:p>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Nhân</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viên</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có</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tham</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gia</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đề</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án</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p>
          <a:p>
            <a:pPr lvl="1"/>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Quan</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hệ</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PHANCONG</a:t>
            </a:r>
          </a:p>
          <a:p>
            <a:pPr lvl="1"/>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Thuộc</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tính</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MANV</a:t>
            </a:r>
          </a:p>
          <a:p>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Nhân</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viên</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có</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thân</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nhân</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a:t>
            </a:r>
          </a:p>
          <a:p>
            <a:pPr lvl="1"/>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Quan</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hệ</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THANNHAN</a:t>
            </a:r>
          </a:p>
          <a:p>
            <a:pPr lvl="1"/>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Thuộc</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tính</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MANV</a:t>
            </a:r>
          </a:p>
          <a:p>
            <a:pPr lvl="1"/>
            <a:endParaRPr lang="en-US" altLang="en-US" dirty="0">
              <a:latin typeface="Times New Roman" panose="02020603050405020304" pitchFamily="18" charset="0"/>
              <a:cs typeface="Times New Roman" panose="02020603050405020304" pitchFamily="18" charset="0"/>
              <a:sym typeface="Wingdings" panose="05000000000000000000" pitchFamily="2" charset="2"/>
            </a:endParaRPr>
          </a:p>
          <a:p>
            <a:pPr lvl="1"/>
            <a:endParaRPr lang="en-US" altLang="en-US" dirty="0">
              <a:latin typeface="Times New Roman" panose="02020603050405020304" pitchFamily="18" charset="0"/>
              <a:cs typeface="Times New Roman" panose="02020603050405020304" pitchFamily="18" charset="0"/>
              <a:sym typeface="Wingdings" panose="05000000000000000000" pitchFamily="2" charset="2"/>
            </a:endParaRPr>
          </a:p>
          <a:p>
            <a:pPr marL="0" indent="0" eaLnBrk="1" hangingPunct="1">
              <a:buNone/>
            </a:pPr>
            <a:endParaRPr lang="en-US" altLang="en-US" dirty="0">
              <a:latin typeface="Times New Roman" panose="02020603050405020304" pitchFamily="18" charset="0"/>
              <a:cs typeface="Times New Roman" panose="02020603050405020304" pitchFamily="18" charset="0"/>
            </a:endParaRPr>
          </a:p>
          <a:p>
            <a:pPr marL="0" indent="0" eaLnBrk="1" hangingPunct="1">
              <a:buNone/>
            </a:pPr>
            <a:endParaRPr lang="en-US" altLang="en-US" dirty="0">
              <a:latin typeface="Times New Roman" panose="02020603050405020304" pitchFamily="18" charset="0"/>
              <a:cs typeface="Times New Roman" panose="02020603050405020304" pitchFamily="18" charset="0"/>
            </a:endParaRPr>
          </a:p>
          <a:p>
            <a:pPr marL="0" indent="0" eaLnBrk="1" hangingPunct="1">
              <a:buNone/>
            </a:pPr>
            <a:endParaRPr lang="en-US" altLang="en-US" dirty="0">
              <a:latin typeface="Times New Roman" panose="02020603050405020304" pitchFamily="18" charset="0"/>
              <a:cs typeface="Times New Roman" panose="02020603050405020304" pitchFamily="18" charset="0"/>
            </a:endParaRPr>
          </a:p>
          <a:p>
            <a:pPr lvl="1"/>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sym typeface="Wingdings" panose="05000000000000000000" pitchFamily="2" charset="2"/>
            </a:endParaRPr>
          </a:p>
          <a:p>
            <a:endParaRPr lang="en-US" altLang="en-US" dirty="0">
              <a:latin typeface="Times New Roman" panose="02020603050405020304" pitchFamily="18" charset="0"/>
              <a:cs typeface="Times New Roman" panose="02020603050405020304" pitchFamily="18" charset="0"/>
            </a:endParaRPr>
          </a:p>
          <a:p>
            <a:pPr lvl="1"/>
            <a:endParaRPr lang="en-US" altLang="en-US" dirty="0">
              <a:latin typeface="Times New Roman" panose="02020603050405020304" pitchFamily="18" charset="0"/>
              <a:cs typeface="Times New Roman" panose="02020603050405020304" pitchFamily="18" charset="0"/>
            </a:endParaRPr>
          </a:p>
          <a:p>
            <a:pPr lvl="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lvl="1" eaLnBrk="1" hangingPunct="1"/>
            <a:endParaRPr lang="en-US" altLang="en-US" dirty="0">
              <a:latin typeface="Times New Roman" panose="02020603050405020304" pitchFamily="18" charset="0"/>
              <a:cs typeface="Times New Roman" panose="02020603050405020304" pitchFamily="18" charset="0"/>
            </a:endParaRPr>
          </a:p>
          <a:p>
            <a:pPr lvl="1" eaLnBrk="1" hangingPunct="1"/>
            <a:endParaRPr lang="en-US" altLang="en-US"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876800"/>
            <a:ext cx="7772399" cy="5494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25</a:t>
            </a:fld>
            <a:endParaRPr lang="en-US" altLang="en-US"/>
          </a:p>
        </p:txBody>
      </p:sp>
    </p:spTree>
    <p:extLst>
      <p:ext uri="{BB962C8B-B14F-4D97-AF65-F5344CB8AC3E}">
        <p14:creationId xmlns:p14="http://schemas.microsoft.com/office/powerpoint/2010/main" val="41033359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354013"/>
            <a:ext cx="8229600" cy="620712"/>
          </a:xfrm>
        </p:spPr>
        <p:txBody>
          <a:bodyPr>
            <a:normAutofit fontScale="90000"/>
          </a:bodyPr>
          <a:lstStyle/>
          <a:p>
            <a:pPr eaLnBrk="1" hangingPunct="1"/>
            <a:r>
              <a:rPr lang="en-US" altLang="en-US" sz="3500" b="1" dirty="0" err="1">
                <a:solidFill>
                  <a:schemeClr val="tx1"/>
                </a:solidFill>
                <a:latin typeface="Times New Roman" panose="02020603050405020304" pitchFamily="18" charset="0"/>
                <a:cs typeface="Times New Roman" panose="02020603050405020304" pitchFamily="18" charset="0"/>
              </a:rPr>
              <a:t>Bài</a:t>
            </a:r>
            <a:r>
              <a:rPr lang="en-US" altLang="en-US" sz="3500" b="1" dirty="0">
                <a:solidFill>
                  <a:schemeClr val="tx1"/>
                </a:solidFill>
                <a:latin typeface="Times New Roman" panose="02020603050405020304" pitchFamily="18" charset="0"/>
                <a:cs typeface="Times New Roman" panose="02020603050405020304" pitchFamily="18" charset="0"/>
              </a:rPr>
              <a:t> </a:t>
            </a:r>
            <a:r>
              <a:rPr lang="en-US" altLang="en-US" sz="3500" b="1" dirty="0" err="1">
                <a:solidFill>
                  <a:schemeClr val="tx1"/>
                </a:solidFill>
                <a:latin typeface="Times New Roman" panose="02020603050405020304" pitchFamily="18" charset="0"/>
                <a:cs typeface="Times New Roman" panose="02020603050405020304" pitchFamily="18" charset="0"/>
              </a:rPr>
              <a:t>tập</a:t>
            </a:r>
            <a:r>
              <a:rPr lang="en-US" altLang="en-US" sz="3500" b="1" dirty="0">
                <a:solidFill>
                  <a:schemeClr val="tx1"/>
                </a:solidFill>
                <a:latin typeface="Times New Roman" panose="02020603050405020304" pitchFamily="18" charset="0"/>
                <a:cs typeface="Times New Roman" panose="02020603050405020304" pitchFamily="18" charset="0"/>
              </a:rPr>
              <a:t> 2:</a:t>
            </a:r>
          </a:p>
        </p:txBody>
      </p:sp>
      <p:sp>
        <p:nvSpPr>
          <p:cNvPr id="27651" name="Rectangle 3"/>
          <p:cNvSpPr>
            <a:spLocks noGrp="1" noChangeArrowheads="1"/>
          </p:cNvSpPr>
          <p:nvPr>
            <p:ph sz="quarter" idx="1"/>
          </p:nvPr>
        </p:nvSpPr>
        <p:spPr>
          <a:xfrm>
            <a:off x="381000" y="1295400"/>
            <a:ext cx="8305800" cy="5105400"/>
          </a:xfrm>
        </p:spPr>
        <p:txBody>
          <a:bodyPr/>
          <a:lstStyle/>
          <a:p>
            <a:pPr marL="0" indent="0" eaLnBrk="1" hangingPunct="1">
              <a:buNone/>
            </a:pPr>
            <a:r>
              <a:rPr lang="en-US" altLang="en-US" dirty="0">
                <a:latin typeface="Times New Roman" panose="02020603050405020304" pitchFamily="18" charset="0"/>
                <a:cs typeface="Times New Roman" panose="02020603050405020304" pitchFamily="18" charset="0"/>
              </a:rPr>
              <a:t>Cho </a:t>
            </a:r>
            <a:r>
              <a:rPr lang="en-US" altLang="en-US" dirty="0" err="1">
                <a:latin typeface="Times New Roman" panose="02020603050405020304" pitchFamily="18" charset="0"/>
                <a:cs typeface="Times New Roman" panose="02020603050405020304" pitchFamily="18" charset="0"/>
              </a:rPr>
              <a:t>biết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nhân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viên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người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thân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tham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đề</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án</a:t>
            </a:r>
            <a:endParaRPr lang="en-US" altLang="en-US" dirty="0">
              <a:latin typeface="Times New Roman" panose="02020603050405020304" pitchFamily="18" charset="0"/>
              <a:cs typeface="Times New Roman" panose="02020603050405020304" pitchFamily="18" charset="0"/>
            </a:endParaRPr>
          </a:p>
          <a:p>
            <a:pPr marL="0" indent="0" eaLnBrk="1" hangingPunct="1">
              <a:buNone/>
            </a:pPr>
            <a:endParaRPr lang="en-US" altLang="en-US" dirty="0">
              <a:latin typeface="Times New Roman" panose="02020603050405020304" pitchFamily="18" charset="0"/>
              <a:cs typeface="Times New Roman" panose="02020603050405020304" pitchFamily="18" charset="0"/>
            </a:endParaRPr>
          </a:p>
          <a:p>
            <a:pPr marL="0" indent="0">
              <a:buNone/>
            </a:pPr>
            <a:r>
              <a:rPr lang="en-US" altLang="en-US"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Gợi</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ý: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Sử</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dụng</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phép</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giao</a:t>
            </a:r>
            <a:endParaRPr lang="en-US" altLang="en-US" dirty="0">
              <a:latin typeface="Times New Roman" panose="02020603050405020304" pitchFamily="18" charset="0"/>
              <a:cs typeface="Times New Roman" panose="02020603050405020304" pitchFamily="18" charset="0"/>
              <a:sym typeface="Wingdings" panose="05000000000000000000" pitchFamily="2" charset="2"/>
            </a:endParaRPr>
          </a:p>
          <a:p>
            <a:pPr marL="0" indent="0">
              <a:buNone/>
            </a:pPr>
            <a:endParaRPr lang="en-US" altLang="en-US" dirty="0">
              <a:latin typeface="Times New Roman" panose="02020603050405020304" pitchFamily="18" charset="0"/>
              <a:cs typeface="Times New Roman" panose="02020603050405020304" pitchFamily="18" charset="0"/>
            </a:endParaRPr>
          </a:p>
          <a:p>
            <a:pPr lvl="1"/>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sym typeface="Wingdings" panose="05000000000000000000" pitchFamily="2" charset="2"/>
            </a:endParaRPr>
          </a:p>
          <a:p>
            <a:endParaRPr lang="en-US" altLang="en-US" dirty="0">
              <a:latin typeface="Times New Roman" panose="02020603050405020304" pitchFamily="18" charset="0"/>
              <a:cs typeface="Times New Roman" panose="02020603050405020304" pitchFamily="18" charset="0"/>
            </a:endParaRPr>
          </a:p>
          <a:p>
            <a:pPr lvl="1"/>
            <a:endParaRPr lang="en-US" altLang="en-US" dirty="0">
              <a:latin typeface="Times New Roman" panose="02020603050405020304" pitchFamily="18" charset="0"/>
              <a:cs typeface="Times New Roman" panose="02020603050405020304" pitchFamily="18" charset="0"/>
            </a:endParaRPr>
          </a:p>
          <a:p>
            <a:pPr lvl="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lvl="1" eaLnBrk="1" hangingPunct="1"/>
            <a:endParaRPr lang="en-US" altLang="en-US" dirty="0">
              <a:latin typeface="Times New Roman" panose="02020603050405020304" pitchFamily="18" charset="0"/>
              <a:cs typeface="Times New Roman" panose="02020603050405020304" pitchFamily="18" charset="0"/>
            </a:endParaRPr>
          </a:p>
          <a:p>
            <a:pPr lvl="1" eaLnBrk="1" hangingPunct="1"/>
            <a:endParaRPr lang="en-US" altLang="en-US"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26</a:t>
            </a:fld>
            <a:endParaRPr lang="en-US" altLang="en-US"/>
          </a:p>
        </p:txBody>
      </p:sp>
    </p:spTree>
    <p:extLst>
      <p:ext uri="{BB962C8B-B14F-4D97-AF65-F5344CB8AC3E}">
        <p14:creationId xmlns:p14="http://schemas.microsoft.com/office/powerpoint/2010/main" val="21411271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354013"/>
            <a:ext cx="8229600" cy="620712"/>
          </a:xfrm>
        </p:spPr>
        <p:txBody>
          <a:bodyPr>
            <a:normAutofit fontScale="90000"/>
          </a:bodyPr>
          <a:lstStyle/>
          <a:p>
            <a:pPr eaLnBrk="1" hangingPunct="1"/>
            <a:r>
              <a:rPr lang="en-US" altLang="en-US" sz="3500" b="1" dirty="0" err="1">
                <a:solidFill>
                  <a:schemeClr val="tx1"/>
                </a:solidFill>
                <a:latin typeface="Times New Roman" panose="02020603050405020304" pitchFamily="18" charset="0"/>
                <a:cs typeface="Times New Roman" panose="02020603050405020304" pitchFamily="18" charset="0"/>
              </a:rPr>
              <a:t>Bài</a:t>
            </a:r>
            <a:r>
              <a:rPr lang="en-US" altLang="en-US" sz="3500" b="1" dirty="0">
                <a:solidFill>
                  <a:schemeClr val="tx1"/>
                </a:solidFill>
                <a:latin typeface="Times New Roman" panose="02020603050405020304" pitchFamily="18" charset="0"/>
                <a:cs typeface="Times New Roman" panose="02020603050405020304" pitchFamily="18" charset="0"/>
              </a:rPr>
              <a:t> </a:t>
            </a:r>
            <a:r>
              <a:rPr lang="en-US" altLang="en-US" sz="3500" b="1" dirty="0" err="1">
                <a:solidFill>
                  <a:schemeClr val="tx1"/>
                </a:solidFill>
                <a:latin typeface="Times New Roman" panose="02020603050405020304" pitchFamily="18" charset="0"/>
                <a:cs typeface="Times New Roman" panose="02020603050405020304" pitchFamily="18" charset="0"/>
              </a:rPr>
              <a:t>tập</a:t>
            </a:r>
            <a:r>
              <a:rPr lang="en-US" altLang="en-US" sz="3500" b="1" dirty="0">
                <a:solidFill>
                  <a:schemeClr val="tx1"/>
                </a:solidFill>
                <a:latin typeface="Times New Roman" panose="02020603050405020304" pitchFamily="18" charset="0"/>
                <a:cs typeface="Times New Roman" panose="02020603050405020304" pitchFamily="18" charset="0"/>
              </a:rPr>
              <a:t> 3:</a:t>
            </a:r>
          </a:p>
        </p:txBody>
      </p:sp>
      <p:sp>
        <p:nvSpPr>
          <p:cNvPr id="27651" name="Rectangle 3"/>
          <p:cNvSpPr>
            <a:spLocks noGrp="1" noChangeArrowheads="1"/>
          </p:cNvSpPr>
          <p:nvPr>
            <p:ph sz="quarter" idx="1"/>
          </p:nvPr>
        </p:nvSpPr>
        <p:spPr>
          <a:xfrm>
            <a:off x="381000" y="1295400"/>
            <a:ext cx="8305800" cy="5105400"/>
          </a:xfrm>
        </p:spPr>
        <p:txBody>
          <a:bodyPr/>
          <a:lstStyle/>
          <a:p>
            <a:pPr marL="0" indent="0" eaLnBrk="1" hangingPunct="1">
              <a:buNone/>
            </a:pPr>
            <a:r>
              <a:rPr lang="en-US" altLang="en-US" dirty="0">
                <a:latin typeface="Times New Roman" panose="02020603050405020304" pitchFamily="18" charset="0"/>
                <a:cs typeface="Times New Roman" panose="02020603050405020304" pitchFamily="18" charset="0"/>
              </a:rPr>
              <a:t>Cho </a:t>
            </a:r>
            <a:r>
              <a:rPr lang="en-US" altLang="en-US" dirty="0" err="1">
                <a:latin typeface="Times New Roman" panose="02020603050405020304" pitchFamily="18" charset="0"/>
                <a:cs typeface="Times New Roman" panose="02020603050405020304" pitchFamily="18" charset="0"/>
              </a:rPr>
              <a:t>biết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nhân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viên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không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thân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nhân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nào</a:t>
            </a:r>
            <a:r>
              <a:rPr lang="en-US" altLang="en-US" dirty="0">
                <a:latin typeface="Times New Roman" panose="02020603050405020304" pitchFamily="18" charset="0"/>
                <a:cs typeface="Times New Roman" panose="02020603050405020304" pitchFamily="18" charset="0"/>
              </a:rPr>
              <a:t> </a:t>
            </a:r>
          </a:p>
          <a:p>
            <a:pPr marL="0" indent="0" eaLnBrk="1" hangingPunct="1">
              <a:buNone/>
            </a:pP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Sử</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dụng</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phép</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trừ</a:t>
            </a:r>
            <a:endParaRPr lang="en-US" altLang="en-US" dirty="0">
              <a:latin typeface="Times New Roman" panose="02020603050405020304" pitchFamily="18" charset="0"/>
              <a:cs typeface="Times New Roman" panose="02020603050405020304" pitchFamily="18" charset="0"/>
              <a:sym typeface="Wingdings" panose="05000000000000000000" pitchFamily="2" charset="2"/>
            </a:endParaRPr>
          </a:p>
          <a:p>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Quan</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hệ</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NHANVIEN</a:t>
            </a:r>
          </a:p>
          <a:p>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Thuộc</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tính</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MANV</a:t>
            </a:r>
          </a:p>
          <a:p>
            <a:endParaRPr lang="en-US" altLang="en-US" dirty="0">
              <a:latin typeface="Times New Roman" panose="02020603050405020304" pitchFamily="18" charset="0"/>
              <a:cs typeface="Times New Roman" panose="02020603050405020304" pitchFamily="18" charset="0"/>
              <a:sym typeface="Wingdings" panose="05000000000000000000" pitchFamily="2" charset="2"/>
            </a:endParaRPr>
          </a:p>
          <a:p>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Quan</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hệ</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THANNHAN</a:t>
            </a:r>
          </a:p>
          <a:p>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Thuộc</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tính</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MANV</a:t>
            </a:r>
          </a:p>
          <a:p>
            <a:endParaRPr lang="en-US" altLang="en-US" dirty="0">
              <a:latin typeface="Times New Roman" panose="02020603050405020304" pitchFamily="18" charset="0"/>
              <a:cs typeface="Times New Roman" panose="02020603050405020304" pitchFamily="18" charset="0"/>
              <a:sym typeface="Wingdings" panose="05000000000000000000" pitchFamily="2" charset="2"/>
            </a:endParaRPr>
          </a:p>
          <a:p>
            <a:pPr marL="0" indent="0" eaLnBrk="1" hangingPunct="1">
              <a:buNone/>
            </a:pPr>
            <a:endParaRPr lang="en-US" altLang="en-US" dirty="0">
              <a:latin typeface="Times New Roman" panose="02020603050405020304" pitchFamily="18" charset="0"/>
              <a:cs typeface="Times New Roman" panose="02020603050405020304" pitchFamily="18" charset="0"/>
            </a:endParaRPr>
          </a:p>
          <a:p>
            <a:pPr lvl="1"/>
            <a:endParaRPr lang="en-US" altLang="en-US" dirty="0">
              <a:latin typeface="Times New Roman" panose="02020603050405020304" pitchFamily="18" charset="0"/>
              <a:cs typeface="Times New Roman" panose="02020603050405020304" pitchFamily="18" charset="0"/>
            </a:endParaRPr>
          </a:p>
          <a:p>
            <a:pPr lvl="1"/>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sym typeface="Wingdings" panose="05000000000000000000" pitchFamily="2" charset="2"/>
            </a:endParaRPr>
          </a:p>
          <a:p>
            <a:endParaRPr lang="en-US" altLang="en-US" dirty="0">
              <a:latin typeface="Times New Roman" panose="02020603050405020304" pitchFamily="18" charset="0"/>
              <a:cs typeface="Times New Roman" panose="02020603050405020304" pitchFamily="18" charset="0"/>
            </a:endParaRPr>
          </a:p>
          <a:p>
            <a:pPr lvl="1"/>
            <a:endParaRPr lang="en-US" altLang="en-US" dirty="0">
              <a:latin typeface="Times New Roman" panose="02020603050405020304" pitchFamily="18" charset="0"/>
              <a:cs typeface="Times New Roman" panose="02020603050405020304" pitchFamily="18" charset="0"/>
            </a:endParaRPr>
          </a:p>
          <a:p>
            <a:pPr lvl="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lvl="1" eaLnBrk="1" hangingPunct="1"/>
            <a:endParaRPr lang="en-US" altLang="en-US" dirty="0">
              <a:latin typeface="Times New Roman" panose="02020603050405020304" pitchFamily="18" charset="0"/>
              <a:cs typeface="Times New Roman" panose="02020603050405020304" pitchFamily="18" charset="0"/>
            </a:endParaRPr>
          </a:p>
          <a:p>
            <a:pPr lvl="1" eaLnBrk="1" hangingPunct="1"/>
            <a:endParaRPr lang="en-US" altLang="en-US" dirty="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876800"/>
            <a:ext cx="8382000" cy="6509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27</a:t>
            </a:fld>
            <a:endParaRPr lang="en-US" altLang="en-US"/>
          </a:p>
        </p:txBody>
      </p:sp>
    </p:spTree>
    <p:extLst>
      <p:ext uri="{BB962C8B-B14F-4D97-AF65-F5344CB8AC3E}">
        <p14:creationId xmlns:p14="http://schemas.microsoft.com/office/powerpoint/2010/main" val="18324009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354013"/>
            <a:ext cx="82296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5.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chiếu</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Symbol" pitchFamily="18" charset="2"/>
              </a:rPr>
              <a:t></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(Projection)</a:t>
            </a:r>
            <a:endParaRPr lang="en-US" altLang="en-US" sz="3600" b="1" dirty="0">
              <a:solidFill>
                <a:schemeClr val="tx1"/>
              </a:solidFill>
            </a:endParaRPr>
          </a:p>
        </p:txBody>
      </p:sp>
      <p:sp>
        <p:nvSpPr>
          <p:cNvPr id="30723" name="Rectangle 3"/>
          <p:cNvSpPr>
            <a:spLocks noGrp="1" noChangeArrowheads="1"/>
          </p:cNvSpPr>
          <p:nvPr>
            <p:ph sz="quarter" idx="1"/>
          </p:nvPr>
        </p:nvSpPr>
        <p:spPr>
          <a:xfrm>
            <a:off x="381000" y="1295400"/>
            <a:ext cx="8305800" cy="5105400"/>
          </a:xfrm>
        </p:spPr>
        <p:txBody>
          <a:bodyPr/>
          <a:lstStyle/>
          <a:p>
            <a:pPr algn="just" eaLnBrk="1" hangingPunct="1"/>
            <a:r>
              <a:rPr lang="en-US" altLang="en-US" sz="2800" b="1" dirty="0" err="1"/>
              <a:t>Phép</a:t>
            </a:r>
            <a:r>
              <a:rPr lang="en-US" altLang="en-US" sz="2800" b="1" dirty="0"/>
              <a:t> </a:t>
            </a:r>
            <a:r>
              <a:rPr lang="en-US" altLang="en-US" sz="2800" b="1" dirty="0" err="1"/>
              <a:t>chiếu</a:t>
            </a:r>
            <a:r>
              <a:rPr lang="en-US" altLang="en-US" sz="2800" b="1" dirty="0"/>
              <a:t> </a:t>
            </a:r>
            <a:r>
              <a:rPr lang="en-US" altLang="en-US" sz="2800" b="1" dirty="0" err="1"/>
              <a:t>tổng</a:t>
            </a:r>
            <a:r>
              <a:rPr lang="en-US" altLang="en-US" sz="2800" b="1" dirty="0"/>
              <a:t> </a:t>
            </a:r>
            <a:r>
              <a:rPr lang="en-US" altLang="en-US" sz="2800" b="1" dirty="0" err="1"/>
              <a:t>quát</a:t>
            </a:r>
            <a:r>
              <a:rPr lang="en-US" altLang="en-US" sz="2800" b="1" dirty="0"/>
              <a:t>:</a:t>
            </a:r>
          </a:p>
          <a:p>
            <a:pPr algn="just" eaLnBrk="1" hangingPunct="1"/>
            <a:r>
              <a:rPr lang="en-US" altLang="en-US" dirty="0" err="1"/>
              <a:t>Mở</a:t>
            </a:r>
            <a:r>
              <a:rPr lang="en-US" altLang="en-US" dirty="0"/>
              <a:t> </a:t>
            </a:r>
            <a:r>
              <a:rPr lang="en-US" altLang="en-US" dirty="0" err="1"/>
              <a:t>rộng</a:t>
            </a:r>
            <a:r>
              <a:rPr lang="en-US" altLang="en-US" dirty="0"/>
              <a:t> </a:t>
            </a:r>
            <a:r>
              <a:rPr lang="en-US" altLang="en-US" dirty="0" err="1"/>
              <a:t>phép</a:t>
            </a:r>
            <a:r>
              <a:rPr lang="en-US" altLang="en-US" dirty="0"/>
              <a:t> </a:t>
            </a:r>
            <a:r>
              <a:rPr lang="en-US" altLang="en-US" dirty="0" err="1"/>
              <a:t>chiếu</a:t>
            </a:r>
            <a:r>
              <a:rPr lang="en-US" altLang="en-US" dirty="0"/>
              <a:t> </a:t>
            </a:r>
            <a:r>
              <a:rPr lang="en-US" altLang="en-US" dirty="0" err="1"/>
              <a:t>bằng</a:t>
            </a:r>
            <a:r>
              <a:rPr lang="en-US" altLang="en-US" dirty="0"/>
              <a:t> </a:t>
            </a:r>
            <a:r>
              <a:rPr lang="en-US" altLang="en-US" dirty="0" err="1"/>
              <a:t>cách</a:t>
            </a:r>
            <a:r>
              <a:rPr lang="en-US" altLang="en-US" dirty="0"/>
              <a:t> </a:t>
            </a:r>
            <a:r>
              <a:rPr lang="en-US" altLang="en-US" dirty="0" err="1"/>
              <a:t>cho</a:t>
            </a:r>
            <a:r>
              <a:rPr lang="en-US" altLang="en-US" dirty="0"/>
              <a:t> </a:t>
            </a:r>
            <a:r>
              <a:rPr lang="en-US" altLang="en-US" dirty="0" err="1"/>
              <a:t>phép</a:t>
            </a:r>
            <a:r>
              <a:rPr lang="en-US" altLang="en-US" dirty="0"/>
              <a:t> </a:t>
            </a:r>
            <a:r>
              <a:rPr lang="en-US" altLang="en-US" dirty="0" err="1"/>
              <a:t>sử</a:t>
            </a:r>
            <a:r>
              <a:rPr lang="en-US" altLang="en-US" dirty="0"/>
              <a:t> </a:t>
            </a:r>
            <a:r>
              <a:rPr lang="en-US" altLang="en-US" dirty="0" err="1"/>
              <a:t>dụng</a:t>
            </a:r>
            <a:r>
              <a:rPr lang="en-US" altLang="en-US" dirty="0"/>
              <a:t> </a:t>
            </a:r>
            <a:r>
              <a:rPr lang="en-US" altLang="en-US" dirty="0" err="1"/>
              <a:t>các</a:t>
            </a:r>
            <a:r>
              <a:rPr lang="en-US" altLang="en-US" dirty="0"/>
              <a:t> </a:t>
            </a:r>
            <a:r>
              <a:rPr lang="en-US" altLang="en-US" dirty="0" err="1"/>
              <a:t>phép</a:t>
            </a:r>
            <a:r>
              <a:rPr lang="en-US" altLang="en-US" dirty="0"/>
              <a:t> </a:t>
            </a:r>
            <a:r>
              <a:rPr lang="en-US" altLang="en-US" dirty="0" err="1"/>
              <a:t>toán</a:t>
            </a:r>
            <a:r>
              <a:rPr lang="en-US" altLang="en-US" dirty="0"/>
              <a:t> </a:t>
            </a:r>
            <a:r>
              <a:rPr lang="en-US" altLang="en-US" dirty="0" err="1"/>
              <a:t>số</a:t>
            </a:r>
            <a:r>
              <a:rPr lang="en-US" altLang="en-US" dirty="0"/>
              <a:t> </a:t>
            </a:r>
            <a:r>
              <a:rPr lang="en-US" altLang="en-US" dirty="0" err="1"/>
              <a:t>học</a:t>
            </a:r>
            <a:r>
              <a:rPr lang="en-US" altLang="en-US" dirty="0"/>
              <a:t> </a:t>
            </a:r>
            <a:r>
              <a:rPr lang="en-US" altLang="en-US" dirty="0" err="1"/>
              <a:t>trong</a:t>
            </a:r>
            <a:r>
              <a:rPr lang="en-US" altLang="en-US" dirty="0"/>
              <a:t> </a:t>
            </a:r>
            <a:r>
              <a:rPr lang="en-US" altLang="en-US" dirty="0" err="1"/>
              <a:t>danh</a:t>
            </a:r>
            <a:r>
              <a:rPr lang="en-US" altLang="en-US" dirty="0"/>
              <a:t> </a:t>
            </a:r>
            <a:r>
              <a:rPr lang="en-US" altLang="en-US" dirty="0" err="1"/>
              <a:t>sách</a:t>
            </a:r>
            <a:r>
              <a:rPr lang="en-US" altLang="en-US" dirty="0"/>
              <a:t> </a:t>
            </a:r>
            <a:r>
              <a:rPr lang="en-US" altLang="en-US" dirty="0" err="1"/>
              <a:t>thuộc</a:t>
            </a:r>
            <a:r>
              <a:rPr lang="en-US" altLang="en-US" dirty="0"/>
              <a:t> </a:t>
            </a:r>
            <a:r>
              <a:rPr lang="en-US" altLang="en-US" dirty="0" err="1"/>
              <a:t>tính</a:t>
            </a:r>
            <a:endParaRPr lang="en-US" altLang="en-US" dirty="0"/>
          </a:p>
          <a:p>
            <a:pPr algn="just" eaLnBrk="1" hangingPunct="1"/>
            <a:r>
              <a:rPr lang="en-US" altLang="en-US" dirty="0" err="1"/>
              <a:t>Ký</a:t>
            </a:r>
            <a:r>
              <a:rPr lang="en-US" altLang="en-US" dirty="0"/>
              <a:t> </a:t>
            </a:r>
            <a:r>
              <a:rPr lang="en-US" altLang="en-US" dirty="0" err="1"/>
              <a:t>hiệu</a:t>
            </a:r>
            <a:r>
              <a:rPr lang="en-US" altLang="en-US" dirty="0"/>
              <a:t>  </a:t>
            </a:r>
            <a:r>
              <a:rPr lang="en-US" altLang="en-US" sz="4000" dirty="0">
                <a:sym typeface="Symbol" pitchFamily="18" charset="2"/>
              </a:rPr>
              <a:t></a:t>
            </a:r>
            <a:r>
              <a:rPr lang="en-US" altLang="en-US" baseline="-25000" dirty="0">
                <a:sym typeface="Symbol" pitchFamily="18" charset="2"/>
              </a:rPr>
              <a:t>F</a:t>
            </a:r>
            <a:r>
              <a:rPr lang="en-US" altLang="en-US" sz="2200" baseline="-25000" dirty="0">
                <a:sym typeface="Symbol" pitchFamily="18" charset="2"/>
              </a:rPr>
              <a:t>1</a:t>
            </a:r>
            <a:r>
              <a:rPr lang="en-US" altLang="en-US" baseline="-25000" dirty="0">
                <a:sym typeface="Symbol" pitchFamily="18" charset="2"/>
              </a:rPr>
              <a:t>, F2, …, </a:t>
            </a:r>
            <a:r>
              <a:rPr lang="en-US" altLang="en-US" baseline="-25000" dirty="0" err="1">
                <a:sym typeface="Symbol" pitchFamily="18" charset="2"/>
              </a:rPr>
              <a:t>Fn</a:t>
            </a:r>
            <a:r>
              <a:rPr lang="en-US" altLang="en-US" dirty="0">
                <a:sym typeface="Symbol" pitchFamily="18" charset="2"/>
              </a:rPr>
              <a:t> (E)</a:t>
            </a:r>
          </a:p>
          <a:p>
            <a:pPr lvl="1" algn="just" eaLnBrk="1" hangingPunct="1"/>
            <a:r>
              <a:rPr lang="en-US" altLang="en-US" dirty="0">
                <a:sym typeface="Symbol" pitchFamily="18" charset="2"/>
              </a:rPr>
              <a:t>E </a:t>
            </a:r>
            <a:r>
              <a:rPr lang="en-US" altLang="en-US" dirty="0" err="1">
                <a:sym typeface="Symbol" pitchFamily="18" charset="2"/>
              </a:rPr>
              <a:t>là</a:t>
            </a:r>
            <a:r>
              <a:rPr lang="en-US" altLang="en-US" dirty="0">
                <a:sym typeface="Symbol" pitchFamily="18" charset="2"/>
              </a:rPr>
              <a:t> </a:t>
            </a:r>
            <a:r>
              <a:rPr lang="en-US" altLang="en-US" dirty="0" err="1">
                <a:sym typeface="Symbol" pitchFamily="18" charset="2"/>
              </a:rPr>
              <a:t>biểu</a:t>
            </a:r>
            <a:r>
              <a:rPr lang="en-US" altLang="en-US" dirty="0">
                <a:sym typeface="Symbol" pitchFamily="18" charset="2"/>
              </a:rPr>
              <a:t> </a:t>
            </a:r>
            <a:r>
              <a:rPr lang="en-US" altLang="en-US" dirty="0" err="1">
                <a:sym typeface="Symbol" pitchFamily="18" charset="2"/>
              </a:rPr>
              <a:t>thức</a:t>
            </a:r>
            <a:r>
              <a:rPr lang="en-US" altLang="en-US" dirty="0">
                <a:sym typeface="Symbol" pitchFamily="18" charset="2"/>
              </a:rPr>
              <a:t> ĐSQH</a:t>
            </a:r>
          </a:p>
          <a:p>
            <a:pPr lvl="1" algn="just" eaLnBrk="1" hangingPunct="1"/>
            <a:r>
              <a:rPr lang="en-US" altLang="en-US" dirty="0">
                <a:sym typeface="Symbol" pitchFamily="18" charset="2"/>
              </a:rPr>
              <a:t>F</a:t>
            </a:r>
            <a:r>
              <a:rPr lang="en-US" altLang="en-US" sz="1600" dirty="0">
                <a:sym typeface="Symbol" pitchFamily="18" charset="2"/>
              </a:rPr>
              <a:t>1</a:t>
            </a:r>
            <a:r>
              <a:rPr lang="en-US" altLang="en-US" dirty="0">
                <a:sym typeface="Symbol" pitchFamily="18" charset="2"/>
              </a:rPr>
              <a:t>, F</a:t>
            </a:r>
            <a:r>
              <a:rPr lang="en-US" altLang="en-US" sz="1600" dirty="0">
                <a:sym typeface="Symbol" pitchFamily="18" charset="2"/>
              </a:rPr>
              <a:t>2</a:t>
            </a:r>
            <a:r>
              <a:rPr lang="en-US" altLang="en-US" dirty="0">
                <a:sym typeface="Symbol" pitchFamily="18" charset="2"/>
              </a:rPr>
              <a:t>, …, </a:t>
            </a:r>
            <a:r>
              <a:rPr lang="en-US" altLang="en-US" dirty="0" err="1">
                <a:sym typeface="Symbol" pitchFamily="18" charset="2"/>
              </a:rPr>
              <a:t>Fn</a:t>
            </a:r>
            <a:r>
              <a:rPr lang="en-US" altLang="en-US" dirty="0">
                <a:sym typeface="Symbol" pitchFamily="18" charset="2"/>
              </a:rPr>
              <a:t> </a:t>
            </a:r>
            <a:r>
              <a:rPr lang="en-US" altLang="en-US" dirty="0" err="1">
                <a:sym typeface="Symbol" pitchFamily="18" charset="2"/>
              </a:rPr>
              <a:t>là</a:t>
            </a:r>
            <a:r>
              <a:rPr lang="en-US" altLang="en-US" dirty="0">
                <a:sym typeface="Symbol" pitchFamily="18" charset="2"/>
              </a:rPr>
              <a:t> </a:t>
            </a:r>
            <a:r>
              <a:rPr lang="en-US" altLang="en-US" dirty="0" err="1">
                <a:sym typeface="Symbol" pitchFamily="18" charset="2"/>
              </a:rPr>
              <a:t>các</a:t>
            </a:r>
            <a:r>
              <a:rPr lang="en-US" altLang="en-US" dirty="0">
                <a:sym typeface="Symbol" pitchFamily="18" charset="2"/>
              </a:rPr>
              <a:t> </a:t>
            </a:r>
            <a:r>
              <a:rPr lang="en-US" altLang="en-US" dirty="0" err="1">
                <a:sym typeface="Symbol" pitchFamily="18" charset="2"/>
              </a:rPr>
              <a:t>biểu</a:t>
            </a:r>
            <a:r>
              <a:rPr lang="en-US" altLang="en-US" dirty="0">
                <a:sym typeface="Symbol" pitchFamily="18" charset="2"/>
              </a:rPr>
              <a:t> </a:t>
            </a:r>
            <a:r>
              <a:rPr lang="en-US" altLang="en-US" dirty="0" err="1">
                <a:sym typeface="Symbol" pitchFamily="18" charset="2"/>
              </a:rPr>
              <a:t>thức</a:t>
            </a:r>
            <a:r>
              <a:rPr lang="en-US" altLang="en-US" dirty="0">
                <a:sym typeface="Symbol" pitchFamily="18" charset="2"/>
              </a:rPr>
              <a:t> </a:t>
            </a:r>
            <a:r>
              <a:rPr lang="en-US" altLang="en-US" dirty="0" err="1">
                <a:sym typeface="Symbol" pitchFamily="18" charset="2"/>
              </a:rPr>
              <a:t>số</a:t>
            </a:r>
            <a:r>
              <a:rPr lang="en-US" altLang="en-US" dirty="0">
                <a:sym typeface="Symbol" pitchFamily="18" charset="2"/>
              </a:rPr>
              <a:t> </a:t>
            </a:r>
            <a:r>
              <a:rPr lang="en-US" altLang="en-US" dirty="0" err="1">
                <a:sym typeface="Symbol" pitchFamily="18" charset="2"/>
              </a:rPr>
              <a:t>học</a:t>
            </a:r>
            <a:r>
              <a:rPr lang="en-US" altLang="en-US" dirty="0">
                <a:sym typeface="Symbol" pitchFamily="18" charset="2"/>
              </a:rPr>
              <a:t> </a:t>
            </a:r>
            <a:r>
              <a:rPr lang="en-US" altLang="en-US" dirty="0" err="1">
                <a:sym typeface="Symbol" pitchFamily="18" charset="2"/>
              </a:rPr>
              <a:t>liên</a:t>
            </a:r>
            <a:r>
              <a:rPr lang="en-US" altLang="en-US" dirty="0">
                <a:sym typeface="Symbol" pitchFamily="18" charset="2"/>
              </a:rPr>
              <a:t> </a:t>
            </a:r>
            <a:r>
              <a:rPr lang="en-US" altLang="en-US" dirty="0" err="1">
                <a:sym typeface="Symbol" pitchFamily="18" charset="2"/>
              </a:rPr>
              <a:t>quan</a:t>
            </a:r>
            <a:r>
              <a:rPr lang="en-US" altLang="en-US" dirty="0">
                <a:sym typeface="Symbol" pitchFamily="18" charset="2"/>
              </a:rPr>
              <a:t> </a:t>
            </a:r>
            <a:r>
              <a:rPr lang="en-US" altLang="en-US" dirty="0" err="1">
                <a:sym typeface="Symbol" pitchFamily="18" charset="2"/>
              </a:rPr>
              <a:t>đến</a:t>
            </a:r>
            <a:endParaRPr lang="en-US" altLang="en-US" dirty="0">
              <a:sym typeface="Symbol" pitchFamily="18" charset="2"/>
            </a:endParaRPr>
          </a:p>
          <a:p>
            <a:pPr lvl="2" algn="just" eaLnBrk="1" hangingPunct="1"/>
            <a:r>
              <a:rPr lang="en-US" altLang="en-US" dirty="0" err="1"/>
              <a:t>Hằng</a:t>
            </a:r>
            <a:r>
              <a:rPr lang="en-US" altLang="en-US" dirty="0"/>
              <a:t> </a:t>
            </a:r>
            <a:r>
              <a:rPr lang="en-US" altLang="en-US" dirty="0" err="1"/>
              <a:t>số</a:t>
            </a:r>
            <a:endParaRPr lang="en-US" altLang="en-US" dirty="0"/>
          </a:p>
          <a:p>
            <a:pPr lvl="2" algn="just" eaLnBrk="1" hangingPunct="1"/>
            <a:r>
              <a:rPr lang="en-US" altLang="en-US" dirty="0" err="1"/>
              <a:t>Thuộc</a:t>
            </a:r>
            <a:r>
              <a:rPr lang="en-US" altLang="en-US" dirty="0"/>
              <a:t> </a:t>
            </a:r>
            <a:r>
              <a:rPr lang="en-US" altLang="en-US" dirty="0" err="1"/>
              <a:t>tính</a:t>
            </a:r>
            <a:r>
              <a:rPr lang="en-US" altLang="en-US" dirty="0"/>
              <a:t> </a:t>
            </a:r>
            <a:r>
              <a:rPr lang="en-US" altLang="en-US" dirty="0" err="1"/>
              <a:t>trong</a:t>
            </a:r>
            <a:r>
              <a:rPr lang="en-US" altLang="en-US" dirty="0"/>
              <a:t> E</a:t>
            </a:r>
          </a:p>
          <a:p>
            <a:pPr lvl="1" algn="just" eaLnBrk="1" hangingPunct="1"/>
            <a:endParaRPr lang="en-US" altLang="en-US" dirty="0"/>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28</a:t>
            </a:fld>
            <a:endParaRPr lang="en-US" altLang="en-US"/>
          </a:p>
        </p:txBody>
      </p:sp>
    </p:spTree>
    <p:extLst>
      <p:ext uri="{BB962C8B-B14F-4D97-AF65-F5344CB8AC3E}">
        <p14:creationId xmlns:p14="http://schemas.microsoft.com/office/powerpoint/2010/main" val="607494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354013"/>
            <a:ext cx="82296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5.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chiếu</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Symbol" pitchFamily="18" charset="2"/>
              </a:rPr>
              <a:t></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(Projection)</a:t>
            </a:r>
            <a:endParaRPr lang="en-US" altLang="en-US" sz="3600" b="1" dirty="0">
              <a:solidFill>
                <a:schemeClr val="tx1"/>
              </a:solidFill>
            </a:endParaRPr>
          </a:p>
        </p:txBody>
      </p:sp>
      <p:sp>
        <p:nvSpPr>
          <p:cNvPr id="31747" name="Rectangle 3"/>
          <p:cNvSpPr>
            <a:spLocks noGrp="1" noChangeArrowheads="1"/>
          </p:cNvSpPr>
          <p:nvPr>
            <p:ph sz="quarter" idx="1"/>
          </p:nvPr>
        </p:nvSpPr>
        <p:spPr>
          <a:xfrm>
            <a:off x="381000" y="1295400"/>
            <a:ext cx="8153400" cy="5105400"/>
          </a:xfrm>
        </p:spPr>
        <p:txBody>
          <a:bodyPr/>
          <a:lstStyle/>
          <a:p>
            <a:pPr algn="just" eaLnBrk="1" hangingPunct="1"/>
            <a:r>
              <a:rPr lang="en-US" altLang="en-US" dirty="0" err="1"/>
              <a:t>Ví</a:t>
            </a:r>
            <a:r>
              <a:rPr lang="en-US" altLang="en-US" dirty="0"/>
              <a:t> </a:t>
            </a:r>
            <a:r>
              <a:rPr lang="en-US" altLang="en-US" dirty="0" err="1"/>
              <a:t>dụ</a:t>
            </a:r>
            <a:r>
              <a:rPr lang="en-US" altLang="en-US" dirty="0"/>
              <a:t>: </a:t>
            </a:r>
          </a:p>
          <a:p>
            <a:pPr lvl="1" algn="just" eaLnBrk="1" hangingPunct="1"/>
            <a:r>
              <a:rPr lang="en-US" altLang="en-US" dirty="0"/>
              <a:t>Cho </a:t>
            </a:r>
            <a:r>
              <a:rPr lang="en-US" altLang="en-US" dirty="0" err="1"/>
              <a:t>biết</a:t>
            </a:r>
            <a:r>
              <a:rPr lang="en-US" altLang="en-US" dirty="0"/>
              <a:t> </a:t>
            </a:r>
            <a:r>
              <a:rPr lang="en-US" altLang="en-US" dirty="0" err="1"/>
              <a:t>họ</a:t>
            </a:r>
            <a:r>
              <a:rPr lang="en-US" altLang="en-US" dirty="0"/>
              <a:t>, </a:t>
            </a:r>
            <a:r>
              <a:rPr lang="en-US" altLang="en-US" dirty="0" err="1"/>
              <a:t>tên</a:t>
            </a:r>
            <a:r>
              <a:rPr lang="en-US" altLang="en-US" dirty="0"/>
              <a:t> </a:t>
            </a:r>
            <a:r>
              <a:rPr lang="en-US" altLang="en-US" dirty="0" err="1"/>
              <a:t>của</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và</a:t>
            </a:r>
            <a:r>
              <a:rPr lang="en-US" altLang="en-US" dirty="0"/>
              <a:t> </a:t>
            </a:r>
            <a:r>
              <a:rPr lang="en-US" altLang="en-US" dirty="0" err="1"/>
              <a:t>lương</a:t>
            </a:r>
            <a:r>
              <a:rPr lang="en-US" altLang="en-US" dirty="0"/>
              <a:t> </a:t>
            </a:r>
            <a:r>
              <a:rPr lang="en-US" altLang="en-US" dirty="0" err="1"/>
              <a:t>của</a:t>
            </a:r>
            <a:r>
              <a:rPr lang="en-US" altLang="en-US" dirty="0"/>
              <a:t> </a:t>
            </a:r>
            <a:r>
              <a:rPr lang="en-US" altLang="en-US" dirty="0" err="1"/>
              <a:t>họ</a:t>
            </a:r>
            <a:r>
              <a:rPr lang="en-US" altLang="en-US" dirty="0"/>
              <a:t> </a:t>
            </a:r>
            <a:r>
              <a:rPr lang="en-US" altLang="en-US" dirty="0" err="1"/>
              <a:t>sau</a:t>
            </a:r>
            <a:r>
              <a:rPr lang="en-US" altLang="en-US" dirty="0"/>
              <a:t> </a:t>
            </a:r>
            <a:r>
              <a:rPr lang="en-US" altLang="en-US" dirty="0" err="1"/>
              <a:t>khi</a:t>
            </a:r>
            <a:r>
              <a:rPr lang="en-US" altLang="en-US" dirty="0"/>
              <a:t> </a:t>
            </a:r>
            <a:r>
              <a:rPr lang="en-US" altLang="en-US" dirty="0" err="1"/>
              <a:t>tăng</a:t>
            </a:r>
            <a:r>
              <a:rPr lang="en-US" altLang="en-US" dirty="0"/>
              <a:t> 10%</a:t>
            </a:r>
          </a:p>
          <a:p>
            <a:pPr lvl="1" algn="just" eaLnBrk="1" hangingPunct="1"/>
            <a:endParaRPr lang="en-US" altLang="en-US" dirty="0"/>
          </a:p>
          <a:p>
            <a:pPr lvl="1" algn="just" eaLnBrk="1" hangingPunct="1"/>
            <a:endParaRPr lang="en-US" altLang="en-US" dirty="0"/>
          </a:p>
          <a:p>
            <a:pPr lvl="1" algn="just" eaLnBrk="1" hangingPunct="1"/>
            <a:endParaRPr lang="en-US" altLang="en-US" dirty="0"/>
          </a:p>
          <a:p>
            <a:pPr lvl="1" algn="just" eaLnBrk="1" hangingPunct="1"/>
            <a:endParaRPr lang="en-US" altLang="en-US" dirty="0"/>
          </a:p>
          <a:p>
            <a:pPr algn="just"/>
            <a:r>
              <a:rPr lang="en-US" altLang="en-US" dirty="0"/>
              <a:t>CHÚ Ý: </a:t>
            </a:r>
            <a:r>
              <a:rPr lang="en-US" altLang="en-US" dirty="0" err="1"/>
              <a:t>Câu</a:t>
            </a:r>
            <a:r>
              <a:rPr lang="en-US" altLang="en-US" dirty="0"/>
              <a:t> </a:t>
            </a:r>
            <a:r>
              <a:rPr lang="en-US" altLang="en-US" dirty="0" err="1"/>
              <a:t>truy</a:t>
            </a:r>
            <a:r>
              <a:rPr lang="en-US" altLang="en-US" dirty="0"/>
              <a:t> </a:t>
            </a:r>
            <a:r>
              <a:rPr lang="en-US" altLang="en-US" dirty="0" err="1"/>
              <a:t>vấn</a:t>
            </a:r>
            <a:r>
              <a:rPr lang="en-US" altLang="en-US" dirty="0"/>
              <a:t> </a:t>
            </a:r>
            <a:r>
              <a:rPr lang="en-US" altLang="en-US" dirty="0" err="1"/>
              <a:t>này</a:t>
            </a:r>
            <a:r>
              <a:rPr lang="en-US" altLang="en-US" dirty="0"/>
              <a:t> </a:t>
            </a:r>
            <a:r>
              <a:rPr lang="en-US" altLang="en-US" dirty="0" err="1"/>
              <a:t>không</a:t>
            </a:r>
            <a:r>
              <a:rPr lang="en-US" altLang="en-US" dirty="0"/>
              <a:t> </a:t>
            </a:r>
            <a:r>
              <a:rPr lang="en-US" altLang="en-US" dirty="0" err="1"/>
              <a:t>làm</a:t>
            </a:r>
            <a:r>
              <a:rPr lang="en-US" altLang="en-US" dirty="0"/>
              <a:t> </a:t>
            </a:r>
            <a:r>
              <a:rPr lang="en-US" altLang="en-US" dirty="0" err="1"/>
              <a:t>thay</a:t>
            </a:r>
            <a:r>
              <a:rPr lang="en-US" altLang="en-US" dirty="0"/>
              <a:t> </a:t>
            </a:r>
            <a:r>
              <a:rPr lang="en-US" altLang="en-US" dirty="0" err="1"/>
              <a:t>đổi</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trong</a:t>
            </a:r>
            <a:r>
              <a:rPr lang="en-US" altLang="en-US" dirty="0"/>
              <a:t> CSDL</a:t>
            </a:r>
          </a:p>
        </p:txBody>
      </p:sp>
      <p:sp>
        <p:nvSpPr>
          <p:cNvPr id="508932" name="Text Box 4"/>
          <p:cNvSpPr txBox="1">
            <a:spLocks noChangeArrowheads="1"/>
          </p:cNvSpPr>
          <p:nvPr/>
        </p:nvSpPr>
        <p:spPr bwMode="auto">
          <a:xfrm>
            <a:off x="609600" y="2286000"/>
            <a:ext cx="7772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dirty="0">
                <a:sym typeface="Symbol" pitchFamily="18" charset="2"/>
              </a:rPr>
              <a:t></a:t>
            </a:r>
            <a:r>
              <a:rPr lang="en-US" altLang="en-US" sz="2200" baseline="-25000" dirty="0">
                <a:sym typeface="Symbol" pitchFamily="18" charset="2"/>
              </a:rPr>
              <a:t>HONV, TENNV, LUONG*1,1</a:t>
            </a:r>
            <a:r>
              <a:rPr lang="en-US" altLang="en-US" sz="2200" dirty="0">
                <a:sym typeface="Symbol" pitchFamily="18" charset="2"/>
              </a:rPr>
              <a:t> </a:t>
            </a:r>
            <a:r>
              <a:rPr lang="en-US" altLang="en-US" sz="2200" baseline="-25000" dirty="0">
                <a:sym typeface="Symbol" pitchFamily="18" charset="2"/>
              </a:rPr>
              <a:t> </a:t>
            </a:r>
            <a:r>
              <a:rPr lang="en-US" altLang="en-US" sz="2200" dirty="0">
                <a:sym typeface="Symbol" pitchFamily="18" charset="2"/>
              </a:rPr>
              <a:t>(NHANVIEN)</a:t>
            </a:r>
            <a:endParaRPr lang="en-US" altLang="en-US" sz="2200" baseline="-25000" dirty="0"/>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29</a:t>
            </a:fld>
            <a:endParaRPr lang="en-US" altLang="en-US"/>
          </a:p>
        </p:txBody>
      </p:sp>
    </p:spTree>
    <p:extLst>
      <p:ext uri="{BB962C8B-B14F-4D97-AF65-F5344CB8AC3E}">
        <p14:creationId xmlns:p14="http://schemas.microsoft.com/office/powerpoint/2010/main" val="9097185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354013"/>
            <a:ext cx="8229600" cy="620712"/>
          </a:xfrm>
        </p:spPr>
        <p:txBody>
          <a:bodyPr>
            <a:noAutofit/>
          </a:bodyPr>
          <a:lstStyle/>
          <a:p>
            <a:pPr eaLnBrk="1" hangingPunct="1"/>
            <a:r>
              <a:rPr lang="en-US" altLang="en-US" sz="3600" b="1" dirty="0" err="1">
                <a:solidFill>
                  <a:schemeClr val="tx1"/>
                </a:solidFill>
                <a:latin typeface="Times New Roman" panose="02020603050405020304" pitchFamily="18" charset="0"/>
                <a:cs typeface="Times New Roman" panose="02020603050405020304" pitchFamily="18" charset="0"/>
              </a:rPr>
              <a:t>Kết</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hợp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các</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toán</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32771" name="Rectangle 3"/>
          <p:cNvSpPr>
            <a:spLocks noGrp="1" noChangeArrowheads="1"/>
          </p:cNvSpPr>
          <p:nvPr>
            <p:ph sz="quarter" idx="1"/>
          </p:nvPr>
        </p:nvSpPr>
        <p:spPr>
          <a:xfrm>
            <a:off x="381000" y="1295400"/>
            <a:ext cx="8305800" cy="5105400"/>
          </a:xfrm>
        </p:spPr>
        <p:txBody>
          <a:bodyPr/>
          <a:lstStyle/>
          <a:p>
            <a:pPr eaLnBrk="1" hangingPunct="1"/>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toán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đại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số</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err="1">
                <a:latin typeface="Times New Roman" panose="02020603050405020304" pitchFamily="18" charset="0"/>
                <a:cs typeface="Times New Roman" panose="02020603050405020304" pitchFamily="18" charset="0"/>
              </a:rPr>
              <a:t>Lồng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biểu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thức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lại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với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nhau</a:t>
            </a:r>
            <a:endParaRPr lang="en-US" altLang="en-US" dirty="0">
              <a:latin typeface="Times New Roman" panose="02020603050405020304" pitchFamily="18" charset="0"/>
              <a:cs typeface="Times New Roman" panose="02020603050405020304" pitchFamily="18" charset="0"/>
            </a:endParaRPr>
          </a:p>
          <a:p>
            <a:pPr marL="365760" lvl="1" indent="0">
              <a:buNone/>
            </a:pPr>
            <a:r>
              <a:rPr lang="en-US" altLang="en-US" dirty="0">
                <a:latin typeface="Times New Roman" panose="02020603050405020304" pitchFamily="18" charset="0"/>
                <a:cs typeface="Times New Roman" panose="02020603050405020304" pitchFamily="18" charset="0"/>
              </a:rPr>
              <a:t>                                           </a:t>
            </a:r>
          </a:p>
          <a:p>
            <a:pPr marL="365760" lvl="1" indent="0">
              <a:buNone/>
            </a:pPr>
            <a:r>
              <a:rPr lang="en-US" altLang="en-US" dirty="0">
                <a:latin typeface="Times New Roman" panose="02020603050405020304" pitchFamily="18" charset="0"/>
                <a:cs typeface="Times New Roman" panose="02020603050405020304" pitchFamily="18" charset="0"/>
              </a:rPr>
              <a:t>                                                   </a:t>
            </a:r>
            <a:r>
              <a:rPr lang="en-US"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Symbol" pitchFamily="18" charset="2"/>
              </a:rPr>
              <a:t></a:t>
            </a:r>
            <a:endParaRPr lang="en-US" altLang="en-US" dirty="0">
              <a:solidFill>
                <a:srgbClr val="FF0000"/>
              </a:solidFill>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lvl="1" eaLnBrk="1" hangingPunct="1"/>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err="1">
                <a:latin typeface="Times New Roman" panose="02020603050405020304" pitchFamily="18" charset="0"/>
                <a:cs typeface="Times New Roman" panose="02020603050405020304" pitchFamily="18" charset="0"/>
              </a:rPr>
              <a:t>Thực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từng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toán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một</a:t>
            </a:r>
            <a:endParaRPr lang="en-US" altLang="en-US" dirty="0">
              <a:latin typeface="Times New Roman" panose="02020603050405020304" pitchFamily="18" charset="0"/>
              <a:cs typeface="Times New Roman" panose="02020603050405020304" pitchFamily="18" charset="0"/>
            </a:endParaRPr>
          </a:p>
          <a:p>
            <a:pPr lvl="2" eaLnBrk="1" hangingPunct="1"/>
            <a:r>
              <a:rPr lang="en-US" altLang="en-US" u="sng" dirty="0">
                <a:latin typeface="Times New Roman" panose="02020603050405020304" pitchFamily="18" charset="0"/>
                <a:cs typeface="Times New Roman" panose="02020603050405020304" pitchFamily="18" charset="0"/>
              </a:rPr>
              <a:t>B1</a:t>
            </a:r>
          </a:p>
          <a:p>
            <a:pPr lvl="2" eaLnBrk="1" hangingPunct="1"/>
            <a:endParaRPr lang="en-US" altLang="en-US" u="sng" dirty="0">
              <a:latin typeface="Times New Roman" panose="02020603050405020304" pitchFamily="18" charset="0"/>
              <a:cs typeface="Times New Roman" panose="02020603050405020304" pitchFamily="18" charset="0"/>
            </a:endParaRPr>
          </a:p>
          <a:p>
            <a:pPr lvl="2" eaLnBrk="1" hangingPunct="1"/>
            <a:r>
              <a:rPr lang="en-US" altLang="en-US" u="sng" dirty="0">
                <a:latin typeface="Times New Roman" panose="02020603050405020304" pitchFamily="18" charset="0"/>
                <a:cs typeface="Times New Roman" panose="02020603050405020304" pitchFamily="18" charset="0"/>
              </a:rPr>
              <a:t>B2</a:t>
            </a:r>
          </a:p>
        </p:txBody>
      </p:sp>
      <p:sp>
        <p:nvSpPr>
          <p:cNvPr id="32772" name="Text Box 4"/>
          <p:cNvSpPr txBox="1">
            <a:spLocks noChangeArrowheads="1"/>
          </p:cNvSpPr>
          <p:nvPr/>
        </p:nvSpPr>
        <p:spPr bwMode="auto">
          <a:xfrm>
            <a:off x="922282" y="2362200"/>
            <a:ext cx="2971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A1, A2, …, </a:t>
            </a:r>
            <a:r>
              <a:rPr lang="en-US" altLang="en-US" sz="2200" baseline="-25000" dirty="0" err="1">
                <a:latin typeface="Times New Roman" panose="02020603050405020304" pitchFamily="18" charset="0"/>
                <a:cs typeface="Times New Roman" panose="02020603050405020304" pitchFamily="18" charset="0"/>
                <a:sym typeface="Symbol" pitchFamily="18" charset="2"/>
              </a:rPr>
              <a:t>Ak</a:t>
            </a:r>
            <a:r>
              <a:rPr lang="en-US" altLang="en-US" sz="2200" baseline="-25000" dirty="0">
                <a:latin typeface="Times New Roman" panose="02020603050405020304" pitchFamily="18" charset="0"/>
                <a:cs typeface="Times New Roman" panose="02020603050405020304" pitchFamily="18" charset="0"/>
                <a:sym typeface="Symbol" pitchFamily="18" charset="2"/>
              </a:rPr>
              <a:t> </a:t>
            </a:r>
            <a:r>
              <a:rPr lang="en-US" altLang="en-US" sz="2200" dirty="0">
                <a:latin typeface="Times New Roman" panose="02020603050405020304" pitchFamily="18" charset="0"/>
                <a:cs typeface="Times New Roman" panose="02020603050405020304" pitchFamily="18" charset="0"/>
                <a:sym typeface="Symbol" pitchFamily="18" charset="2"/>
              </a:rPr>
              <a:t>(</a:t>
            </a:r>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P </a:t>
            </a:r>
            <a:r>
              <a:rPr lang="en-US" altLang="en-US" sz="2200" dirty="0">
                <a:latin typeface="Times New Roman" panose="02020603050405020304" pitchFamily="18" charset="0"/>
                <a:cs typeface="Times New Roman" panose="02020603050405020304" pitchFamily="18" charset="0"/>
                <a:sym typeface="Symbol" pitchFamily="18" charset="2"/>
              </a:rPr>
              <a:t>(R))</a:t>
            </a:r>
            <a:endParaRPr lang="en-US" altLang="en-US" sz="2200" baseline="-25000" dirty="0">
              <a:latin typeface="Times New Roman" panose="02020603050405020304" pitchFamily="18" charset="0"/>
              <a:cs typeface="Times New Roman" panose="02020603050405020304" pitchFamily="18" charset="0"/>
            </a:endParaRPr>
          </a:p>
        </p:txBody>
      </p:sp>
      <p:sp>
        <p:nvSpPr>
          <p:cNvPr id="32773" name="Text Box 5"/>
          <p:cNvSpPr txBox="1">
            <a:spLocks noChangeArrowheads="1"/>
          </p:cNvSpPr>
          <p:nvPr/>
        </p:nvSpPr>
        <p:spPr bwMode="auto">
          <a:xfrm>
            <a:off x="4800600" y="2362200"/>
            <a:ext cx="2971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P </a:t>
            </a:r>
            <a:r>
              <a:rPr lang="en-US" altLang="en-US" sz="2200" dirty="0">
                <a:latin typeface="Times New Roman" panose="02020603050405020304" pitchFamily="18" charset="0"/>
                <a:cs typeface="Times New Roman" panose="02020603050405020304" pitchFamily="18" charset="0"/>
                <a:sym typeface="Symbol" pitchFamily="18" charset="2"/>
              </a:rPr>
              <a:t>(</a:t>
            </a:r>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A1, A2, …, </a:t>
            </a:r>
            <a:r>
              <a:rPr lang="en-US" altLang="en-US" sz="2200" baseline="-25000" dirty="0" err="1">
                <a:latin typeface="Times New Roman" panose="02020603050405020304" pitchFamily="18" charset="0"/>
                <a:cs typeface="Times New Roman" panose="02020603050405020304" pitchFamily="18" charset="0"/>
                <a:sym typeface="Symbol" pitchFamily="18" charset="2"/>
              </a:rPr>
              <a:t>Ak</a:t>
            </a:r>
            <a:r>
              <a:rPr lang="en-US" altLang="en-US" sz="2200" baseline="-25000" dirty="0">
                <a:latin typeface="Times New Roman" panose="02020603050405020304" pitchFamily="18" charset="0"/>
                <a:cs typeface="Times New Roman" panose="02020603050405020304" pitchFamily="18" charset="0"/>
                <a:sym typeface="Symbol" pitchFamily="18" charset="2"/>
              </a:rPr>
              <a:t> </a:t>
            </a:r>
            <a:r>
              <a:rPr lang="en-US" altLang="en-US" sz="2200" dirty="0">
                <a:latin typeface="Times New Roman" panose="02020603050405020304" pitchFamily="18" charset="0"/>
                <a:cs typeface="Times New Roman" panose="02020603050405020304" pitchFamily="18" charset="0"/>
                <a:sym typeface="Symbol" pitchFamily="18" charset="2"/>
              </a:rPr>
              <a:t>(R))</a:t>
            </a:r>
          </a:p>
        </p:txBody>
      </p:sp>
      <p:sp>
        <p:nvSpPr>
          <p:cNvPr id="32774" name="Text Box 6"/>
          <p:cNvSpPr txBox="1">
            <a:spLocks noChangeArrowheads="1"/>
          </p:cNvSpPr>
          <p:nvPr/>
        </p:nvSpPr>
        <p:spPr bwMode="auto">
          <a:xfrm>
            <a:off x="2133600" y="4038600"/>
            <a:ext cx="1371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P </a:t>
            </a:r>
            <a:r>
              <a:rPr lang="en-US" altLang="en-US" sz="2200" dirty="0">
                <a:latin typeface="Times New Roman" panose="02020603050405020304" pitchFamily="18" charset="0"/>
                <a:cs typeface="Times New Roman" panose="02020603050405020304" pitchFamily="18" charset="0"/>
                <a:sym typeface="Symbol" pitchFamily="18" charset="2"/>
              </a:rPr>
              <a:t>(R) </a:t>
            </a:r>
            <a:endParaRPr lang="en-US" altLang="en-US" sz="2200" baseline="-25000" dirty="0">
              <a:latin typeface="Times New Roman" panose="02020603050405020304" pitchFamily="18" charset="0"/>
              <a:cs typeface="Times New Roman" panose="02020603050405020304" pitchFamily="18" charset="0"/>
            </a:endParaRPr>
          </a:p>
        </p:txBody>
      </p:sp>
      <p:sp>
        <p:nvSpPr>
          <p:cNvPr id="32775" name="Text Box 7"/>
          <p:cNvSpPr txBox="1">
            <a:spLocks noChangeArrowheads="1"/>
          </p:cNvSpPr>
          <p:nvPr/>
        </p:nvSpPr>
        <p:spPr bwMode="auto">
          <a:xfrm>
            <a:off x="2133600" y="4906962"/>
            <a:ext cx="4724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A1, A2, …, </a:t>
            </a:r>
            <a:r>
              <a:rPr lang="en-US" altLang="en-US" sz="2200" baseline="-25000" dirty="0" err="1">
                <a:latin typeface="Times New Roman" panose="02020603050405020304" pitchFamily="18" charset="0"/>
                <a:cs typeface="Times New Roman" panose="02020603050405020304" pitchFamily="18" charset="0"/>
                <a:sym typeface="Symbol" pitchFamily="18" charset="2"/>
              </a:rPr>
              <a:t>Ak</a:t>
            </a:r>
            <a:r>
              <a:rPr lang="en-US" altLang="en-US" sz="2200" baseline="-25000" dirty="0">
                <a:latin typeface="Times New Roman" panose="02020603050405020304" pitchFamily="18" charset="0"/>
                <a:cs typeface="Times New Roman" panose="02020603050405020304" pitchFamily="18" charset="0"/>
                <a:sym typeface="Symbol" pitchFamily="18" charset="2"/>
              </a:rPr>
              <a:t> </a:t>
            </a:r>
            <a:r>
              <a:rPr lang="en-US" altLang="en-US" sz="2200" dirty="0">
                <a:latin typeface="Times New Roman" panose="02020603050405020304" pitchFamily="18" charset="0"/>
                <a:cs typeface="Times New Roman" panose="02020603050405020304" pitchFamily="18" charset="0"/>
                <a:sym typeface="Symbol" pitchFamily="18" charset="2"/>
              </a:rPr>
              <a:t>(</a:t>
            </a:r>
            <a:r>
              <a:rPr lang="en-US" altLang="en-US" sz="2200" dirty="0" err="1">
                <a:latin typeface="Times New Roman" panose="02020603050405020304" pitchFamily="18" charset="0"/>
                <a:cs typeface="Times New Roman" panose="02020603050405020304" pitchFamily="18" charset="0"/>
                <a:sym typeface="Symbol" pitchFamily="18" charset="2"/>
              </a:rPr>
              <a:t>Quan</a:t>
            </a:r>
            <a:r>
              <a:rPr lang="en-US" altLang="en-US" sz="2200" dirty="0">
                <a:latin typeface="Times New Roman" panose="02020603050405020304" pitchFamily="18" charset="0"/>
                <a:cs typeface="Times New Roman" panose="02020603050405020304" pitchFamily="18" charset="0"/>
                <a:sym typeface="Symbol" pitchFamily="18" charset="2"/>
              </a:rPr>
              <a:t> </a:t>
            </a:r>
            <a:r>
              <a:rPr lang="en-US" altLang="en-US" sz="2200" dirty="0" err="1">
                <a:latin typeface="Times New Roman" panose="02020603050405020304" pitchFamily="18" charset="0"/>
                <a:cs typeface="Times New Roman" panose="02020603050405020304" pitchFamily="18" charset="0"/>
                <a:sym typeface="Symbol" pitchFamily="18" charset="2"/>
              </a:rPr>
              <a:t>hệ</a:t>
            </a:r>
            <a:r>
              <a:rPr lang="en-US" altLang="en-US" sz="2200" dirty="0">
                <a:latin typeface="Times New Roman" panose="02020603050405020304" pitchFamily="18" charset="0"/>
                <a:cs typeface="Times New Roman" panose="02020603050405020304" pitchFamily="18" charset="0"/>
                <a:sym typeface="Symbol" pitchFamily="18" charset="2"/>
              </a:rPr>
              <a:t> </a:t>
            </a:r>
            <a:r>
              <a:rPr lang="en-US" altLang="en-US" sz="2200" dirty="0" err="1">
                <a:latin typeface="Times New Roman" panose="02020603050405020304" pitchFamily="18" charset="0"/>
                <a:cs typeface="Times New Roman" panose="02020603050405020304" pitchFamily="18" charset="0"/>
                <a:sym typeface="Symbol" pitchFamily="18" charset="2"/>
              </a:rPr>
              <a:t>kết</a:t>
            </a:r>
            <a:r>
              <a:rPr lang="en-US" altLang="en-US" sz="2200" dirty="0">
                <a:latin typeface="Times New Roman" panose="02020603050405020304" pitchFamily="18" charset="0"/>
                <a:cs typeface="Times New Roman" panose="02020603050405020304" pitchFamily="18" charset="0"/>
                <a:sym typeface="Symbol" pitchFamily="18" charset="2"/>
              </a:rPr>
              <a:t> </a:t>
            </a:r>
            <a:r>
              <a:rPr lang="en-US" altLang="en-US" sz="2200" dirty="0" err="1">
                <a:latin typeface="Times New Roman" panose="02020603050405020304" pitchFamily="18" charset="0"/>
                <a:cs typeface="Times New Roman" panose="02020603050405020304" pitchFamily="18" charset="0"/>
                <a:sym typeface="Symbol" pitchFamily="18" charset="2"/>
              </a:rPr>
              <a:t>quả</a:t>
            </a:r>
            <a:r>
              <a:rPr lang="en-US" altLang="en-US" sz="2200" dirty="0">
                <a:latin typeface="Times New Roman" panose="02020603050405020304" pitchFamily="18" charset="0"/>
                <a:cs typeface="Times New Roman" panose="02020603050405020304" pitchFamily="18" charset="0"/>
                <a:sym typeface="Symbol" pitchFamily="18" charset="2"/>
              </a:rPr>
              <a:t> ở B1)</a:t>
            </a:r>
            <a:endParaRPr lang="en-US" altLang="en-US" sz="2200" baseline="-25000" dirty="0">
              <a:latin typeface="Times New Roman" panose="02020603050405020304" pitchFamily="18" charset="0"/>
              <a:cs typeface="Times New Roman" panose="02020603050405020304" pitchFamily="18" charset="0"/>
            </a:endParaRPr>
          </a:p>
        </p:txBody>
      </p:sp>
      <p:sp>
        <p:nvSpPr>
          <p:cNvPr id="32776" name="Text Box 8"/>
          <p:cNvSpPr txBox="1">
            <a:spLocks noChangeArrowheads="1"/>
          </p:cNvSpPr>
          <p:nvPr/>
        </p:nvSpPr>
        <p:spPr bwMode="auto">
          <a:xfrm>
            <a:off x="3636579" y="6118388"/>
            <a:ext cx="3657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600" dirty="0" err="1">
                <a:latin typeface="Times New Roman" panose="02020603050405020304" pitchFamily="18" charset="0"/>
                <a:cs typeface="Times New Roman" panose="02020603050405020304" pitchFamily="18" charset="0"/>
              </a:rPr>
              <a:t>Cần</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đặt</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tên</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cho</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quan</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hệ</a:t>
            </a:r>
            <a:endParaRPr lang="en-US" altLang="en-US" sz="1600" dirty="0">
              <a:latin typeface="Times New Roman" panose="02020603050405020304" pitchFamily="18" charset="0"/>
              <a:cs typeface="Times New Roman" panose="02020603050405020304" pitchFamily="18" charset="0"/>
            </a:endParaRPr>
          </a:p>
        </p:txBody>
      </p:sp>
      <p:sp>
        <p:nvSpPr>
          <p:cNvPr id="32777" name="Line 9"/>
          <p:cNvSpPr>
            <a:spLocks noChangeShapeType="1"/>
          </p:cNvSpPr>
          <p:nvPr/>
        </p:nvSpPr>
        <p:spPr bwMode="auto">
          <a:xfrm>
            <a:off x="5334000" y="5500906"/>
            <a:ext cx="152400" cy="609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30</a:t>
            </a:fld>
            <a:endParaRPr lang="en-US" altLang="en-US"/>
          </a:p>
        </p:txBody>
      </p:sp>
    </p:spTree>
    <p:extLst>
      <p:ext uri="{BB962C8B-B14F-4D97-AF65-F5344CB8AC3E}">
        <p14:creationId xmlns:p14="http://schemas.microsoft.com/office/powerpoint/2010/main" val="2635002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354012"/>
            <a:ext cx="8229600" cy="1017588"/>
          </a:xfrm>
        </p:spPr>
        <p:txBody>
          <a:bodyPr>
            <a:noAutofit/>
          </a:bodyPr>
          <a:lstStyle/>
          <a:p>
            <a:pPr algn="ctr"/>
            <a:r>
              <a:rPr lang="en-US" altLang="en-US" sz="3600" b="1" dirty="0">
                <a:solidFill>
                  <a:schemeClr val="tx1"/>
                </a:solidFill>
                <a:latin typeface="Times New Roman" panose="02020603050405020304" pitchFamily="18" charset="0"/>
                <a:cs typeface="Times New Roman" panose="02020603050405020304" pitchFamily="18" charset="0"/>
              </a:rPr>
              <a:t>5.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tích</a:t>
            </a:r>
            <a:r>
              <a:rPr lang="en-US" altLang="en-US" sz="3600" b="1" dirty="0">
                <a:solidFill>
                  <a:schemeClr val="tx1"/>
                </a:solidFill>
                <a:latin typeface="Times New Roman" panose="02020603050405020304" pitchFamily="18" charset="0"/>
                <a:cs typeface="Times New Roman" panose="02020603050405020304" pitchFamily="18" charset="0"/>
              </a:rPr>
              <a:t> Cartesian </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X (</a:t>
            </a:r>
            <a:r>
              <a:rPr lang="en-US" sz="3600" b="1" dirty="0" err="1">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Cartersian</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Product)</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37891" name="Rectangle 3"/>
          <p:cNvSpPr>
            <a:spLocks noGrp="1" noChangeArrowheads="1"/>
          </p:cNvSpPr>
          <p:nvPr>
            <p:ph sz="quarter" idx="1"/>
          </p:nvPr>
        </p:nvSpPr>
        <p:spPr>
          <a:xfrm>
            <a:off x="457200" y="1295400"/>
            <a:ext cx="8001000" cy="4835525"/>
          </a:xfrm>
        </p:spPr>
        <p:txBody>
          <a:bodyPr>
            <a:normAutofit/>
          </a:bodyPr>
          <a:lstStyle/>
          <a:p>
            <a:pPr algn="just" eaLnBrk="1" hangingPunct="1"/>
            <a:r>
              <a:rPr lang="en-US" altLang="en-US" dirty="0" err="1">
                <a:latin typeface="Times New Roman" panose="02020603050405020304" pitchFamily="18" charset="0"/>
                <a:cs typeface="Times New Roman" panose="02020603050405020304" pitchFamily="18" charset="0"/>
              </a:rPr>
              <a:t>Dùng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để</a:t>
            </a:r>
            <a:r>
              <a:rPr lang="en-US" altLang="en-US"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kết</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hợp</a:t>
            </a:r>
            <a:r>
              <a:rPr lang="en-US" altLang="en-US" b="1" u="sng"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lại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với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nhau</a:t>
            </a:r>
            <a:endParaRPr lang="en-US" altLang="en-US" dirty="0">
              <a:latin typeface="Times New Roman" panose="02020603050405020304" pitchFamily="18" charset="0"/>
              <a:cs typeface="Times New Roman" panose="02020603050405020304" pitchFamily="18" charset="0"/>
            </a:endParaRPr>
          </a:p>
          <a:p>
            <a:pPr algn="just" eaLnBrk="1" hangingPunct="1"/>
            <a:r>
              <a:rPr lang="en-US" altLang="en-US" dirty="0" err="1">
                <a:latin typeface="Times New Roman" panose="02020603050405020304" pitchFamily="18" charset="0"/>
                <a:cs typeface="Times New Roman" panose="02020603050405020304" pitchFamily="18" charset="0"/>
              </a:rPr>
              <a:t>Ký</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hiệu</a:t>
            </a:r>
            <a:r>
              <a:rPr lang="en-US" altLang="en-US" dirty="0">
                <a:latin typeface="Times New Roman" panose="02020603050405020304" pitchFamily="18" charset="0"/>
                <a:cs typeface="Times New Roman" panose="02020603050405020304" pitchFamily="18" charset="0"/>
              </a:rPr>
              <a:t>:</a:t>
            </a:r>
          </a:p>
          <a:p>
            <a:pPr algn="just" eaLnBrk="1" hangingPunct="1"/>
            <a:endParaRPr lang="en-US" altLang="en-US" dirty="0">
              <a:latin typeface="Times New Roman" panose="02020603050405020304" pitchFamily="18" charset="0"/>
              <a:cs typeface="Times New Roman" panose="02020603050405020304" pitchFamily="18" charset="0"/>
            </a:endParaRPr>
          </a:p>
          <a:p>
            <a:pPr marL="0" indent="0" algn="just" eaLnBrk="1" hangingPunct="1">
              <a:buNone/>
            </a:pPr>
            <a:endParaRPr lang="en-US" altLang="en-US" dirty="0">
              <a:latin typeface="Times New Roman" panose="02020603050405020304" pitchFamily="18" charset="0"/>
              <a:cs typeface="Times New Roman" panose="02020603050405020304" pitchFamily="18" charset="0"/>
            </a:endParaRPr>
          </a:p>
          <a:p>
            <a:pPr algn="just" eaLnBrk="1" hangingPunct="1"/>
            <a:endParaRPr lang="en-US" altLang="en-US" dirty="0">
              <a:latin typeface="Times New Roman" panose="02020603050405020304" pitchFamily="18" charset="0"/>
              <a:cs typeface="Times New Roman" panose="02020603050405020304" pitchFamily="18" charset="0"/>
            </a:endParaRPr>
          </a:p>
          <a:p>
            <a:pPr algn="just" eaLnBrk="1" hangingPunct="1"/>
            <a:endParaRPr lang="en-US" altLang="en-US" dirty="0">
              <a:latin typeface="Times New Roman" panose="02020603050405020304" pitchFamily="18" charset="0"/>
              <a:cs typeface="Times New Roman" panose="02020603050405020304" pitchFamily="18" charset="0"/>
            </a:endParaRPr>
          </a:p>
          <a:p>
            <a:pPr algn="just" eaLnBrk="1" hangingPunct="1"/>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về</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một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Q</a:t>
            </a:r>
          </a:p>
          <a:p>
            <a:pPr lvl="1" algn="just" eaLnBrk="1" hangingPunct="1"/>
            <a:r>
              <a:rPr lang="en-US" altLang="en-US" dirty="0" err="1">
                <a:latin typeface="Times New Roman" panose="02020603050405020304" pitchFamily="18" charset="0"/>
                <a:cs typeface="Times New Roman" panose="02020603050405020304" pitchFamily="18" charset="0"/>
              </a:rPr>
              <a:t>Mỗi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Q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tổ</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hợp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giữa</a:t>
            </a:r>
            <a:r>
              <a:rPr lang="en-US" altLang="en-US" dirty="0">
                <a:latin typeface="Times New Roman" panose="02020603050405020304" pitchFamily="18" charset="0"/>
                <a:cs typeface="Times New Roman" panose="02020603050405020304" pitchFamily="18" charset="0"/>
              </a:rPr>
              <a:t> 1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trong</a:t>
            </a:r>
            <a:r>
              <a:rPr lang="en-US" altLang="en-US" dirty="0">
                <a:latin typeface="Times New Roman" panose="02020603050405020304" pitchFamily="18" charset="0"/>
                <a:cs typeface="Times New Roman" panose="02020603050405020304" pitchFamily="18" charset="0"/>
              </a:rPr>
              <a:t> R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1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trong</a:t>
            </a:r>
            <a:r>
              <a:rPr lang="en-US" altLang="en-US" dirty="0">
                <a:latin typeface="Times New Roman" panose="02020603050405020304" pitchFamily="18" charset="0"/>
                <a:cs typeface="Times New Roman" panose="02020603050405020304" pitchFamily="18" charset="0"/>
              </a:rPr>
              <a:t> S</a:t>
            </a:r>
          </a:p>
          <a:p>
            <a:pPr lvl="1" algn="just" eaLnBrk="1" hangingPunct="1"/>
            <a:r>
              <a:rPr lang="en-US" altLang="en-US" dirty="0" err="1">
                <a:solidFill>
                  <a:srgbClr val="FF0000"/>
                </a:solidFill>
                <a:latin typeface="Times New Roman" panose="02020603050405020304" pitchFamily="18" charset="0"/>
                <a:cs typeface="Times New Roman" panose="02020603050405020304" pitchFamily="18" charset="0"/>
              </a:rPr>
              <a:t>Nếu</a:t>
            </a:r>
            <a:r>
              <a:rPr lang="en-US" altLang="en-US" dirty="0">
                <a:solidFill>
                  <a:srgbClr val="FF0000"/>
                </a:solidFill>
                <a:latin typeface="Times New Roman" panose="02020603050405020304" pitchFamily="18" charset="0"/>
                <a:cs typeface="Times New Roman" panose="02020603050405020304" pitchFamily="18" charset="0"/>
              </a:rPr>
              <a:t> R </a:t>
            </a:r>
            <a:r>
              <a:rPr lang="en-US" altLang="en-US" dirty="0" err="1">
                <a:solidFill>
                  <a:srgbClr val="FF0000"/>
                </a:solidFill>
                <a:latin typeface="Times New Roman" panose="02020603050405020304" pitchFamily="18" charset="0"/>
                <a:cs typeface="Times New Roman" panose="02020603050405020304" pitchFamily="18" charset="0"/>
              </a:rPr>
              <a:t>có</a:t>
            </a:r>
            <a:r>
              <a:rPr lang="en-US" altLang="en-US" dirty="0">
                <a:solidFill>
                  <a:srgbClr val="FF0000"/>
                </a:solidFill>
                <a:latin typeface="Times New Roman" panose="02020603050405020304" pitchFamily="18" charset="0"/>
                <a:cs typeface="Times New Roman" panose="02020603050405020304" pitchFamily="18" charset="0"/>
              </a:rPr>
              <a:t> u </a:t>
            </a:r>
            <a:r>
              <a:rPr lang="en-US" altLang="en-US" dirty="0" err="1">
                <a:solidFill>
                  <a:srgbClr val="FF0000"/>
                </a:solidFill>
                <a:latin typeface="Times New Roman" panose="02020603050405020304" pitchFamily="18" charset="0"/>
                <a:cs typeface="Times New Roman" panose="02020603050405020304" pitchFamily="18" charset="0"/>
              </a:rPr>
              <a:t>bộ</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và</a:t>
            </a:r>
            <a:r>
              <a:rPr lang="en-US" altLang="en-US" dirty="0">
                <a:solidFill>
                  <a:srgbClr val="FF0000"/>
                </a:solidFill>
                <a:latin typeface="Times New Roman" panose="02020603050405020304" pitchFamily="18" charset="0"/>
                <a:cs typeface="Times New Roman" panose="02020603050405020304" pitchFamily="18" charset="0"/>
              </a:rPr>
              <a:t> S </a:t>
            </a:r>
            <a:r>
              <a:rPr lang="en-US" altLang="en-US" dirty="0" err="1">
                <a:solidFill>
                  <a:srgbClr val="FF0000"/>
                </a:solidFill>
                <a:latin typeface="Times New Roman" panose="02020603050405020304" pitchFamily="18" charset="0"/>
                <a:cs typeface="Times New Roman" panose="02020603050405020304" pitchFamily="18" charset="0"/>
              </a:rPr>
              <a:t>có</a:t>
            </a:r>
            <a:r>
              <a:rPr lang="en-US" altLang="en-US" dirty="0">
                <a:solidFill>
                  <a:srgbClr val="FF0000"/>
                </a:solidFill>
                <a:latin typeface="Times New Roman" panose="02020603050405020304" pitchFamily="18" charset="0"/>
                <a:cs typeface="Times New Roman" panose="02020603050405020304" pitchFamily="18" charset="0"/>
              </a:rPr>
              <a:t> v </a:t>
            </a:r>
            <a:r>
              <a:rPr lang="en-US" altLang="en-US" dirty="0" err="1">
                <a:solidFill>
                  <a:srgbClr val="FF0000"/>
                </a:solidFill>
                <a:latin typeface="Times New Roman" panose="02020603050405020304" pitchFamily="18" charset="0"/>
                <a:cs typeface="Times New Roman" panose="02020603050405020304" pitchFamily="18" charset="0"/>
              </a:rPr>
              <a:t>bộ</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thì</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b="1" u="sng" dirty="0">
                <a:solidFill>
                  <a:srgbClr val="FF0000"/>
                </a:solidFill>
                <a:latin typeface="Times New Roman" panose="02020603050405020304" pitchFamily="18" charset="0"/>
                <a:cs typeface="Times New Roman" panose="02020603050405020304" pitchFamily="18" charset="0"/>
              </a:rPr>
              <a:t>Q </a:t>
            </a:r>
            <a:r>
              <a:rPr lang="en-US" altLang="en-US" b="1" u="sng" dirty="0" err="1">
                <a:solidFill>
                  <a:srgbClr val="FF0000"/>
                </a:solidFill>
                <a:latin typeface="Times New Roman" panose="02020603050405020304" pitchFamily="18" charset="0"/>
                <a:cs typeface="Times New Roman" panose="02020603050405020304" pitchFamily="18" charset="0"/>
              </a:rPr>
              <a:t>sẽ</a:t>
            </a:r>
            <a:r>
              <a:rPr lang="en-US" altLang="en-US" b="1" u="sng" dirty="0">
                <a:solidFill>
                  <a:srgbClr val="FF0000"/>
                </a:solidFill>
                <a:latin typeface="Times New Roman" panose="02020603050405020304" pitchFamily="18" charset="0"/>
                <a:cs typeface="Times New Roman" panose="02020603050405020304" pitchFamily="18" charset="0"/>
              </a:rPr>
              <a:t> </a:t>
            </a:r>
            <a:r>
              <a:rPr lang="en-US" altLang="en-US" b="1" u="sng" dirty="0" err="1">
                <a:solidFill>
                  <a:srgbClr val="FF0000"/>
                </a:solidFill>
                <a:latin typeface="Times New Roman" panose="02020603050405020304" pitchFamily="18" charset="0"/>
                <a:cs typeface="Times New Roman" panose="02020603050405020304" pitchFamily="18" charset="0"/>
              </a:rPr>
              <a:t>có</a:t>
            </a:r>
            <a:r>
              <a:rPr lang="en-US" altLang="en-US" b="1" u="sng" dirty="0">
                <a:solidFill>
                  <a:srgbClr val="FF0000"/>
                </a:solidFill>
                <a:latin typeface="Times New Roman" panose="02020603050405020304" pitchFamily="18" charset="0"/>
                <a:cs typeface="Times New Roman" panose="02020603050405020304" pitchFamily="18" charset="0"/>
              </a:rPr>
              <a:t> u </a:t>
            </a:r>
            <a:r>
              <a:rPr lang="en-US" altLang="en-US" b="1" u="sng" dirty="0">
                <a:solidFill>
                  <a:srgbClr val="FF0000"/>
                </a:solidFill>
                <a:latin typeface="Times New Roman" panose="02020603050405020304" pitchFamily="18" charset="0"/>
                <a:cs typeface="Times New Roman" panose="02020603050405020304" pitchFamily="18" charset="0"/>
                <a:sym typeface="Symbol" pitchFamily="18" charset="2"/>
              </a:rPr>
              <a:t> </a:t>
            </a:r>
            <a:r>
              <a:rPr lang="en-US" altLang="en-US" b="1" u="sng" dirty="0">
                <a:solidFill>
                  <a:srgbClr val="FF0000"/>
                </a:solidFill>
                <a:latin typeface="Times New Roman" panose="02020603050405020304" pitchFamily="18" charset="0"/>
                <a:cs typeface="Times New Roman" panose="02020603050405020304" pitchFamily="18" charset="0"/>
              </a:rPr>
              <a:t>v </a:t>
            </a:r>
            <a:r>
              <a:rPr lang="en-US" altLang="en-US" b="1" u="sng" dirty="0" err="1">
                <a:solidFill>
                  <a:srgbClr val="FF0000"/>
                </a:solidFill>
                <a:latin typeface="Times New Roman" panose="02020603050405020304" pitchFamily="18" charset="0"/>
                <a:cs typeface="Times New Roman" panose="02020603050405020304" pitchFamily="18" charset="0"/>
              </a:rPr>
              <a:t>bộ</a:t>
            </a:r>
            <a:endParaRPr lang="en-US" altLang="en-US" b="1" u="sng" dirty="0">
              <a:solidFill>
                <a:srgbClr val="FF0000"/>
              </a:solidFill>
              <a:latin typeface="Times New Roman" panose="02020603050405020304" pitchFamily="18" charset="0"/>
              <a:cs typeface="Times New Roman" panose="02020603050405020304" pitchFamily="18" charset="0"/>
            </a:endParaRPr>
          </a:p>
          <a:p>
            <a:pPr lvl="1" algn="just" eaLnBrk="1" hangingPunct="1"/>
            <a:r>
              <a:rPr lang="en-US" altLang="en-US" dirty="0" err="1">
                <a:solidFill>
                  <a:srgbClr val="FF0000"/>
                </a:solidFill>
                <a:latin typeface="Times New Roman" panose="02020603050405020304" pitchFamily="18" charset="0"/>
                <a:cs typeface="Times New Roman" panose="02020603050405020304" pitchFamily="18" charset="0"/>
              </a:rPr>
              <a:t>Nếu</a:t>
            </a:r>
            <a:r>
              <a:rPr lang="en-US" altLang="en-US" dirty="0">
                <a:solidFill>
                  <a:srgbClr val="FF0000"/>
                </a:solidFill>
                <a:latin typeface="Times New Roman" panose="02020603050405020304" pitchFamily="18" charset="0"/>
                <a:cs typeface="Times New Roman" panose="02020603050405020304" pitchFamily="18" charset="0"/>
              </a:rPr>
              <a:t> R </a:t>
            </a:r>
            <a:r>
              <a:rPr lang="en-US" altLang="en-US" dirty="0" err="1">
                <a:solidFill>
                  <a:srgbClr val="FF0000"/>
                </a:solidFill>
                <a:latin typeface="Times New Roman" panose="02020603050405020304" pitchFamily="18" charset="0"/>
                <a:cs typeface="Times New Roman" panose="02020603050405020304" pitchFamily="18" charset="0"/>
              </a:rPr>
              <a:t>có</a:t>
            </a:r>
            <a:r>
              <a:rPr lang="en-US" altLang="en-US" dirty="0">
                <a:solidFill>
                  <a:srgbClr val="FF0000"/>
                </a:solidFill>
                <a:latin typeface="Times New Roman" panose="02020603050405020304" pitchFamily="18" charset="0"/>
                <a:cs typeface="Times New Roman" panose="02020603050405020304" pitchFamily="18" charset="0"/>
              </a:rPr>
              <a:t> n </a:t>
            </a:r>
            <a:r>
              <a:rPr lang="en-US" altLang="en-US" dirty="0" err="1">
                <a:solidFill>
                  <a:srgbClr val="FF0000"/>
                </a:solidFill>
                <a:latin typeface="Times New Roman" panose="02020603050405020304" pitchFamily="18" charset="0"/>
                <a:cs typeface="Times New Roman" panose="02020603050405020304" pitchFamily="18" charset="0"/>
              </a:rPr>
              <a:t>thuộc</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tính</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và</a:t>
            </a:r>
            <a:r>
              <a:rPr lang="en-US" altLang="en-US" dirty="0">
                <a:solidFill>
                  <a:srgbClr val="FF0000"/>
                </a:solidFill>
                <a:latin typeface="Times New Roman" panose="02020603050405020304" pitchFamily="18" charset="0"/>
                <a:cs typeface="Times New Roman" panose="02020603050405020304" pitchFamily="18" charset="0"/>
              </a:rPr>
              <a:t> S </a:t>
            </a:r>
            <a:r>
              <a:rPr lang="en-US" altLang="en-US" dirty="0" err="1">
                <a:solidFill>
                  <a:srgbClr val="FF0000"/>
                </a:solidFill>
                <a:latin typeface="Times New Roman" panose="02020603050405020304" pitchFamily="18" charset="0"/>
                <a:cs typeface="Times New Roman" panose="02020603050405020304" pitchFamily="18" charset="0"/>
              </a:rPr>
              <a:t>có</a:t>
            </a:r>
            <a:r>
              <a:rPr lang="en-US" altLang="en-US" dirty="0">
                <a:solidFill>
                  <a:srgbClr val="FF0000"/>
                </a:solidFill>
                <a:latin typeface="Times New Roman" panose="02020603050405020304" pitchFamily="18" charset="0"/>
                <a:cs typeface="Times New Roman" panose="02020603050405020304" pitchFamily="18" charset="0"/>
              </a:rPr>
              <a:t> m </a:t>
            </a:r>
            <a:r>
              <a:rPr lang="en-US" altLang="en-US" dirty="0" err="1">
                <a:solidFill>
                  <a:srgbClr val="FF0000"/>
                </a:solidFill>
                <a:latin typeface="Times New Roman" panose="02020603050405020304" pitchFamily="18" charset="0"/>
                <a:cs typeface="Times New Roman" panose="02020603050405020304" pitchFamily="18" charset="0"/>
              </a:rPr>
              <a:t>thuộc</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tính</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thì</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b="1" u="sng" dirty="0">
                <a:solidFill>
                  <a:srgbClr val="FF0000"/>
                </a:solidFill>
                <a:latin typeface="Times New Roman" panose="02020603050405020304" pitchFamily="18" charset="0"/>
                <a:cs typeface="Times New Roman" panose="02020603050405020304" pitchFamily="18" charset="0"/>
              </a:rPr>
              <a:t>Q </a:t>
            </a:r>
            <a:r>
              <a:rPr lang="en-US" altLang="en-US" b="1" u="sng" dirty="0" err="1">
                <a:solidFill>
                  <a:srgbClr val="FF0000"/>
                </a:solidFill>
                <a:latin typeface="Times New Roman" panose="02020603050405020304" pitchFamily="18" charset="0"/>
                <a:cs typeface="Times New Roman" panose="02020603050405020304" pitchFamily="18" charset="0"/>
              </a:rPr>
              <a:t>sẽ</a:t>
            </a:r>
            <a:r>
              <a:rPr lang="en-US" altLang="en-US" b="1" u="sng" dirty="0">
                <a:solidFill>
                  <a:srgbClr val="FF0000"/>
                </a:solidFill>
                <a:latin typeface="Times New Roman" panose="02020603050405020304" pitchFamily="18" charset="0"/>
                <a:cs typeface="Times New Roman" panose="02020603050405020304" pitchFamily="18" charset="0"/>
              </a:rPr>
              <a:t> </a:t>
            </a:r>
            <a:r>
              <a:rPr lang="en-US" altLang="en-US" b="1" u="sng" dirty="0" err="1">
                <a:solidFill>
                  <a:srgbClr val="FF0000"/>
                </a:solidFill>
                <a:latin typeface="Times New Roman" panose="02020603050405020304" pitchFamily="18" charset="0"/>
                <a:cs typeface="Times New Roman" panose="02020603050405020304" pitchFamily="18" charset="0"/>
              </a:rPr>
              <a:t>có</a:t>
            </a:r>
            <a:r>
              <a:rPr lang="en-US" altLang="en-US" b="1" u="sng" dirty="0">
                <a:solidFill>
                  <a:srgbClr val="FF0000"/>
                </a:solidFill>
                <a:latin typeface="Times New Roman" panose="02020603050405020304" pitchFamily="18" charset="0"/>
                <a:cs typeface="Times New Roman" panose="02020603050405020304" pitchFamily="18" charset="0"/>
              </a:rPr>
              <a:t>  n + m </a:t>
            </a:r>
            <a:r>
              <a:rPr lang="en-US" altLang="en-US" b="1" u="sng" dirty="0" err="1">
                <a:solidFill>
                  <a:srgbClr val="FF0000"/>
                </a:solidFill>
                <a:latin typeface="Times New Roman" panose="02020603050405020304" pitchFamily="18" charset="0"/>
                <a:cs typeface="Times New Roman" panose="02020603050405020304" pitchFamily="18" charset="0"/>
              </a:rPr>
              <a:t>thuộc</a:t>
            </a:r>
            <a:r>
              <a:rPr lang="en-US" altLang="en-US" b="1" u="sng" dirty="0">
                <a:solidFill>
                  <a:srgbClr val="FF0000"/>
                </a:solidFill>
                <a:latin typeface="Times New Roman" panose="02020603050405020304" pitchFamily="18" charset="0"/>
                <a:cs typeface="Times New Roman" panose="02020603050405020304" pitchFamily="18" charset="0"/>
              </a:rPr>
              <a:t> </a:t>
            </a:r>
            <a:r>
              <a:rPr lang="en-US" altLang="en-US" b="1" u="sng" dirty="0" err="1">
                <a:solidFill>
                  <a:srgbClr val="FF0000"/>
                </a:solidFill>
                <a:latin typeface="Times New Roman" panose="02020603050405020304" pitchFamily="18" charset="0"/>
                <a:cs typeface="Times New Roman" panose="02020603050405020304" pitchFamily="18" charset="0"/>
              </a:rPr>
              <a:t>tính</a:t>
            </a:r>
            <a:r>
              <a:rPr lang="en-US" altLang="en-US" dirty="0">
                <a:solidFill>
                  <a:srgbClr val="FF0000"/>
                </a:solidFill>
                <a:latin typeface="Times New Roman" panose="02020603050405020304" pitchFamily="18" charset="0"/>
                <a:cs typeface="Times New Roman" panose="02020603050405020304" pitchFamily="18" charset="0"/>
              </a:rPr>
              <a:t> (R</a:t>
            </a:r>
            <a:r>
              <a:rPr lang="en-US" altLang="en-US" baseline="30000" dirty="0">
                <a:solidFill>
                  <a:srgbClr val="FF0000"/>
                </a:solidFill>
                <a:latin typeface="Times New Roman" panose="02020603050405020304" pitchFamily="18" charset="0"/>
                <a:cs typeface="Times New Roman" panose="02020603050405020304" pitchFamily="18" charset="0"/>
              </a:rPr>
              <a:t>+</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b="1" dirty="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dirty="0">
                <a:solidFill>
                  <a:srgbClr val="FF0000"/>
                </a:solidFill>
                <a:latin typeface="Times New Roman" panose="02020603050405020304" pitchFamily="18" charset="0"/>
                <a:cs typeface="Times New Roman" panose="02020603050405020304" pitchFamily="18" charset="0"/>
              </a:rPr>
              <a:t> Q</a:t>
            </a:r>
            <a:r>
              <a:rPr lang="en-US" altLang="en-US" baseline="30000" dirty="0">
                <a:solidFill>
                  <a:srgbClr val="FF0000"/>
                </a:solidFill>
                <a:latin typeface="Times New Roman" panose="02020603050405020304" pitchFamily="18" charset="0"/>
                <a:cs typeface="Times New Roman" panose="02020603050405020304" pitchFamily="18" charset="0"/>
              </a:rPr>
              <a:t>+  </a:t>
            </a:r>
            <a:r>
              <a:rPr lang="en-US" altLang="en-US" b="1" dirty="0">
                <a:solidFill>
                  <a:srgbClr val="FF0000"/>
                </a:solidFill>
                <a:latin typeface="Times New Roman" panose="02020603050405020304" pitchFamily="18" charset="0"/>
                <a:cs typeface="Times New Roman" panose="02020603050405020304" pitchFamily="18" charset="0"/>
                <a:sym typeface="Symbol" pitchFamily="18" charset="2"/>
              </a:rPr>
              <a:t> </a:t>
            </a:r>
            <a:r>
              <a:rPr lang="en-US" altLang="en-US" dirty="0">
                <a:solidFill>
                  <a:srgbClr val="FF0000"/>
                </a:solidFill>
                <a:latin typeface="Times New Roman" panose="02020603050405020304" pitchFamily="18" charset="0"/>
                <a:cs typeface="Times New Roman" panose="02020603050405020304" pitchFamily="18" charset="0"/>
              </a:rPr>
              <a:t> )</a:t>
            </a:r>
          </a:p>
        </p:txBody>
      </p:sp>
      <p:sp>
        <p:nvSpPr>
          <p:cNvPr id="37892" name="Text Box 4"/>
          <p:cNvSpPr txBox="1">
            <a:spLocks noChangeArrowheads="1"/>
          </p:cNvSpPr>
          <p:nvPr/>
        </p:nvSpPr>
        <p:spPr bwMode="auto">
          <a:xfrm>
            <a:off x="2819400" y="2011362"/>
            <a:ext cx="14478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2200" dirty="0">
                <a:latin typeface="Times New Roman" panose="02020603050405020304" pitchFamily="18" charset="0"/>
                <a:cs typeface="Times New Roman" panose="02020603050405020304" pitchFamily="18" charset="0"/>
              </a:rPr>
              <a:t>R </a:t>
            </a:r>
            <a:r>
              <a:rPr lang="en-US" altLang="en-US" sz="2200" b="1"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sym typeface="Symbol" pitchFamily="18" charset="2"/>
              </a:rPr>
              <a:t> </a:t>
            </a:r>
            <a:r>
              <a:rPr lang="en-US" altLang="en-US" sz="2200" dirty="0">
                <a:latin typeface="Times New Roman" panose="02020603050405020304" pitchFamily="18" charset="0"/>
                <a:cs typeface="Times New Roman" panose="02020603050405020304" pitchFamily="18" charset="0"/>
              </a:rPr>
              <a:t>S</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651919"/>
            <a:ext cx="7924800" cy="10406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31</a:t>
            </a:fld>
            <a:endParaRPr lang="en-US" altLang="en-US"/>
          </a:p>
        </p:txBody>
      </p:sp>
    </p:spTree>
    <p:extLst>
      <p:ext uri="{BB962C8B-B14F-4D97-AF65-F5344CB8AC3E}">
        <p14:creationId xmlns:p14="http://schemas.microsoft.com/office/powerpoint/2010/main" val="18840550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sz="quarter" idx="1"/>
          </p:nvPr>
        </p:nvSpPr>
        <p:spPr>
          <a:xfrm>
            <a:off x="457200" y="1295400"/>
            <a:ext cx="8229600" cy="4835525"/>
          </a:xfrm>
        </p:spPr>
        <p:txBody>
          <a:bodyPr/>
          <a:lstStyle/>
          <a:p>
            <a:pPr eaLnBrk="1" hangingPunct="1"/>
            <a:r>
              <a:rPr lang="en-US" altLang="en-US">
                <a:latin typeface="Times New Roman" panose="02020603050405020304" pitchFamily="18" charset="0"/>
                <a:cs typeface="Times New Roman" panose="02020603050405020304" pitchFamily="18" charset="0"/>
              </a:rPr>
              <a:t>Ví dụ</a:t>
            </a:r>
          </a:p>
          <a:p>
            <a:pPr eaLnBrk="1" hangingPunct="1"/>
            <a:endParaRPr lang="en-US" altLang="en-US">
              <a:latin typeface="Times New Roman" panose="02020603050405020304" pitchFamily="18" charset="0"/>
              <a:cs typeface="Times New Roman" panose="02020603050405020304" pitchFamily="18"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1" y="1752601"/>
            <a:ext cx="7467600" cy="43787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32</a:t>
            </a:fld>
            <a:endParaRPr lang="en-US" altLang="en-US"/>
          </a:p>
        </p:txBody>
      </p:sp>
      <p:sp>
        <p:nvSpPr>
          <p:cNvPr id="7" name="Rectangle 2"/>
          <p:cNvSpPr txBox="1">
            <a:spLocks noChangeArrowheads="1"/>
          </p:cNvSpPr>
          <p:nvPr/>
        </p:nvSpPr>
        <p:spPr>
          <a:xfrm>
            <a:off x="457200" y="354012"/>
            <a:ext cx="8229600" cy="1017588"/>
          </a:xfrm>
          <a:prstGeom prst="rect">
            <a:avLst/>
          </a:prstGeom>
        </p:spPr>
        <p:txBody>
          <a:bodyPr vert="horz" anchor="b">
            <a:no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US" altLang="en-US" sz="3600" b="1">
                <a:solidFill>
                  <a:schemeClr val="tx1"/>
                </a:solidFill>
                <a:latin typeface="Times New Roman" panose="02020603050405020304" pitchFamily="18" charset="0"/>
                <a:cs typeface="Times New Roman" panose="02020603050405020304" pitchFamily="18" charset="0"/>
              </a:rPr>
              <a:t>5. Phép tích Cartesian </a:t>
            </a:r>
            <a:r>
              <a:rPr lang="en-US" sz="3600" b="1">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X (Cartersian Product)</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6432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sz="quarter" idx="1"/>
          </p:nvPr>
        </p:nvSpPr>
        <p:spPr>
          <a:xfrm>
            <a:off x="457200" y="1295400"/>
            <a:ext cx="8229600" cy="4835525"/>
          </a:xfrm>
        </p:spPr>
        <p:txBody>
          <a:bodyPr/>
          <a:lstStyle/>
          <a:p>
            <a:pPr eaLnBrk="1" hangingPunct="1"/>
            <a:r>
              <a:rPr lang="en-US" altLang="en-US" b="1" u="sng" dirty="0" err="1">
                <a:latin typeface="Times New Roman" panose="02020603050405020304" pitchFamily="18" charset="0"/>
                <a:cs typeface="Times New Roman" panose="02020603050405020304" pitchFamily="18" charset="0"/>
              </a:rPr>
              <a:t>Ví</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dụ</a:t>
            </a:r>
            <a:r>
              <a:rPr lang="en-US" altLang="en-US" b="1" u="sng"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Xét</a:t>
            </a:r>
            <a:r>
              <a:rPr lang="en-US" altLang="en-US" dirty="0">
                <a:latin typeface="Times New Roman" panose="02020603050405020304" pitchFamily="18" charset="0"/>
                <a:cs typeface="Times New Roman" panose="02020603050405020304" pitchFamily="18" charset="0"/>
              </a:rPr>
              <a:t> 2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2 </a:t>
            </a:r>
            <a:r>
              <a:rPr lang="en-US" altLang="en-US" dirty="0" err="1">
                <a:latin typeface="Times New Roman" panose="02020603050405020304" pitchFamily="18" charset="0"/>
                <a:cs typeface="Times New Roman" panose="02020603050405020304" pitchFamily="18" charset="0"/>
              </a:rPr>
              <a:t>lược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đồ</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NV1(Q</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KHOA(Q</a:t>
            </a:r>
            <a:r>
              <a:rPr lang="en-US" altLang="en-US" baseline="-25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a:t>
            </a:r>
          </a:p>
          <a:p>
            <a:pPr eaLnBrk="1" hangingPunct="1"/>
            <a:endParaRPr lang="en-US" altLang="en-US" b="1" dirty="0">
              <a:latin typeface="Times New Roman" panose="02020603050405020304" pitchFamily="18" charset="0"/>
              <a:cs typeface="Times New Roman" panose="02020603050405020304" pitchFamily="18" charset="0"/>
            </a:endParaRPr>
          </a:p>
          <a:p>
            <a:pPr eaLnBrk="1" hangingPunct="1"/>
            <a:endParaRPr lang="en-US" altLang="en-US" b="1" dirty="0">
              <a:latin typeface="Times New Roman" panose="02020603050405020304" pitchFamily="18" charset="0"/>
              <a:cs typeface="Times New Roman" panose="02020603050405020304" pitchFamily="18" charset="0"/>
            </a:endParaRPr>
          </a:p>
          <a:p>
            <a:pPr eaLnBrk="1" hangingPunct="1"/>
            <a:endParaRPr lang="en-US" altLang="en-US" b="1" dirty="0">
              <a:latin typeface="Times New Roman" panose="02020603050405020304" pitchFamily="18" charset="0"/>
              <a:cs typeface="Times New Roman" panose="02020603050405020304" pitchFamily="18" charset="0"/>
            </a:endParaRPr>
          </a:p>
          <a:p>
            <a:pPr eaLnBrk="1" hangingPunct="1"/>
            <a:r>
              <a:rPr lang="en-US" altLang="en-US" dirty="0">
                <a:latin typeface="Times New Roman" panose="02020603050405020304" pitchFamily="18" charset="0"/>
                <a:cs typeface="Times New Roman" panose="02020603050405020304" pitchFamily="18" charset="0"/>
              </a:rPr>
              <a:t>Q = Q</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x Q</a:t>
            </a:r>
            <a:r>
              <a:rPr lang="en-US" altLang="en-US" baseline="-25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 ?</a:t>
            </a: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2133600"/>
            <a:ext cx="4105678" cy="1402434"/>
          </a:xfrm>
          <a:prstGeom prst="rect">
            <a:avLst/>
          </a:prstGeom>
        </p:spPr>
      </p:pic>
      <p:pic>
        <p:nvPicPr>
          <p:cNvPr id="3" name="Picture 2"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8200" y="2125715"/>
            <a:ext cx="3811239" cy="1341625"/>
          </a:xfrm>
          <a:prstGeom prst="rect">
            <a:avLst/>
          </a:prstGeom>
        </p:spPr>
      </p:pic>
      <p:pic>
        <p:nvPicPr>
          <p:cNvPr id="4" name="Picture 3"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95400" y="4114800"/>
            <a:ext cx="6349299" cy="2214303"/>
          </a:xfrm>
          <a:prstGeom prst="rect">
            <a:avLst/>
          </a:prstGeom>
        </p:spPr>
      </p:pic>
      <p:sp>
        <p:nvSpPr>
          <p:cNvPr id="5" name="Footer Placeholder 4"/>
          <p:cNvSpPr>
            <a:spLocks noGrp="1"/>
          </p:cNvSpPr>
          <p:nvPr>
            <p:ph type="ftr" sz="quarter" idx="16"/>
          </p:nvPr>
        </p:nvSpPr>
        <p:spPr/>
        <p:txBody>
          <a:bodyPr/>
          <a:lstStyle/>
          <a:p>
            <a:pPr>
              <a:defRPr/>
            </a:pPr>
            <a:endParaRPr lang="en-US" altLang="en-US"/>
          </a:p>
        </p:txBody>
      </p:sp>
      <p:sp>
        <p:nvSpPr>
          <p:cNvPr id="6" name="Slide Number Placeholder 5"/>
          <p:cNvSpPr>
            <a:spLocks noGrp="1"/>
          </p:cNvSpPr>
          <p:nvPr>
            <p:ph type="sldNum" sz="quarter" idx="15"/>
          </p:nvPr>
        </p:nvSpPr>
        <p:spPr/>
        <p:txBody>
          <a:bodyPr/>
          <a:lstStyle/>
          <a:p>
            <a:pPr>
              <a:defRPr/>
            </a:pPr>
            <a:fld id="{D6CAE541-0444-4136-8702-7A35D945224B}" type="slidenum">
              <a:rPr lang="en-US" altLang="en-US" smtClean="0"/>
              <a:pPr>
                <a:defRPr/>
              </a:pPr>
              <a:t>33</a:t>
            </a:fld>
            <a:endParaRPr lang="en-US" altLang="en-US"/>
          </a:p>
        </p:txBody>
      </p:sp>
      <p:sp>
        <p:nvSpPr>
          <p:cNvPr id="9" name="Rectangle 2"/>
          <p:cNvSpPr txBox="1">
            <a:spLocks noChangeArrowheads="1"/>
          </p:cNvSpPr>
          <p:nvPr/>
        </p:nvSpPr>
        <p:spPr>
          <a:xfrm>
            <a:off x="457200" y="228600"/>
            <a:ext cx="8229600" cy="1017588"/>
          </a:xfrm>
          <a:prstGeom prst="rect">
            <a:avLst/>
          </a:prstGeom>
        </p:spPr>
        <p:txBody>
          <a:bodyPr vert="horz" anchor="b">
            <a:no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US" altLang="en-US" sz="3600" b="1" dirty="0">
                <a:solidFill>
                  <a:schemeClr val="tx1"/>
                </a:solidFill>
                <a:latin typeface="Times New Roman" panose="02020603050405020304" pitchFamily="18" charset="0"/>
                <a:cs typeface="Times New Roman" panose="02020603050405020304" pitchFamily="18" charset="0"/>
              </a:rPr>
              <a:t>5.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tích</a:t>
            </a:r>
            <a:r>
              <a:rPr lang="en-US" altLang="en-US" sz="3600" b="1" dirty="0">
                <a:solidFill>
                  <a:schemeClr val="tx1"/>
                </a:solidFill>
                <a:latin typeface="Times New Roman" panose="02020603050405020304" pitchFamily="18" charset="0"/>
                <a:cs typeface="Times New Roman" panose="02020603050405020304" pitchFamily="18" charset="0"/>
              </a:rPr>
              <a:t> Cartesian </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X (</a:t>
            </a:r>
            <a:r>
              <a:rPr lang="en-US" sz="3600" b="1" dirty="0" err="1">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Cartersian</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Product)</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2914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92"/>
          <p:cNvSpPr>
            <a:spLocks noChangeArrowheads="1"/>
          </p:cNvSpPr>
          <p:nvPr/>
        </p:nvSpPr>
        <p:spPr bwMode="auto">
          <a:xfrm>
            <a:off x="1295400" y="5242203"/>
            <a:ext cx="2895600" cy="369332"/>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40963" name="Rectangle 190"/>
          <p:cNvSpPr>
            <a:spLocks noChangeArrowheads="1"/>
          </p:cNvSpPr>
          <p:nvPr/>
        </p:nvSpPr>
        <p:spPr bwMode="auto">
          <a:xfrm>
            <a:off x="1295400" y="4937403"/>
            <a:ext cx="2895600" cy="369332"/>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40964" name="Rectangle 189"/>
          <p:cNvSpPr>
            <a:spLocks noChangeArrowheads="1"/>
          </p:cNvSpPr>
          <p:nvPr/>
        </p:nvSpPr>
        <p:spPr bwMode="auto">
          <a:xfrm>
            <a:off x="1295400" y="3387209"/>
            <a:ext cx="2895600" cy="369332"/>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40966" name="Rectangle 3"/>
          <p:cNvSpPr>
            <a:spLocks noGrp="1" noChangeArrowheads="1"/>
          </p:cNvSpPr>
          <p:nvPr>
            <p:ph sz="quarter" idx="1"/>
          </p:nvPr>
        </p:nvSpPr>
        <p:spPr>
          <a:xfrm>
            <a:off x="457200" y="1295400"/>
            <a:ext cx="8229600" cy="4835525"/>
          </a:xfrm>
        </p:spPr>
        <p:txBody>
          <a:bodyPr/>
          <a:lstStyle/>
          <a:p>
            <a:pPr eaLnBrk="1" hangingPunct="1"/>
            <a:r>
              <a:rPr lang="en-US" altLang="en-US" dirty="0" err="1">
                <a:latin typeface="Times New Roman" panose="02020603050405020304" pitchFamily="18" charset="0"/>
                <a:cs typeface="Times New Roman" panose="02020603050405020304" pitchFamily="18" charset="0"/>
              </a:rPr>
              <a:t>Thông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thường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theo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sau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tích</a:t>
            </a:r>
            <a:r>
              <a:rPr lang="en-US" altLang="en-US" dirty="0">
                <a:latin typeface="Times New Roman" panose="02020603050405020304" pitchFamily="18" charset="0"/>
                <a:cs typeface="Times New Roman" panose="02020603050405020304" pitchFamily="18" charset="0"/>
              </a:rPr>
              <a:t> Cartesian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chọn</a:t>
            </a:r>
            <a:r>
              <a:rPr lang="en-US"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để</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lọc</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thông</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tin</a:t>
            </a:r>
            <a:endParaRPr lang="en-US" altLang="en-US" dirty="0">
              <a:latin typeface="Times New Roman" panose="02020603050405020304" pitchFamily="18" charset="0"/>
              <a:cs typeface="Times New Roman" panose="02020603050405020304" pitchFamily="18" charset="0"/>
            </a:endParaRPr>
          </a:p>
        </p:txBody>
      </p:sp>
      <p:sp>
        <p:nvSpPr>
          <p:cNvPr id="40967" name="Text Box 74"/>
          <p:cNvSpPr txBox="1">
            <a:spLocks noChangeArrowheads="1"/>
          </p:cNvSpPr>
          <p:nvPr/>
        </p:nvSpPr>
        <p:spPr bwMode="auto">
          <a:xfrm>
            <a:off x="2209800" y="2286000"/>
            <a:ext cx="10668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dirty="0">
                <a:latin typeface="Times New Roman" panose="02020603050405020304" pitchFamily="18" charset="0"/>
                <a:cs typeface="Times New Roman" panose="02020603050405020304" pitchFamily="18" charset="0"/>
                <a:sym typeface="Symbol" pitchFamily="18" charset="2"/>
              </a:rPr>
              <a:t>R </a:t>
            </a:r>
            <a:r>
              <a:rPr lang="en-US" altLang="en-US" sz="2200" b="1"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sym typeface="Symbol" pitchFamily="18" charset="2"/>
              </a:rPr>
              <a:t> S</a:t>
            </a:r>
          </a:p>
        </p:txBody>
      </p:sp>
      <p:grpSp>
        <p:nvGrpSpPr>
          <p:cNvPr id="40968" name="Group 75"/>
          <p:cNvGrpSpPr>
            <a:grpSpLocks/>
          </p:cNvGrpSpPr>
          <p:nvPr/>
        </p:nvGrpSpPr>
        <p:grpSpPr bwMode="auto">
          <a:xfrm>
            <a:off x="1600200" y="3048000"/>
            <a:ext cx="2286000" cy="2819400"/>
            <a:chOff x="3120" y="1680"/>
            <a:chExt cx="1440" cy="1776"/>
          </a:xfrm>
        </p:grpSpPr>
        <p:sp>
          <p:nvSpPr>
            <p:cNvPr id="41001" name="Line 76"/>
            <p:cNvSpPr>
              <a:spLocks noChangeShapeType="1"/>
            </p:cNvSpPr>
            <p:nvPr/>
          </p:nvSpPr>
          <p:spPr bwMode="auto">
            <a:xfrm>
              <a:off x="3120" y="1872"/>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41002" name="Text Box 77"/>
            <p:cNvSpPr txBox="1">
              <a:spLocks noChangeArrowheads="1"/>
            </p:cNvSpPr>
            <p:nvPr/>
          </p:nvSpPr>
          <p:spPr bwMode="auto">
            <a:xfrm>
              <a:off x="3120"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a:t>
              </a:r>
            </a:p>
          </p:txBody>
        </p:sp>
        <p:sp>
          <p:nvSpPr>
            <p:cNvPr id="41003" name="Text Box 78"/>
            <p:cNvSpPr txBox="1">
              <a:spLocks noChangeArrowheads="1"/>
            </p:cNvSpPr>
            <p:nvPr/>
          </p:nvSpPr>
          <p:spPr bwMode="auto">
            <a:xfrm>
              <a:off x="3312" y="1680"/>
              <a:ext cx="38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dirty="0">
                  <a:latin typeface="Times New Roman" panose="02020603050405020304" pitchFamily="18" charset="0"/>
                  <a:cs typeface="Times New Roman" panose="02020603050405020304" pitchFamily="18" charset="0"/>
                </a:rPr>
                <a:t>R.B</a:t>
              </a:r>
            </a:p>
          </p:txBody>
        </p:sp>
        <p:sp>
          <p:nvSpPr>
            <p:cNvPr id="41004" name="Text Box 79"/>
            <p:cNvSpPr txBox="1">
              <a:spLocks noChangeArrowheads="1"/>
            </p:cNvSpPr>
            <p:nvPr/>
          </p:nvSpPr>
          <p:spPr bwMode="auto">
            <a:xfrm>
              <a:off x="3120" y="19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05" name="Line 80"/>
            <p:cNvSpPr>
              <a:spLocks noChangeShapeType="1"/>
            </p:cNvSpPr>
            <p:nvPr/>
          </p:nvSpPr>
          <p:spPr bwMode="auto">
            <a:xfrm>
              <a:off x="3120" y="1680"/>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41006" name="Line 81"/>
            <p:cNvSpPr>
              <a:spLocks noChangeShapeType="1"/>
            </p:cNvSpPr>
            <p:nvPr/>
          </p:nvSpPr>
          <p:spPr bwMode="auto">
            <a:xfrm>
              <a:off x="3120" y="3456"/>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41007" name="Text Box 82"/>
            <p:cNvSpPr txBox="1">
              <a:spLocks noChangeArrowheads="1"/>
            </p:cNvSpPr>
            <p:nvPr/>
          </p:nvSpPr>
          <p:spPr bwMode="auto">
            <a:xfrm>
              <a:off x="3120" y="26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08" name="Text Box 83"/>
            <p:cNvSpPr txBox="1">
              <a:spLocks noChangeArrowheads="1"/>
            </p:cNvSpPr>
            <p:nvPr/>
          </p:nvSpPr>
          <p:spPr bwMode="auto">
            <a:xfrm>
              <a:off x="3408" y="19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sp>
          <p:nvSpPr>
            <p:cNvPr id="41009" name="Text Box 84"/>
            <p:cNvSpPr txBox="1">
              <a:spLocks noChangeArrowheads="1"/>
            </p:cNvSpPr>
            <p:nvPr/>
          </p:nvSpPr>
          <p:spPr bwMode="auto">
            <a:xfrm>
              <a:off x="3408" y="26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a:t>
              </a:r>
            </a:p>
          </p:txBody>
        </p:sp>
        <p:grpSp>
          <p:nvGrpSpPr>
            <p:cNvPr id="41010" name="Group 85"/>
            <p:cNvGrpSpPr>
              <a:grpSpLocks/>
            </p:cNvGrpSpPr>
            <p:nvPr/>
          </p:nvGrpSpPr>
          <p:grpSpPr bwMode="auto">
            <a:xfrm>
              <a:off x="3120" y="1680"/>
              <a:ext cx="1440" cy="1776"/>
              <a:chOff x="3120" y="1968"/>
              <a:chExt cx="1440" cy="624"/>
            </a:xfrm>
          </p:grpSpPr>
          <p:sp>
            <p:nvSpPr>
              <p:cNvPr id="41050" name="Line 86"/>
              <p:cNvSpPr>
                <a:spLocks noChangeShapeType="1"/>
              </p:cNvSpPr>
              <p:nvPr/>
            </p:nvSpPr>
            <p:spPr bwMode="auto">
              <a:xfrm>
                <a:off x="3408"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1051" name="Line 87"/>
              <p:cNvSpPr>
                <a:spLocks noChangeShapeType="1"/>
              </p:cNvSpPr>
              <p:nvPr/>
            </p:nvSpPr>
            <p:spPr bwMode="auto">
              <a:xfrm>
                <a:off x="3120"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1052" name="Line 88"/>
              <p:cNvSpPr>
                <a:spLocks noChangeShapeType="1"/>
              </p:cNvSpPr>
              <p:nvPr/>
            </p:nvSpPr>
            <p:spPr bwMode="auto">
              <a:xfrm>
                <a:off x="3696"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1053" name="Line 89"/>
              <p:cNvSpPr>
                <a:spLocks noChangeShapeType="1"/>
              </p:cNvSpPr>
              <p:nvPr/>
            </p:nvSpPr>
            <p:spPr bwMode="auto">
              <a:xfrm>
                <a:off x="3984"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1054" name="Line 90"/>
              <p:cNvSpPr>
                <a:spLocks noChangeShapeType="1"/>
              </p:cNvSpPr>
              <p:nvPr/>
            </p:nvSpPr>
            <p:spPr bwMode="auto">
              <a:xfrm>
                <a:off x="4272"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1055" name="Line 91"/>
              <p:cNvSpPr>
                <a:spLocks noChangeShapeType="1"/>
              </p:cNvSpPr>
              <p:nvPr/>
            </p:nvSpPr>
            <p:spPr bwMode="auto">
              <a:xfrm>
                <a:off x="4560"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grpSp>
        <p:sp>
          <p:nvSpPr>
            <p:cNvPr id="41011" name="Text Box 92"/>
            <p:cNvSpPr txBox="1">
              <a:spLocks noChangeArrowheads="1"/>
            </p:cNvSpPr>
            <p:nvPr/>
          </p:nvSpPr>
          <p:spPr bwMode="auto">
            <a:xfrm>
              <a:off x="3120"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12" name="Text Box 93"/>
            <p:cNvSpPr txBox="1">
              <a:spLocks noChangeArrowheads="1"/>
            </p:cNvSpPr>
            <p:nvPr/>
          </p:nvSpPr>
          <p:spPr bwMode="auto">
            <a:xfrm>
              <a:off x="3408"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a:t>
              </a:r>
            </a:p>
          </p:txBody>
        </p:sp>
        <p:sp>
          <p:nvSpPr>
            <p:cNvPr id="41013" name="Text Box 94"/>
            <p:cNvSpPr txBox="1">
              <a:spLocks noChangeArrowheads="1"/>
            </p:cNvSpPr>
            <p:nvPr/>
          </p:nvSpPr>
          <p:spPr bwMode="auto">
            <a:xfrm>
              <a:off x="3120" y="211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14" name="Text Box 95"/>
            <p:cNvSpPr txBox="1">
              <a:spLocks noChangeArrowheads="1"/>
            </p:cNvSpPr>
            <p:nvPr/>
          </p:nvSpPr>
          <p:spPr bwMode="auto">
            <a:xfrm>
              <a:off x="3408" y="211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sp>
          <p:nvSpPr>
            <p:cNvPr id="41015" name="Text Box 96"/>
            <p:cNvSpPr txBox="1">
              <a:spLocks noChangeArrowheads="1"/>
            </p:cNvSpPr>
            <p:nvPr/>
          </p:nvSpPr>
          <p:spPr bwMode="auto">
            <a:xfrm>
              <a:off x="3120" y="230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16" name="Text Box 97"/>
            <p:cNvSpPr txBox="1">
              <a:spLocks noChangeArrowheads="1"/>
            </p:cNvSpPr>
            <p:nvPr/>
          </p:nvSpPr>
          <p:spPr bwMode="auto">
            <a:xfrm>
              <a:off x="3408" y="230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sp>
          <p:nvSpPr>
            <p:cNvPr id="41017" name="Text Box 98"/>
            <p:cNvSpPr txBox="1">
              <a:spLocks noChangeArrowheads="1"/>
            </p:cNvSpPr>
            <p:nvPr/>
          </p:nvSpPr>
          <p:spPr bwMode="auto">
            <a:xfrm>
              <a:off x="3120" y="249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18" name="Text Box 99"/>
            <p:cNvSpPr txBox="1">
              <a:spLocks noChangeArrowheads="1"/>
            </p:cNvSpPr>
            <p:nvPr/>
          </p:nvSpPr>
          <p:spPr bwMode="auto">
            <a:xfrm>
              <a:off x="3408" y="249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sp>
          <p:nvSpPr>
            <p:cNvPr id="41019" name="Text Box 100"/>
            <p:cNvSpPr txBox="1">
              <a:spLocks noChangeArrowheads="1"/>
            </p:cNvSpPr>
            <p:nvPr/>
          </p:nvSpPr>
          <p:spPr bwMode="auto">
            <a:xfrm>
              <a:off x="3120" y="307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20" name="Text Box 101"/>
            <p:cNvSpPr txBox="1">
              <a:spLocks noChangeArrowheads="1"/>
            </p:cNvSpPr>
            <p:nvPr/>
          </p:nvSpPr>
          <p:spPr bwMode="auto">
            <a:xfrm>
              <a:off x="3408" y="307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a:t>
              </a:r>
            </a:p>
          </p:txBody>
        </p:sp>
        <p:sp>
          <p:nvSpPr>
            <p:cNvPr id="41021" name="Text Box 102"/>
            <p:cNvSpPr txBox="1">
              <a:spLocks noChangeArrowheads="1"/>
            </p:cNvSpPr>
            <p:nvPr/>
          </p:nvSpPr>
          <p:spPr bwMode="auto">
            <a:xfrm>
              <a:off x="3120" y="326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22" name="Text Box 103"/>
            <p:cNvSpPr txBox="1">
              <a:spLocks noChangeArrowheads="1"/>
            </p:cNvSpPr>
            <p:nvPr/>
          </p:nvSpPr>
          <p:spPr bwMode="auto">
            <a:xfrm>
              <a:off x="3408" y="326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a:t>
              </a:r>
            </a:p>
          </p:txBody>
        </p:sp>
        <p:sp>
          <p:nvSpPr>
            <p:cNvPr id="41023" name="Text Box 104"/>
            <p:cNvSpPr txBox="1">
              <a:spLocks noChangeArrowheads="1"/>
            </p:cNvSpPr>
            <p:nvPr/>
          </p:nvSpPr>
          <p:spPr bwMode="auto">
            <a:xfrm>
              <a:off x="3696"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S.B</a:t>
              </a:r>
            </a:p>
          </p:txBody>
        </p:sp>
        <p:sp>
          <p:nvSpPr>
            <p:cNvPr id="41024" name="Text Box 105"/>
            <p:cNvSpPr txBox="1">
              <a:spLocks noChangeArrowheads="1"/>
            </p:cNvSpPr>
            <p:nvPr/>
          </p:nvSpPr>
          <p:spPr bwMode="auto">
            <a:xfrm>
              <a:off x="3984"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C</a:t>
              </a:r>
            </a:p>
          </p:txBody>
        </p:sp>
        <p:sp>
          <p:nvSpPr>
            <p:cNvPr id="41025" name="Text Box 106"/>
            <p:cNvSpPr txBox="1">
              <a:spLocks noChangeArrowheads="1"/>
            </p:cNvSpPr>
            <p:nvPr/>
          </p:nvSpPr>
          <p:spPr bwMode="auto">
            <a:xfrm>
              <a:off x="3696" y="19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26" name="Text Box 107"/>
            <p:cNvSpPr txBox="1">
              <a:spLocks noChangeArrowheads="1"/>
            </p:cNvSpPr>
            <p:nvPr/>
          </p:nvSpPr>
          <p:spPr bwMode="auto">
            <a:xfrm>
              <a:off x="3696" y="26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27" name="Text Box 108"/>
            <p:cNvSpPr txBox="1">
              <a:spLocks noChangeArrowheads="1"/>
            </p:cNvSpPr>
            <p:nvPr/>
          </p:nvSpPr>
          <p:spPr bwMode="auto">
            <a:xfrm>
              <a:off x="3984" y="19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10</a:t>
              </a:r>
            </a:p>
          </p:txBody>
        </p:sp>
        <p:sp>
          <p:nvSpPr>
            <p:cNvPr id="41028" name="Text Box 109"/>
            <p:cNvSpPr txBox="1">
              <a:spLocks noChangeArrowheads="1"/>
            </p:cNvSpPr>
            <p:nvPr/>
          </p:nvSpPr>
          <p:spPr bwMode="auto">
            <a:xfrm>
              <a:off x="3984" y="26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10</a:t>
              </a:r>
            </a:p>
          </p:txBody>
        </p:sp>
        <p:sp>
          <p:nvSpPr>
            <p:cNvPr id="41029" name="Text Box 110"/>
            <p:cNvSpPr txBox="1">
              <a:spLocks noChangeArrowheads="1"/>
            </p:cNvSpPr>
            <p:nvPr/>
          </p:nvSpPr>
          <p:spPr bwMode="auto">
            <a:xfrm>
              <a:off x="3696"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30" name="Text Box 111"/>
            <p:cNvSpPr txBox="1">
              <a:spLocks noChangeArrowheads="1"/>
            </p:cNvSpPr>
            <p:nvPr/>
          </p:nvSpPr>
          <p:spPr bwMode="auto">
            <a:xfrm>
              <a:off x="3984"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10</a:t>
              </a:r>
            </a:p>
          </p:txBody>
        </p:sp>
        <p:sp>
          <p:nvSpPr>
            <p:cNvPr id="41031" name="Text Box 112"/>
            <p:cNvSpPr txBox="1">
              <a:spLocks noChangeArrowheads="1"/>
            </p:cNvSpPr>
            <p:nvPr/>
          </p:nvSpPr>
          <p:spPr bwMode="auto">
            <a:xfrm>
              <a:off x="3696" y="211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32" name="Text Box 113"/>
            <p:cNvSpPr txBox="1">
              <a:spLocks noChangeArrowheads="1"/>
            </p:cNvSpPr>
            <p:nvPr/>
          </p:nvSpPr>
          <p:spPr bwMode="auto">
            <a:xfrm>
              <a:off x="3984" y="211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10</a:t>
              </a:r>
            </a:p>
          </p:txBody>
        </p:sp>
        <p:sp>
          <p:nvSpPr>
            <p:cNvPr id="41033" name="Text Box 114"/>
            <p:cNvSpPr txBox="1">
              <a:spLocks noChangeArrowheads="1"/>
            </p:cNvSpPr>
            <p:nvPr/>
          </p:nvSpPr>
          <p:spPr bwMode="auto">
            <a:xfrm>
              <a:off x="3696" y="230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34" name="Text Box 115"/>
            <p:cNvSpPr txBox="1">
              <a:spLocks noChangeArrowheads="1"/>
            </p:cNvSpPr>
            <p:nvPr/>
          </p:nvSpPr>
          <p:spPr bwMode="auto">
            <a:xfrm>
              <a:off x="3984" y="230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20</a:t>
              </a:r>
            </a:p>
          </p:txBody>
        </p:sp>
        <p:sp>
          <p:nvSpPr>
            <p:cNvPr id="41035" name="Text Box 116"/>
            <p:cNvSpPr txBox="1">
              <a:spLocks noChangeArrowheads="1"/>
            </p:cNvSpPr>
            <p:nvPr/>
          </p:nvSpPr>
          <p:spPr bwMode="auto">
            <a:xfrm>
              <a:off x="3696" y="249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36" name="Text Box 117"/>
            <p:cNvSpPr txBox="1">
              <a:spLocks noChangeArrowheads="1"/>
            </p:cNvSpPr>
            <p:nvPr/>
          </p:nvSpPr>
          <p:spPr bwMode="auto">
            <a:xfrm>
              <a:off x="3984" y="249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10</a:t>
              </a:r>
            </a:p>
          </p:txBody>
        </p:sp>
        <p:sp>
          <p:nvSpPr>
            <p:cNvPr id="41037" name="Text Box 118"/>
            <p:cNvSpPr txBox="1">
              <a:spLocks noChangeArrowheads="1"/>
            </p:cNvSpPr>
            <p:nvPr/>
          </p:nvSpPr>
          <p:spPr bwMode="auto">
            <a:xfrm>
              <a:off x="3696" y="307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38" name="Text Box 119"/>
            <p:cNvSpPr txBox="1">
              <a:spLocks noChangeArrowheads="1"/>
            </p:cNvSpPr>
            <p:nvPr/>
          </p:nvSpPr>
          <p:spPr bwMode="auto">
            <a:xfrm>
              <a:off x="3984" y="307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20</a:t>
              </a:r>
            </a:p>
          </p:txBody>
        </p:sp>
        <p:sp>
          <p:nvSpPr>
            <p:cNvPr id="41039" name="Text Box 120"/>
            <p:cNvSpPr txBox="1">
              <a:spLocks noChangeArrowheads="1"/>
            </p:cNvSpPr>
            <p:nvPr/>
          </p:nvSpPr>
          <p:spPr bwMode="auto">
            <a:xfrm>
              <a:off x="3696" y="326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40" name="Text Box 121"/>
            <p:cNvSpPr txBox="1">
              <a:spLocks noChangeArrowheads="1"/>
            </p:cNvSpPr>
            <p:nvPr/>
          </p:nvSpPr>
          <p:spPr bwMode="auto">
            <a:xfrm>
              <a:off x="3984" y="326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10</a:t>
              </a:r>
            </a:p>
          </p:txBody>
        </p:sp>
        <p:sp>
          <p:nvSpPr>
            <p:cNvPr id="41041" name="Text Box 122"/>
            <p:cNvSpPr txBox="1">
              <a:spLocks noChangeArrowheads="1"/>
            </p:cNvSpPr>
            <p:nvPr/>
          </p:nvSpPr>
          <p:spPr bwMode="auto">
            <a:xfrm>
              <a:off x="4272"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D</a:t>
              </a:r>
            </a:p>
          </p:txBody>
        </p:sp>
        <p:sp>
          <p:nvSpPr>
            <p:cNvPr id="41042" name="Text Box 123"/>
            <p:cNvSpPr txBox="1">
              <a:spLocks noChangeArrowheads="1"/>
            </p:cNvSpPr>
            <p:nvPr/>
          </p:nvSpPr>
          <p:spPr bwMode="auto">
            <a:xfrm>
              <a:off x="4272" y="19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43" name="Text Box 124"/>
            <p:cNvSpPr txBox="1">
              <a:spLocks noChangeArrowheads="1"/>
            </p:cNvSpPr>
            <p:nvPr/>
          </p:nvSpPr>
          <p:spPr bwMode="auto">
            <a:xfrm>
              <a:off x="4272" y="26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44" name="Text Box 125"/>
            <p:cNvSpPr txBox="1">
              <a:spLocks noChangeArrowheads="1"/>
            </p:cNvSpPr>
            <p:nvPr/>
          </p:nvSpPr>
          <p:spPr bwMode="auto">
            <a:xfrm>
              <a:off x="4272"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45" name="Text Box 126"/>
            <p:cNvSpPr txBox="1">
              <a:spLocks noChangeArrowheads="1"/>
            </p:cNvSpPr>
            <p:nvPr/>
          </p:nvSpPr>
          <p:spPr bwMode="auto">
            <a:xfrm>
              <a:off x="4272" y="211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46" name="Text Box 127"/>
            <p:cNvSpPr txBox="1">
              <a:spLocks noChangeArrowheads="1"/>
            </p:cNvSpPr>
            <p:nvPr/>
          </p:nvSpPr>
          <p:spPr bwMode="auto">
            <a:xfrm>
              <a:off x="4272" y="230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47" name="Text Box 128"/>
            <p:cNvSpPr txBox="1">
              <a:spLocks noChangeArrowheads="1"/>
            </p:cNvSpPr>
            <p:nvPr/>
          </p:nvSpPr>
          <p:spPr bwMode="auto">
            <a:xfrm>
              <a:off x="4272" y="249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48" name="Text Box 129"/>
            <p:cNvSpPr txBox="1">
              <a:spLocks noChangeArrowheads="1"/>
            </p:cNvSpPr>
            <p:nvPr/>
          </p:nvSpPr>
          <p:spPr bwMode="auto">
            <a:xfrm>
              <a:off x="4272" y="307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1049" name="Text Box 130"/>
            <p:cNvSpPr txBox="1">
              <a:spLocks noChangeArrowheads="1"/>
            </p:cNvSpPr>
            <p:nvPr/>
          </p:nvSpPr>
          <p:spPr bwMode="auto">
            <a:xfrm>
              <a:off x="4272" y="326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grpSp>
      <p:sp>
        <p:nvSpPr>
          <p:cNvPr id="40969" name="Text Box 131"/>
          <p:cNvSpPr txBox="1">
            <a:spLocks noChangeArrowheads="1"/>
          </p:cNvSpPr>
          <p:nvPr/>
        </p:nvSpPr>
        <p:spPr bwMode="auto">
          <a:xfrm>
            <a:off x="5181600" y="2117725"/>
            <a:ext cx="220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A=S.B </a:t>
            </a:r>
            <a:r>
              <a:rPr lang="en-US" altLang="en-US" sz="2200" dirty="0">
                <a:latin typeface="Times New Roman" panose="02020603050405020304" pitchFamily="18" charset="0"/>
                <a:cs typeface="Times New Roman" panose="02020603050405020304" pitchFamily="18" charset="0"/>
                <a:sym typeface="Symbol" pitchFamily="18" charset="2"/>
              </a:rPr>
              <a:t>(R </a:t>
            </a:r>
            <a:r>
              <a:rPr lang="en-US" altLang="en-US" sz="2200" b="1"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sym typeface="Symbol" pitchFamily="18" charset="2"/>
              </a:rPr>
              <a:t> S)</a:t>
            </a:r>
          </a:p>
        </p:txBody>
      </p:sp>
      <p:grpSp>
        <p:nvGrpSpPr>
          <p:cNvPr id="40970" name="Group 188"/>
          <p:cNvGrpSpPr>
            <a:grpSpLocks/>
          </p:cNvGrpSpPr>
          <p:nvPr/>
        </p:nvGrpSpPr>
        <p:grpSpPr bwMode="auto">
          <a:xfrm>
            <a:off x="5029200" y="3048000"/>
            <a:ext cx="2286000" cy="1371600"/>
            <a:chOff x="2976" y="1920"/>
            <a:chExt cx="1440" cy="864"/>
          </a:xfrm>
        </p:grpSpPr>
        <p:sp>
          <p:nvSpPr>
            <p:cNvPr id="40971" name="Line 133"/>
            <p:cNvSpPr>
              <a:spLocks noChangeShapeType="1"/>
            </p:cNvSpPr>
            <p:nvPr/>
          </p:nvSpPr>
          <p:spPr bwMode="auto">
            <a:xfrm>
              <a:off x="2976" y="2112"/>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40972" name="Text Box 134"/>
            <p:cNvSpPr txBox="1">
              <a:spLocks noChangeArrowheads="1"/>
            </p:cNvSpPr>
            <p:nvPr/>
          </p:nvSpPr>
          <p:spPr bwMode="auto">
            <a:xfrm>
              <a:off x="2976" y="19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a:t>
              </a:r>
            </a:p>
          </p:txBody>
        </p:sp>
        <p:sp>
          <p:nvSpPr>
            <p:cNvPr id="40973" name="Text Box 135"/>
            <p:cNvSpPr txBox="1">
              <a:spLocks noChangeArrowheads="1"/>
            </p:cNvSpPr>
            <p:nvPr/>
          </p:nvSpPr>
          <p:spPr bwMode="auto">
            <a:xfrm>
              <a:off x="3120" y="1920"/>
              <a:ext cx="432"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dirty="0">
                  <a:latin typeface="Times New Roman" panose="02020603050405020304" pitchFamily="18" charset="0"/>
                  <a:cs typeface="Times New Roman" panose="02020603050405020304" pitchFamily="18" charset="0"/>
                </a:rPr>
                <a:t>R.B</a:t>
              </a:r>
            </a:p>
          </p:txBody>
        </p:sp>
        <p:sp>
          <p:nvSpPr>
            <p:cNvPr id="40974" name="Text Box 136"/>
            <p:cNvSpPr txBox="1">
              <a:spLocks noChangeArrowheads="1"/>
            </p:cNvSpPr>
            <p:nvPr/>
          </p:nvSpPr>
          <p:spPr bwMode="auto">
            <a:xfrm>
              <a:off x="2976"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0975" name="Line 137"/>
            <p:cNvSpPr>
              <a:spLocks noChangeShapeType="1"/>
            </p:cNvSpPr>
            <p:nvPr/>
          </p:nvSpPr>
          <p:spPr bwMode="auto">
            <a:xfrm>
              <a:off x="2976" y="1920"/>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40976" name="Line 138"/>
            <p:cNvSpPr>
              <a:spLocks noChangeShapeType="1"/>
            </p:cNvSpPr>
            <p:nvPr/>
          </p:nvSpPr>
          <p:spPr bwMode="auto">
            <a:xfrm>
              <a:off x="2976" y="2784"/>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40977" name="Text Box 140"/>
            <p:cNvSpPr txBox="1">
              <a:spLocks noChangeArrowheads="1"/>
            </p:cNvSpPr>
            <p:nvPr/>
          </p:nvSpPr>
          <p:spPr bwMode="auto">
            <a:xfrm>
              <a:off x="3264"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a:t>
              </a:r>
            </a:p>
          </p:txBody>
        </p:sp>
        <p:grpSp>
          <p:nvGrpSpPr>
            <p:cNvPr id="40978" name="Group 142"/>
            <p:cNvGrpSpPr>
              <a:grpSpLocks/>
            </p:cNvGrpSpPr>
            <p:nvPr/>
          </p:nvGrpSpPr>
          <p:grpSpPr bwMode="auto">
            <a:xfrm>
              <a:off x="2976" y="1920"/>
              <a:ext cx="1440" cy="864"/>
              <a:chOff x="3120" y="1968"/>
              <a:chExt cx="1440" cy="624"/>
            </a:xfrm>
          </p:grpSpPr>
          <p:sp>
            <p:nvSpPr>
              <p:cNvPr id="40995" name="Line 143"/>
              <p:cNvSpPr>
                <a:spLocks noChangeShapeType="1"/>
              </p:cNvSpPr>
              <p:nvPr/>
            </p:nvSpPr>
            <p:spPr bwMode="auto">
              <a:xfrm>
                <a:off x="3360"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0996" name="Line 144"/>
              <p:cNvSpPr>
                <a:spLocks noChangeShapeType="1"/>
              </p:cNvSpPr>
              <p:nvPr/>
            </p:nvSpPr>
            <p:spPr bwMode="auto">
              <a:xfrm>
                <a:off x="3120"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0997" name="Line 145"/>
              <p:cNvSpPr>
                <a:spLocks noChangeShapeType="1"/>
              </p:cNvSpPr>
              <p:nvPr/>
            </p:nvSpPr>
            <p:spPr bwMode="auto">
              <a:xfrm>
                <a:off x="3696"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0998" name="Line 146"/>
              <p:cNvSpPr>
                <a:spLocks noChangeShapeType="1"/>
              </p:cNvSpPr>
              <p:nvPr/>
            </p:nvSpPr>
            <p:spPr bwMode="auto">
              <a:xfrm>
                <a:off x="3984"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0999" name="Line 147"/>
              <p:cNvSpPr>
                <a:spLocks noChangeShapeType="1"/>
              </p:cNvSpPr>
              <p:nvPr/>
            </p:nvSpPr>
            <p:spPr bwMode="auto">
              <a:xfrm>
                <a:off x="4272"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1000" name="Line 148"/>
              <p:cNvSpPr>
                <a:spLocks noChangeShapeType="1"/>
              </p:cNvSpPr>
              <p:nvPr/>
            </p:nvSpPr>
            <p:spPr bwMode="auto">
              <a:xfrm>
                <a:off x="4560"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grpSp>
        <p:sp>
          <p:nvSpPr>
            <p:cNvPr id="40979" name="Text Box 149"/>
            <p:cNvSpPr txBox="1">
              <a:spLocks noChangeArrowheads="1"/>
            </p:cNvSpPr>
            <p:nvPr/>
          </p:nvSpPr>
          <p:spPr bwMode="auto">
            <a:xfrm>
              <a:off x="2976" y="235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0980" name="Text Box 150"/>
            <p:cNvSpPr txBox="1">
              <a:spLocks noChangeArrowheads="1"/>
            </p:cNvSpPr>
            <p:nvPr/>
          </p:nvSpPr>
          <p:spPr bwMode="auto">
            <a:xfrm>
              <a:off x="3264" y="235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a:t>
              </a:r>
            </a:p>
          </p:txBody>
        </p:sp>
        <p:sp>
          <p:nvSpPr>
            <p:cNvPr id="40981" name="Text Box 157"/>
            <p:cNvSpPr txBox="1">
              <a:spLocks noChangeArrowheads="1"/>
            </p:cNvSpPr>
            <p:nvPr/>
          </p:nvSpPr>
          <p:spPr bwMode="auto">
            <a:xfrm>
              <a:off x="2976" y="25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0982" name="Text Box 158"/>
            <p:cNvSpPr txBox="1">
              <a:spLocks noChangeArrowheads="1"/>
            </p:cNvSpPr>
            <p:nvPr/>
          </p:nvSpPr>
          <p:spPr bwMode="auto">
            <a:xfrm>
              <a:off x="3264" y="25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a:t>
              </a:r>
            </a:p>
          </p:txBody>
        </p:sp>
        <p:sp>
          <p:nvSpPr>
            <p:cNvPr id="40983" name="Text Box 161"/>
            <p:cNvSpPr txBox="1">
              <a:spLocks noChangeArrowheads="1"/>
            </p:cNvSpPr>
            <p:nvPr/>
          </p:nvSpPr>
          <p:spPr bwMode="auto">
            <a:xfrm>
              <a:off x="3552" y="19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S.B</a:t>
              </a:r>
            </a:p>
          </p:txBody>
        </p:sp>
        <p:sp>
          <p:nvSpPr>
            <p:cNvPr id="40984" name="Text Box 162"/>
            <p:cNvSpPr txBox="1">
              <a:spLocks noChangeArrowheads="1"/>
            </p:cNvSpPr>
            <p:nvPr/>
          </p:nvSpPr>
          <p:spPr bwMode="auto">
            <a:xfrm>
              <a:off x="3840" y="19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C</a:t>
              </a:r>
            </a:p>
          </p:txBody>
        </p:sp>
        <p:sp>
          <p:nvSpPr>
            <p:cNvPr id="40985" name="Text Box 163"/>
            <p:cNvSpPr txBox="1">
              <a:spLocks noChangeArrowheads="1"/>
            </p:cNvSpPr>
            <p:nvPr/>
          </p:nvSpPr>
          <p:spPr bwMode="auto">
            <a:xfrm>
              <a:off x="3552"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0986" name="Text Box 165"/>
            <p:cNvSpPr txBox="1">
              <a:spLocks noChangeArrowheads="1"/>
            </p:cNvSpPr>
            <p:nvPr/>
          </p:nvSpPr>
          <p:spPr bwMode="auto">
            <a:xfrm>
              <a:off x="3840"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10</a:t>
              </a:r>
            </a:p>
          </p:txBody>
        </p:sp>
        <p:sp>
          <p:nvSpPr>
            <p:cNvPr id="40987" name="Text Box 167"/>
            <p:cNvSpPr txBox="1">
              <a:spLocks noChangeArrowheads="1"/>
            </p:cNvSpPr>
            <p:nvPr/>
          </p:nvSpPr>
          <p:spPr bwMode="auto">
            <a:xfrm>
              <a:off x="3552" y="235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0988" name="Text Box 168"/>
            <p:cNvSpPr txBox="1">
              <a:spLocks noChangeArrowheads="1"/>
            </p:cNvSpPr>
            <p:nvPr/>
          </p:nvSpPr>
          <p:spPr bwMode="auto">
            <a:xfrm>
              <a:off x="3840" y="235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10</a:t>
              </a:r>
            </a:p>
          </p:txBody>
        </p:sp>
        <p:sp>
          <p:nvSpPr>
            <p:cNvPr id="40989" name="Text Box 175"/>
            <p:cNvSpPr txBox="1">
              <a:spLocks noChangeArrowheads="1"/>
            </p:cNvSpPr>
            <p:nvPr/>
          </p:nvSpPr>
          <p:spPr bwMode="auto">
            <a:xfrm>
              <a:off x="3552" y="25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0990" name="Text Box 176"/>
            <p:cNvSpPr txBox="1">
              <a:spLocks noChangeArrowheads="1"/>
            </p:cNvSpPr>
            <p:nvPr/>
          </p:nvSpPr>
          <p:spPr bwMode="auto">
            <a:xfrm>
              <a:off x="3840" y="25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20</a:t>
              </a:r>
            </a:p>
          </p:txBody>
        </p:sp>
        <p:sp>
          <p:nvSpPr>
            <p:cNvPr id="40991" name="Text Box 179"/>
            <p:cNvSpPr txBox="1">
              <a:spLocks noChangeArrowheads="1"/>
            </p:cNvSpPr>
            <p:nvPr/>
          </p:nvSpPr>
          <p:spPr bwMode="auto">
            <a:xfrm>
              <a:off x="4128" y="19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D</a:t>
              </a:r>
            </a:p>
          </p:txBody>
        </p:sp>
        <p:sp>
          <p:nvSpPr>
            <p:cNvPr id="40992" name="Text Box 180"/>
            <p:cNvSpPr txBox="1">
              <a:spLocks noChangeArrowheads="1"/>
            </p:cNvSpPr>
            <p:nvPr/>
          </p:nvSpPr>
          <p:spPr bwMode="auto">
            <a:xfrm>
              <a:off x="4128"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0993" name="Text Box 182"/>
            <p:cNvSpPr txBox="1">
              <a:spLocks noChangeArrowheads="1"/>
            </p:cNvSpPr>
            <p:nvPr/>
          </p:nvSpPr>
          <p:spPr bwMode="auto">
            <a:xfrm>
              <a:off x="4128" y="235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sp>
          <p:nvSpPr>
            <p:cNvPr id="40994" name="Text Box 186"/>
            <p:cNvSpPr txBox="1">
              <a:spLocks noChangeArrowheads="1"/>
            </p:cNvSpPr>
            <p:nvPr/>
          </p:nvSpPr>
          <p:spPr bwMode="auto">
            <a:xfrm>
              <a:off x="4128" y="25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sym typeface="Symbol" pitchFamily="18" charset="2"/>
                </a:rPr>
                <a:t>-</a:t>
              </a:r>
            </a:p>
          </p:txBody>
        </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34</a:t>
            </a:fld>
            <a:endParaRPr lang="en-US" altLang="en-US"/>
          </a:p>
        </p:txBody>
      </p:sp>
      <p:sp>
        <p:nvSpPr>
          <p:cNvPr id="99" name="Rectangle 2"/>
          <p:cNvSpPr>
            <a:spLocks noGrp="1" noChangeArrowheads="1"/>
          </p:cNvSpPr>
          <p:nvPr>
            <p:ph type="title"/>
          </p:nvPr>
        </p:nvSpPr>
        <p:spPr>
          <a:xfrm>
            <a:off x="457200" y="304800"/>
            <a:ext cx="8229600" cy="1017588"/>
          </a:xfrm>
        </p:spPr>
        <p:txBody>
          <a:bodyPr>
            <a:noAutofit/>
          </a:bodyPr>
          <a:lstStyle/>
          <a:p>
            <a:pPr algn="ctr"/>
            <a:r>
              <a:rPr lang="en-US" altLang="en-US" sz="3600" b="1" dirty="0">
                <a:solidFill>
                  <a:schemeClr val="tx1"/>
                </a:solidFill>
                <a:latin typeface="Times New Roman" panose="02020603050405020304" pitchFamily="18" charset="0"/>
                <a:cs typeface="Times New Roman" panose="02020603050405020304" pitchFamily="18" charset="0"/>
              </a:rPr>
              <a:t>5.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tích</a:t>
            </a:r>
            <a:r>
              <a:rPr lang="en-US" altLang="en-US" sz="3600" b="1" dirty="0">
                <a:solidFill>
                  <a:schemeClr val="tx1"/>
                </a:solidFill>
                <a:latin typeface="Times New Roman" panose="02020603050405020304" pitchFamily="18" charset="0"/>
                <a:cs typeface="Times New Roman" panose="02020603050405020304" pitchFamily="18" charset="0"/>
              </a:rPr>
              <a:t> Cartesian </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X (</a:t>
            </a:r>
            <a:r>
              <a:rPr lang="en-US" sz="3600" b="1" dirty="0" err="1">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Cartersian</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Product)</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5649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7" grpId="0"/>
      <p:bldP spid="4096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961" name="Rectangle 233"/>
          <p:cNvSpPr>
            <a:spLocks noChangeArrowheads="1"/>
          </p:cNvSpPr>
          <p:nvPr/>
        </p:nvSpPr>
        <p:spPr bwMode="auto">
          <a:xfrm>
            <a:off x="152400" y="5073134"/>
            <a:ext cx="8839200" cy="369332"/>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457960" name="Rectangle 232"/>
          <p:cNvSpPr>
            <a:spLocks noChangeArrowheads="1"/>
          </p:cNvSpPr>
          <p:nvPr/>
        </p:nvSpPr>
        <p:spPr bwMode="auto">
          <a:xfrm>
            <a:off x="152400" y="3472934"/>
            <a:ext cx="5410200" cy="369332"/>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41989" name="Rectangle 3"/>
          <p:cNvSpPr>
            <a:spLocks noGrp="1" noChangeArrowheads="1"/>
          </p:cNvSpPr>
          <p:nvPr>
            <p:ph sz="quarter" idx="1"/>
          </p:nvPr>
        </p:nvSpPr>
        <p:spPr>
          <a:xfrm>
            <a:off x="457200" y="1295400"/>
            <a:ext cx="8229600" cy="4835525"/>
          </a:xfrm>
        </p:spPr>
        <p:txBody>
          <a:bodyPr/>
          <a:lstStyle/>
          <a:p>
            <a:pPr eaLnBrk="1" hangingPunct="1"/>
            <a:r>
              <a:rPr lang="en-US" altLang="en-US" b="1" u="sng" dirty="0" err="1">
                <a:latin typeface="Times New Roman" panose="02020603050405020304" pitchFamily="18" charset="0"/>
                <a:cs typeface="Times New Roman" panose="02020603050405020304" pitchFamily="18" charset="0"/>
              </a:rPr>
              <a:t>Ví</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dụ</a:t>
            </a:r>
            <a:r>
              <a:rPr lang="en-US" altLang="en-US" b="1" u="sng" dirty="0">
                <a:latin typeface="Times New Roman" panose="02020603050405020304" pitchFamily="18" charset="0"/>
                <a:cs typeface="Times New Roman" panose="02020603050405020304" pitchFamily="18" charset="0"/>
              </a:rPr>
              <a:t> 1:</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Với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mỗi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phòng</a:t>
            </a:r>
            <a:r>
              <a:rPr lang="en-US" altLang="en-US" dirty="0">
                <a:latin typeface="Times New Roman" panose="02020603050405020304" pitchFamily="18" charset="0"/>
                <a:cs typeface="Times New Roman" panose="02020603050405020304" pitchFamily="18" charset="0"/>
              </a:rPr>
              <a:t> ban, </a:t>
            </a:r>
            <a:r>
              <a:rPr lang="en-US" altLang="en-US" dirty="0" err="1">
                <a:latin typeface="Times New Roman" panose="02020603050405020304" pitchFamily="18" charset="0"/>
                <a:cs typeface="Times New Roman" panose="02020603050405020304" pitchFamily="18" charset="0"/>
              </a:rPr>
              <a:t>cho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biết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thông</a:t>
            </a:r>
            <a:r>
              <a:rPr lang="en-US" altLang="en-US" dirty="0">
                <a:latin typeface="Times New Roman" panose="02020603050405020304" pitchFamily="18" charset="0"/>
                <a:cs typeface="Times New Roman" panose="02020603050405020304" pitchFamily="18" charset="0"/>
              </a:rPr>
              <a:t> tin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người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trưởng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phòng</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PHONG_BAN, NHAN_VIEN </a:t>
            </a:r>
          </a:p>
          <a:p>
            <a:pPr lvl="1" eaLnBrk="1" hangingPunct="1"/>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TRPHG, MAPHG, TENNV, HONV, …</a:t>
            </a:r>
          </a:p>
        </p:txBody>
      </p:sp>
      <p:grpSp>
        <p:nvGrpSpPr>
          <p:cNvPr id="457958" name="Group 230"/>
          <p:cNvGrpSpPr>
            <a:grpSpLocks/>
          </p:cNvGrpSpPr>
          <p:nvPr/>
        </p:nvGrpSpPr>
        <p:grpSpPr bwMode="auto">
          <a:xfrm>
            <a:off x="381000" y="3124200"/>
            <a:ext cx="5638800" cy="1371600"/>
            <a:chOff x="288" y="2016"/>
            <a:chExt cx="3120" cy="864"/>
          </a:xfrm>
        </p:grpSpPr>
        <p:sp>
          <p:nvSpPr>
            <p:cNvPr id="42080" name="Line 137"/>
            <p:cNvSpPr>
              <a:spLocks noChangeShapeType="1"/>
            </p:cNvSpPr>
            <p:nvPr/>
          </p:nvSpPr>
          <p:spPr bwMode="auto">
            <a:xfrm>
              <a:off x="288" y="2208"/>
              <a:ext cx="31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42081" name="Text Box 139"/>
            <p:cNvSpPr txBox="1">
              <a:spLocks noChangeArrowheads="1"/>
            </p:cNvSpPr>
            <p:nvPr/>
          </p:nvSpPr>
          <p:spPr bwMode="auto">
            <a:xfrm>
              <a:off x="384" y="2016"/>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TENPHG</a:t>
              </a:r>
            </a:p>
          </p:txBody>
        </p:sp>
        <p:sp>
          <p:nvSpPr>
            <p:cNvPr id="42082" name="Text Box 140"/>
            <p:cNvSpPr txBox="1">
              <a:spLocks noChangeArrowheads="1"/>
            </p:cNvSpPr>
            <p:nvPr/>
          </p:nvSpPr>
          <p:spPr bwMode="auto">
            <a:xfrm>
              <a:off x="1008" y="2016"/>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MAPHG</a:t>
              </a:r>
            </a:p>
          </p:txBody>
        </p:sp>
        <p:sp>
          <p:nvSpPr>
            <p:cNvPr id="42083" name="Text Box 142"/>
            <p:cNvSpPr txBox="1">
              <a:spLocks noChangeArrowheads="1"/>
            </p:cNvSpPr>
            <p:nvPr/>
          </p:nvSpPr>
          <p:spPr bwMode="auto">
            <a:xfrm>
              <a:off x="1680" y="2016"/>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TRPHG</a:t>
              </a:r>
            </a:p>
          </p:txBody>
        </p:sp>
        <p:grpSp>
          <p:nvGrpSpPr>
            <p:cNvPr id="42084" name="Group 180"/>
            <p:cNvGrpSpPr>
              <a:grpSpLocks/>
            </p:cNvGrpSpPr>
            <p:nvPr/>
          </p:nvGrpSpPr>
          <p:grpSpPr bwMode="auto">
            <a:xfrm>
              <a:off x="1008" y="2016"/>
              <a:ext cx="1392" cy="864"/>
              <a:chOff x="912" y="2064"/>
              <a:chExt cx="1392" cy="1008"/>
            </a:xfrm>
          </p:grpSpPr>
          <p:sp>
            <p:nvSpPr>
              <p:cNvPr id="42098" name="Line 138"/>
              <p:cNvSpPr>
                <a:spLocks noChangeShapeType="1"/>
              </p:cNvSpPr>
              <p:nvPr/>
            </p:nvSpPr>
            <p:spPr bwMode="auto">
              <a:xfrm>
                <a:off x="912" y="206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2099" name="Line 141"/>
              <p:cNvSpPr>
                <a:spLocks noChangeShapeType="1"/>
              </p:cNvSpPr>
              <p:nvPr/>
            </p:nvSpPr>
            <p:spPr bwMode="auto">
              <a:xfrm>
                <a:off x="1584" y="206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2100" name="Line 143"/>
              <p:cNvSpPr>
                <a:spLocks noChangeShapeType="1"/>
              </p:cNvSpPr>
              <p:nvPr/>
            </p:nvSpPr>
            <p:spPr bwMode="auto">
              <a:xfrm>
                <a:off x="2304" y="206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grpSp>
        <p:sp>
          <p:nvSpPr>
            <p:cNvPr id="42085" name="Text Box 144"/>
            <p:cNvSpPr txBox="1">
              <a:spLocks noChangeArrowheads="1"/>
            </p:cNvSpPr>
            <p:nvPr/>
          </p:nvSpPr>
          <p:spPr bwMode="auto">
            <a:xfrm>
              <a:off x="2382" y="2016"/>
              <a:ext cx="91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NG_NHANCHUC</a:t>
              </a:r>
            </a:p>
          </p:txBody>
        </p:sp>
        <p:sp>
          <p:nvSpPr>
            <p:cNvPr id="42086" name="Text Box 151"/>
            <p:cNvSpPr txBox="1">
              <a:spLocks noChangeArrowheads="1"/>
            </p:cNvSpPr>
            <p:nvPr/>
          </p:nvSpPr>
          <p:spPr bwMode="auto">
            <a:xfrm>
              <a:off x="288" y="2256"/>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Nghien cuu</a:t>
              </a:r>
            </a:p>
          </p:txBody>
        </p:sp>
        <p:sp>
          <p:nvSpPr>
            <p:cNvPr id="42087" name="Text Box 152"/>
            <p:cNvSpPr txBox="1">
              <a:spLocks noChangeArrowheads="1"/>
            </p:cNvSpPr>
            <p:nvPr/>
          </p:nvSpPr>
          <p:spPr bwMode="auto">
            <a:xfrm>
              <a:off x="1008" y="2256"/>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5</a:t>
              </a:r>
            </a:p>
          </p:txBody>
        </p:sp>
        <p:sp>
          <p:nvSpPr>
            <p:cNvPr id="42088" name="Text Box 153"/>
            <p:cNvSpPr txBox="1">
              <a:spLocks noChangeArrowheads="1"/>
            </p:cNvSpPr>
            <p:nvPr/>
          </p:nvSpPr>
          <p:spPr bwMode="auto">
            <a:xfrm>
              <a:off x="1680" y="2256"/>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333445555</a:t>
              </a:r>
            </a:p>
          </p:txBody>
        </p:sp>
        <p:sp>
          <p:nvSpPr>
            <p:cNvPr id="42089" name="Text Box 154"/>
            <p:cNvSpPr txBox="1">
              <a:spLocks noChangeArrowheads="1"/>
            </p:cNvSpPr>
            <p:nvPr/>
          </p:nvSpPr>
          <p:spPr bwMode="auto">
            <a:xfrm>
              <a:off x="2400" y="2256"/>
              <a:ext cx="8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dirty="0">
                  <a:latin typeface="Times New Roman" panose="02020603050405020304" pitchFamily="18" charset="0"/>
                  <a:cs typeface="Times New Roman" panose="02020603050405020304" pitchFamily="18" charset="0"/>
                </a:rPr>
                <a:t>05/22/1988</a:t>
              </a:r>
            </a:p>
          </p:txBody>
        </p:sp>
        <p:sp>
          <p:nvSpPr>
            <p:cNvPr id="42090" name="Text Box 158"/>
            <p:cNvSpPr txBox="1">
              <a:spLocks noChangeArrowheads="1"/>
            </p:cNvSpPr>
            <p:nvPr/>
          </p:nvSpPr>
          <p:spPr bwMode="auto">
            <a:xfrm>
              <a:off x="288" y="2448"/>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Dieu hanh</a:t>
              </a:r>
            </a:p>
          </p:txBody>
        </p:sp>
        <p:sp>
          <p:nvSpPr>
            <p:cNvPr id="42091" name="Text Box 159"/>
            <p:cNvSpPr txBox="1">
              <a:spLocks noChangeArrowheads="1"/>
            </p:cNvSpPr>
            <p:nvPr/>
          </p:nvSpPr>
          <p:spPr bwMode="auto">
            <a:xfrm>
              <a:off x="1008" y="2448"/>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4</a:t>
              </a:r>
            </a:p>
          </p:txBody>
        </p:sp>
        <p:sp>
          <p:nvSpPr>
            <p:cNvPr id="42092" name="Text Box 160"/>
            <p:cNvSpPr txBox="1">
              <a:spLocks noChangeArrowheads="1"/>
            </p:cNvSpPr>
            <p:nvPr/>
          </p:nvSpPr>
          <p:spPr bwMode="auto">
            <a:xfrm>
              <a:off x="1680" y="2448"/>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987987987</a:t>
              </a:r>
            </a:p>
          </p:txBody>
        </p:sp>
        <p:sp>
          <p:nvSpPr>
            <p:cNvPr id="42093" name="Text Box 161"/>
            <p:cNvSpPr txBox="1">
              <a:spLocks noChangeArrowheads="1"/>
            </p:cNvSpPr>
            <p:nvPr/>
          </p:nvSpPr>
          <p:spPr bwMode="auto">
            <a:xfrm>
              <a:off x="2400" y="2448"/>
              <a:ext cx="8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01/01/1995</a:t>
              </a:r>
            </a:p>
          </p:txBody>
        </p:sp>
        <p:sp>
          <p:nvSpPr>
            <p:cNvPr id="42094" name="Text Box 165"/>
            <p:cNvSpPr txBox="1">
              <a:spLocks noChangeArrowheads="1"/>
            </p:cNvSpPr>
            <p:nvPr/>
          </p:nvSpPr>
          <p:spPr bwMode="auto">
            <a:xfrm>
              <a:off x="288" y="2640"/>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Quan ly</a:t>
              </a:r>
            </a:p>
          </p:txBody>
        </p:sp>
        <p:sp>
          <p:nvSpPr>
            <p:cNvPr id="42095" name="Text Box 166"/>
            <p:cNvSpPr txBox="1">
              <a:spLocks noChangeArrowheads="1"/>
            </p:cNvSpPr>
            <p:nvPr/>
          </p:nvSpPr>
          <p:spPr bwMode="auto">
            <a:xfrm>
              <a:off x="1008" y="2640"/>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1</a:t>
              </a:r>
            </a:p>
          </p:txBody>
        </p:sp>
        <p:sp>
          <p:nvSpPr>
            <p:cNvPr id="42096" name="Text Box 167"/>
            <p:cNvSpPr txBox="1">
              <a:spLocks noChangeArrowheads="1"/>
            </p:cNvSpPr>
            <p:nvPr/>
          </p:nvSpPr>
          <p:spPr bwMode="auto">
            <a:xfrm>
              <a:off x="1680" y="2640"/>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888665555</a:t>
              </a:r>
            </a:p>
          </p:txBody>
        </p:sp>
        <p:sp>
          <p:nvSpPr>
            <p:cNvPr id="42097" name="Text Box 168"/>
            <p:cNvSpPr txBox="1">
              <a:spLocks noChangeArrowheads="1"/>
            </p:cNvSpPr>
            <p:nvPr/>
          </p:nvSpPr>
          <p:spPr bwMode="auto">
            <a:xfrm>
              <a:off x="2400" y="2640"/>
              <a:ext cx="8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06/19/1981</a:t>
              </a:r>
            </a:p>
          </p:txBody>
        </p:sp>
      </p:grpSp>
      <p:grpSp>
        <p:nvGrpSpPr>
          <p:cNvPr id="457959" name="Group 231"/>
          <p:cNvGrpSpPr>
            <a:grpSpLocks/>
          </p:cNvGrpSpPr>
          <p:nvPr/>
        </p:nvGrpSpPr>
        <p:grpSpPr bwMode="auto">
          <a:xfrm>
            <a:off x="304800" y="4724400"/>
            <a:ext cx="8610600" cy="1600200"/>
            <a:chOff x="192" y="2976"/>
            <a:chExt cx="5424" cy="1008"/>
          </a:xfrm>
        </p:grpSpPr>
        <p:sp>
          <p:nvSpPr>
            <p:cNvPr id="42032" name="Line 182"/>
            <p:cNvSpPr>
              <a:spLocks noChangeShapeType="1"/>
            </p:cNvSpPr>
            <p:nvPr/>
          </p:nvSpPr>
          <p:spPr bwMode="auto">
            <a:xfrm>
              <a:off x="192" y="3168"/>
              <a:ext cx="54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42033" name="Line 183"/>
            <p:cNvSpPr>
              <a:spLocks noChangeShapeType="1"/>
            </p:cNvSpPr>
            <p:nvPr/>
          </p:nvSpPr>
          <p:spPr bwMode="auto">
            <a:xfrm>
              <a:off x="1536" y="2976"/>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2034" name="Text Box 184"/>
            <p:cNvSpPr txBox="1">
              <a:spLocks noChangeArrowheads="1"/>
            </p:cNvSpPr>
            <p:nvPr/>
          </p:nvSpPr>
          <p:spPr bwMode="auto">
            <a:xfrm>
              <a:off x="960" y="2976"/>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TENNV</a:t>
              </a:r>
            </a:p>
          </p:txBody>
        </p:sp>
        <p:sp>
          <p:nvSpPr>
            <p:cNvPr id="42035" name="Text Box 185"/>
            <p:cNvSpPr txBox="1">
              <a:spLocks noChangeArrowheads="1"/>
            </p:cNvSpPr>
            <p:nvPr/>
          </p:nvSpPr>
          <p:spPr bwMode="auto">
            <a:xfrm>
              <a:off x="1536" y="2976"/>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HONV</a:t>
              </a:r>
            </a:p>
          </p:txBody>
        </p:sp>
        <p:sp>
          <p:nvSpPr>
            <p:cNvPr id="42036" name="Line 186"/>
            <p:cNvSpPr>
              <a:spLocks noChangeShapeType="1"/>
            </p:cNvSpPr>
            <p:nvPr/>
          </p:nvSpPr>
          <p:spPr bwMode="auto">
            <a:xfrm>
              <a:off x="2208" y="2976"/>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2037" name="Text Box 187"/>
            <p:cNvSpPr txBox="1">
              <a:spLocks noChangeArrowheads="1"/>
            </p:cNvSpPr>
            <p:nvPr/>
          </p:nvSpPr>
          <p:spPr bwMode="auto">
            <a:xfrm>
              <a:off x="2208" y="2976"/>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NGSINH</a:t>
              </a:r>
            </a:p>
          </p:txBody>
        </p:sp>
        <p:sp>
          <p:nvSpPr>
            <p:cNvPr id="42038" name="Line 188"/>
            <p:cNvSpPr>
              <a:spLocks noChangeShapeType="1"/>
            </p:cNvSpPr>
            <p:nvPr/>
          </p:nvSpPr>
          <p:spPr bwMode="auto">
            <a:xfrm>
              <a:off x="2928" y="2976"/>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2039" name="Text Box 189"/>
            <p:cNvSpPr txBox="1">
              <a:spLocks noChangeArrowheads="1"/>
            </p:cNvSpPr>
            <p:nvPr/>
          </p:nvSpPr>
          <p:spPr bwMode="auto">
            <a:xfrm>
              <a:off x="2928" y="2976"/>
              <a:ext cx="8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DCHI</a:t>
              </a:r>
            </a:p>
          </p:txBody>
        </p:sp>
        <p:sp>
          <p:nvSpPr>
            <p:cNvPr id="42040" name="Line 190"/>
            <p:cNvSpPr>
              <a:spLocks noChangeShapeType="1"/>
            </p:cNvSpPr>
            <p:nvPr/>
          </p:nvSpPr>
          <p:spPr bwMode="auto">
            <a:xfrm>
              <a:off x="3792" y="2976"/>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2041" name="Text Box 191"/>
            <p:cNvSpPr txBox="1">
              <a:spLocks noChangeArrowheads="1"/>
            </p:cNvSpPr>
            <p:nvPr/>
          </p:nvSpPr>
          <p:spPr bwMode="auto">
            <a:xfrm>
              <a:off x="3792" y="2976"/>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PHAI</a:t>
              </a:r>
            </a:p>
          </p:txBody>
        </p:sp>
        <p:sp>
          <p:nvSpPr>
            <p:cNvPr id="42042" name="Line 192"/>
            <p:cNvSpPr>
              <a:spLocks noChangeShapeType="1"/>
            </p:cNvSpPr>
            <p:nvPr/>
          </p:nvSpPr>
          <p:spPr bwMode="auto">
            <a:xfrm>
              <a:off x="4272" y="2976"/>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2043" name="Text Box 193"/>
            <p:cNvSpPr txBox="1">
              <a:spLocks noChangeArrowheads="1"/>
            </p:cNvSpPr>
            <p:nvPr/>
          </p:nvSpPr>
          <p:spPr bwMode="auto">
            <a:xfrm>
              <a:off x="4272" y="2976"/>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LUONG</a:t>
              </a:r>
            </a:p>
          </p:txBody>
        </p:sp>
        <p:sp>
          <p:nvSpPr>
            <p:cNvPr id="42044" name="Line 194"/>
            <p:cNvSpPr>
              <a:spLocks noChangeShapeType="1"/>
            </p:cNvSpPr>
            <p:nvPr/>
          </p:nvSpPr>
          <p:spPr bwMode="auto">
            <a:xfrm>
              <a:off x="4944" y="2976"/>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2045" name="Text Box 195"/>
            <p:cNvSpPr txBox="1">
              <a:spLocks noChangeArrowheads="1"/>
            </p:cNvSpPr>
            <p:nvPr/>
          </p:nvSpPr>
          <p:spPr bwMode="auto">
            <a:xfrm>
              <a:off x="4944" y="2976"/>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PHG</a:t>
              </a:r>
            </a:p>
          </p:txBody>
        </p:sp>
        <p:sp>
          <p:nvSpPr>
            <p:cNvPr id="42046" name="Text Box 196"/>
            <p:cNvSpPr txBox="1">
              <a:spLocks noChangeArrowheads="1"/>
            </p:cNvSpPr>
            <p:nvPr/>
          </p:nvSpPr>
          <p:spPr bwMode="auto">
            <a:xfrm>
              <a:off x="912" y="3216"/>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Tung</a:t>
              </a:r>
            </a:p>
          </p:txBody>
        </p:sp>
        <p:sp>
          <p:nvSpPr>
            <p:cNvPr id="42047" name="Text Box 197"/>
            <p:cNvSpPr txBox="1">
              <a:spLocks noChangeArrowheads="1"/>
            </p:cNvSpPr>
            <p:nvPr/>
          </p:nvSpPr>
          <p:spPr bwMode="auto">
            <a:xfrm>
              <a:off x="1536" y="3216"/>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Nguyen</a:t>
              </a:r>
            </a:p>
          </p:txBody>
        </p:sp>
        <p:sp>
          <p:nvSpPr>
            <p:cNvPr id="42048" name="Text Box 198"/>
            <p:cNvSpPr txBox="1">
              <a:spLocks noChangeArrowheads="1"/>
            </p:cNvSpPr>
            <p:nvPr/>
          </p:nvSpPr>
          <p:spPr bwMode="auto">
            <a:xfrm>
              <a:off x="2208" y="3216"/>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12/08/1955</a:t>
              </a:r>
            </a:p>
          </p:txBody>
        </p:sp>
        <p:sp>
          <p:nvSpPr>
            <p:cNvPr id="42049" name="Text Box 199"/>
            <p:cNvSpPr txBox="1">
              <a:spLocks noChangeArrowheads="1"/>
            </p:cNvSpPr>
            <p:nvPr/>
          </p:nvSpPr>
          <p:spPr bwMode="auto">
            <a:xfrm>
              <a:off x="2928" y="3216"/>
              <a:ext cx="8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638 NVC Q5</a:t>
              </a:r>
            </a:p>
          </p:txBody>
        </p:sp>
        <p:sp>
          <p:nvSpPr>
            <p:cNvPr id="42050" name="Text Box 200"/>
            <p:cNvSpPr txBox="1">
              <a:spLocks noChangeArrowheads="1"/>
            </p:cNvSpPr>
            <p:nvPr/>
          </p:nvSpPr>
          <p:spPr bwMode="auto">
            <a:xfrm>
              <a:off x="3792" y="3216"/>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Nam</a:t>
              </a:r>
            </a:p>
          </p:txBody>
        </p:sp>
        <p:sp>
          <p:nvSpPr>
            <p:cNvPr id="42051" name="Text Box 201"/>
            <p:cNvSpPr txBox="1">
              <a:spLocks noChangeArrowheads="1"/>
            </p:cNvSpPr>
            <p:nvPr/>
          </p:nvSpPr>
          <p:spPr bwMode="auto">
            <a:xfrm>
              <a:off x="4272" y="3216"/>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40000</a:t>
              </a:r>
            </a:p>
          </p:txBody>
        </p:sp>
        <p:sp>
          <p:nvSpPr>
            <p:cNvPr id="42052" name="Text Box 202"/>
            <p:cNvSpPr txBox="1">
              <a:spLocks noChangeArrowheads="1"/>
            </p:cNvSpPr>
            <p:nvPr/>
          </p:nvSpPr>
          <p:spPr bwMode="auto">
            <a:xfrm>
              <a:off x="4944" y="3216"/>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5</a:t>
              </a:r>
            </a:p>
          </p:txBody>
        </p:sp>
        <p:sp>
          <p:nvSpPr>
            <p:cNvPr id="42053" name="Text Box 203"/>
            <p:cNvSpPr txBox="1">
              <a:spLocks noChangeArrowheads="1"/>
            </p:cNvSpPr>
            <p:nvPr/>
          </p:nvSpPr>
          <p:spPr bwMode="auto">
            <a:xfrm>
              <a:off x="912" y="3408"/>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Hang</a:t>
              </a:r>
            </a:p>
          </p:txBody>
        </p:sp>
        <p:sp>
          <p:nvSpPr>
            <p:cNvPr id="42054" name="Text Box 204"/>
            <p:cNvSpPr txBox="1">
              <a:spLocks noChangeArrowheads="1"/>
            </p:cNvSpPr>
            <p:nvPr/>
          </p:nvSpPr>
          <p:spPr bwMode="auto">
            <a:xfrm>
              <a:off x="1536" y="3408"/>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Bui</a:t>
              </a:r>
            </a:p>
          </p:txBody>
        </p:sp>
        <p:sp>
          <p:nvSpPr>
            <p:cNvPr id="42055" name="Text Box 205"/>
            <p:cNvSpPr txBox="1">
              <a:spLocks noChangeArrowheads="1"/>
            </p:cNvSpPr>
            <p:nvPr/>
          </p:nvSpPr>
          <p:spPr bwMode="auto">
            <a:xfrm>
              <a:off x="2208" y="3408"/>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07/19/1968</a:t>
              </a:r>
            </a:p>
          </p:txBody>
        </p:sp>
        <p:sp>
          <p:nvSpPr>
            <p:cNvPr id="42056" name="Text Box 206"/>
            <p:cNvSpPr txBox="1">
              <a:spLocks noChangeArrowheads="1"/>
            </p:cNvSpPr>
            <p:nvPr/>
          </p:nvSpPr>
          <p:spPr bwMode="auto">
            <a:xfrm>
              <a:off x="2928" y="3408"/>
              <a:ext cx="8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332 NTH Q1</a:t>
              </a:r>
            </a:p>
          </p:txBody>
        </p:sp>
        <p:sp>
          <p:nvSpPr>
            <p:cNvPr id="42057" name="Text Box 207"/>
            <p:cNvSpPr txBox="1">
              <a:spLocks noChangeArrowheads="1"/>
            </p:cNvSpPr>
            <p:nvPr/>
          </p:nvSpPr>
          <p:spPr bwMode="auto">
            <a:xfrm>
              <a:off x="3792" y="3408"/>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Nu</a:t>
              </a:r>
            </a:p>
          </p:txBody>
        </p:sp>
        <p:sp>
          <p:nvSpPr>
            <p:cNvPr id="42058" name="Text Box 208"/>
            <p:cNvSpPr txBox="1">
              <a:spLocks noChangeArrowheads="1"/>
            </p:cNvSpPr>
            <p:nvPr/>
          </p:nvSpPr>
          <p:spPr bwMode="auto">
            <a:xfrm>
              <a:off x="4272" y="3408"/>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25000</a:t>
              </a:r>
            </a:p>
          </p:txBody>
        </p:sp>
        <p:sp>
          <p:nvSpPr>
            <p:cNvPr id="42059" name="Text Box 209"/>
            <p:cNvSpPr txBox="1">
              <a:spLocks noChangeArrowheads="1"/>
            </p:cNvSpPr>
            <p:nvPr/>
          </p:nvSpPr>
          <p:spPr bwMode="auto">
            <a:xfrm>
              <a:off x="4944" y="3408"/>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4</a:t>
              </a:r>
            </a:p>
          </p:txBody>
        </p:sp>
        <p:sp>
          <p:nvSpPr>
            <p:cNvPr id="42060" name="Text Box 210"/>
            <p:cNvSpPr txBox="1">
              <a:spLocks noChangeArrowheads="1"/>
            </p:cNvSpPr>
            <p:nvPr/>
          </p:nvSpPr>
          <p:spPr bwMode="auto">
            <a:xfrm>
              <a:off x="912" y="3600"/>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Nhu</a:t>
              </a:r>
            </a:p>
          </p:txBody>
        </p:sp>
        <p:sp>
          <p:nvSpPr>
            <p:cNvPr id="42061" name="Text Box 211"/>
            <p:cNvSpPr txBox="1">
              <a:spLocks noChangeArrowheads="1"/>
            </p:cNvSpPr>
            <p:nvPr/>
          </p:nvSpPr>
          <p:spPr bwMode="auto">
            <a:xfrm>
              <a:off x="1536" y="3600"/>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Le</a:t>
              </a:r>
            </a:p>
          </p:txBody>
        </p:sp>
        <p:sp>
          <p:nvSpPr>
            <p:cNvPr id="42062" name="Text Box 212"/>
            <p:cNvSpPr txBox="1">
              <a:spLocks noChangeArrowheads="1"/>
            </p:cNvSpPr>
            <p:nvPr/>
          </p:nvSpPr>
          <p:spPr bwMode="auto">
            <a:xfrm>
              <a:off x="2208" y="3600"/>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06/20/1951</a:t>
              </a:r>
            </a:p>
          </p:txBody>
        </p:sp>
        <p:sp>
          <p:nvSpPr>
            <p:cNvPr id="42063" name="Text Box 213"/>
            <p:cNvSpPr txBox="1">
              <a:spLocks noChangeArrowheads="1"/>
            </p:cNvSpPr>
            <p:nvPr/>
          </p:nvSpPr>
          <p:spPr bwMode="auto">
            <a:xfrm>
              <a:off x="2928" y="3600"/>
              <a:ext cx="8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291 HVH QPN</a:t>
              </a:r>
            </a:p>
          </p:txBody>
        </p:sp>
        <p:sp>
          <p:nvSpPr>
            <p:cNvPr id="42064" name="Text Box 214"/>
            <p:cNvSpPr txBox="1">
              <a:spLocks noChangeArrowheads="1"/>
            </p:cNvSpPr>
            <p:nvPr/>
          </p:nvSpPr>
          <p:spPr bwMode="auto">
            <a:xfrm>
              <a:off x="3792" y="3600"/>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Nu</a:t>
              </a:r>
            </a:p>
          </p:txBody>
        </p:sp>
        <p:sp>
          <p:nvSpPr>
            <p:cNvPr id="42065" name="Text Box 215"/>
            <p:cNvSpPr txBox="1">
              <a:spLocks noChangeArrowheads="1"/>
            </p:cNvSpPr>
            <p:nvPr/>
          </p:nvSpPr>
          <p:spPr bwMode="auto">
            <a:xfrm>
              <a:off x="4272" y="3600"/>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43000</a:t>
              </a:r>
            </a:p>
          </p:txBody>
        </p:sp>
        <p:sp>
          <p:nvSpPr>
            <p:cNvPr id="42066" name="Text Box 216"/>
            <p:cNvSpPr txBox="1">
              <a:spLocks noChangeArrowheads="1"/>
            </p:cNvSpPr>
            <p:nvPr/>
          </p:nvSpPr>
          <p:spPr bwMode="auto">
            <a:xfrm>
              <a:off x="4944" y="3600"/>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4</a:t>
              </a:r>
            </a:p>
          </p:txBody>
        </p:sp>
        <p:sp>
          <p:nvSpPr>
            <p:cNvPr id="42067" name="Text Box 217"/>
            <p:cNvSpPr txBox="1">
              <a:spLocks noChangeArrowheads="1"/>
            </p:cNvSpPr>
            <p:nvPr/>
          </p:nvSpPr>
          <p:spPr bwMode="auto">
            <a:xfrm>
              <a:off x="912" y="3792"/>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Hung</a:t>
              </a:r>
            </a:p>
          </p:txBody>
        </p:sp>
        <p:sp>
          <p:nvSpPr>
            <p:cNvPr id="42068" name="Text Box 218"/>
            <p:cNvSpPr txBox="1">
              <a:spLocks noChangeArrowheads="1"/>
            </p:cNvSpPr>
            <p:nvPr/>
          </p:nvSpPr>
          <p:spPr bwMode="auto">
            <a:xfrm>
              <a:off x="1536" y="3792"/>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Nguyen</a:t>
              </a:r>
            </a:p>
          </p:txBody>
        </p:sp>
        <p:sp>
          <p:nvSpPr>
            <p:cNvPr id="42069" name="Text Box 219"/>
            <p:cNvSpPr txBox="1">
              <a:spLocks noChangeArrowheads="1"/>
            </p:cNvSpPr>
            <p:nvPr/>
          </p:nvSpPr>
          <p:spPr bwMode="auto">
            <a:xfrm>
              <a:off x="2208" y="3792"/>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09/15/1962</a:t>
              </a:r>
            </a:p>
          </p:txBody>
        </p:sp>
        <p:sp>
          <p:nvSpPr>
            <p:cNvPr id="42070" name="Text Box 220"/>
            <p:cNvSpPr txBox="1">
              <a:spLocks noChangeArrowheads="1"/>
            </p:cNvSpPr>
            <p:nvPr/>
          </p:nvSpPr>
          <p:spPr bwMode="auto">
            <a:xfrm>
              <a:off x="2928" y="3792"/>
              <a:ext cx="8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Ba Ria VT</a:t>
              </a:r>
            </a:p>
          </p:txBody>
        </p:sp>
        <p:sp>
          <p:nvSpPr>
            <p:cNvPr id="42071" name="Text Box 221"/>
            <p:cNvSpPr txBox="1">
              <a:spLocks noChangeArrowheads="1"/>
            </p:cNvSpPr>
            <p:nvPr/>
          </p:nvSpPr>
          <p:spPr bwMode="auto">
            <a:xfrm>
              <a:off x="3792" y="3792"/>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Nam</a:t>
              </a:r>
            </a:p>
          </p:txBody>
        </p:sp>
        <p:sp>
          <p:nvSpPr>
            <p:cNvPr id="42072" name="Text Box 222"/>
            <p:cNvSpPr txBox="1">
              <a:spLocks noChangeArrowheads="1"/>
            </p:cNvSpPr>
            <p:nvPr/>
          </p:nvSpPr>
          <p:spPr bwMode="auto">
            <a:xfrm>
              <a:off x="4272" y="3792"/>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38000</a:t>
              </a:r>
            </a:p>
          </p:txBody>
        </p:sp>
        <p:sp>
          <p:nvSpPr>
            <p:cNvPr id="42073" name="Text Box 223"/>
            <p:cNvSpPr txBox="1">
              <a:spLocks noChangeArrowheads="1"/>
            </p:cNvSpPr>
            <p:nvPr/>
          </p:nvSpPr>
          <p:spPr bwMode="auto">
            <a:xfrm>
              <a:off x="4944" y="3792"/>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5</a:t>
              </a:r>
            </a:p>
          </p:txBody>
        </p:sp>
        <p:sp>
          <p:nvSpPr>
            <p:cNvPr id="42074" name="Line 224"/>
            <p:cNvSpPr>
              <a:spLocks noChangeShapeType="1"/>
            </p:cNvSpPr>
            <p:nvPr/>
          </p:nvSpPr>
          <p:spPr bwMode="auto">
            <a:xfrm>
              <a:off x="960" y="2976"/>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2075" name="Text Box 225"/>
            <p:cNvSpPr txBox="1">
              <a:spLocks noChangeArrowheads="1"/>
            </p:cNvSpPr>
            <p:nvPr/>
          </p:nvSpPr>
          <p:spPr bwMode="auto">
            <a:xfrm>
              <a:off x="240" y="3216"/>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333445555</a:t>
              </a:r>
            </a:p>
          </p:txBody>
        </p:sp>
        <p:sp>
          <p:nvSpPr>
            <p:cNvPr id="42076" name="Text Box 226"/>
            <p:cNvSpPr txBox="1">
              <a:spLocks noChangeArrowheads="1"/>
            </p:cNvSpPr>
            <p:nvPr/>
          </p:nvSpPr>
          <p:spPr bwMode="auto">
            <a:xfrm>
              <a:off x="240" y="3792"/>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987987987</a:t>
              </a:r>
            </a:p>
          </p:txBody>
        </p:sp>
        <p:sp>
          <p:nvSpPr>
            <p:cNvPr id="42077" name="Text Box 227"/>
            <p:cNvSpPr txBox="1">
              <a:spLocks noChangeArrowheads="1"/>
            </p:cNvSpPr>
            <p:nvPr/>
          </p:nvSpPr>
          <p:spPr bwMode="auto">
            <a:xfrm>
              <a:off x="240" y="3600"/>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987654321</a:t>
              </a:r>
            </a:p>
          </p:txBody>
        </p:sp>
        <p:sp>
          <p:nvSpPr>
            <p:cNvPr id="42078" name="Text Box 228"/>
            <p:cNvSpPr txBox="1">
              <a:spLocks noChangeArrowheads="1"/>
            </p:cNvSpPr>
            <p:nvPr/>
          </p:nvSpPr>
          <p:spPr bwMode="auto">
            <a:xfrm>
              <a:off x="240" y="3408"/>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999887777</a:t>
              </a:r>
            </a:p>
          </p:txBody>
        </p:sp>
        <p:sp>
          <p:nvSpPr>
            <p:cNvPr id="42079" name="Text Box 229"/>
            <p:cNvSpPr txBox="1">
              <a:spLocks noChangeArrowheads="1"/>
            </p:cNvSpPr>
            <p:nvPr/>
          </p:nvSpPr>
          <p:spPr bwMode="auto">
            <a:xfrm>
              <a:off x="288" y="2976"/>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MANV</a:t>
              </a:r>
            </a:p>
          </p:txBody>
        </p:sp>
      </p:grpSp>
      <p:grpSp>
        <p:nvGrpSpPr>
          <p:cNvPr id="457962" name="Group 234"/>
          <p:cNvGrpSpPr>
            <a:grpSpLocks/>
          </p:cNvGrpSpPr>
          <p:nvPr/>
        </p:nvGrpSpPr>
        <p:grpSpPr bwMode="auto">
          <a:xfrm>
            <a:off x="381000" y="3886200"/>
            <a:ext cx="8382000" cy="1371600"/>
            <a:chOff x="144" y="2256"/>
            <a:chExt cx="5280" cy="864"/>
          </a:xfrm>
        </p:grpSpPr>
        <p:sp>
          <p:nvSpPr>
            <p:cNvPr id="41993" name="Line 235"/>
            <p:cNvSpPr>
              <a:spLocks noChangeShapeType="1"/>
            </p:cNvSpPr>
            <p:nvPr/>
          </p:nvSpPr>
          <p:spPr bwMode="auto">
            <a:xfrm>
              <a:off x="144" y="2448"/>
              <a:ext cx="52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41994" name="Text Box 236"/>
            <p:cNvSpPr txBox="1">
              <a:spLocks noChangeArrowheads="1"/>
            </p:cNvSpPr>
            <p:nvPr/>
          </p:nvSpPr>
          <p:spPr bwMode="auto">
            <a:xfrm>
              <a:off x="240" y="2256"/>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TENPHG</a:t>
              </a:r>
            </a:p>
          </p:txBody>
        </p:sp>
        <p:sp>
          <p:nvSpPr>
            <p:cNvPr id="41995" name="Text Box 237"/>
            <p:cNvSpPr txBox="1">
              <a:spLocks noChangeArrowheads="1"/>
            </p:cNvSpPr>
            <p:nvPr/>
          </p:nvSpPr>
          <p:spPr bwMode="auto">
            <a:xfrm>
              <a:off x="864" y="2256"/>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MAPHG</a:t>
              </a:r>
            </a:p>
          </p:txBody>
        </p:sp>
        <p:sp>
          <p:nvSpPr>
            <p:cNvPr id="41996" name="Text Box 238"/>
            <p:cNvSpPr txBox="1">
              <a:spLocks noChangeArrowheads="1"/>
            </p:cNvSpPr>
            <p:nvPr/>
          </p:nvSpPr>
          <p:spPr bwMode="auto">
            <a:xfrm>
              <a:off x="1536" y="2256"/>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TRPHG</a:t>
              </a:r>
            </a:p>
          </p:txBody>
        </p:sp>
        <p:sp>
          <p:nvSpPr>
            <p:cNvPr id="41997" name="Line 239"/>
            <p:cNvSpPr>
              <a:spLocks noChangeShapeType="1"/>
            </p:cNvSpPr>
            <p:nvPr/>
          </p:nvSpPr>
          <p:spPr bwMode="auto">
            <a:xfrm>
              <a:off x="864" y="2256"/>
              <a:ext cx="0" cy="8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1998" name="Line 240"/>
            <p:cNvSpPr>
              <a:spLocks noChangeShapeType="1"/>
            </p:cNvSpPr>
            <p:nvPr/>
          </p:nvSpPr>
          <p:spPr bwMode="auto">
            <a:xfrm>
              <a:off x="1536" y="2256"/>
              <a:ext cx="0" cy="8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1999" name="Line 241"/>
            <p:cNvSpPr>
              <a:spLocks noChangeShapeType="1"/>
            </p:cNvSpPr>
            <p:nvPr/>
          </p:nvSpPr>
          <p:spPr bwMode="auto">
            <a:xfrm>
              <a:off x="2256" y="2256"/>
              <a:ext cx="0" cy="8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2000" name="Text Box 242"/>
            <p:cNvSpPr txBox="1">
              <a:spLocks noChangeArrowheads="1"/>
            </p:cNvSpPr>
            <p:nvPr/>
          </p:nvSpPr>
          <p:spPr bwMode="auto">
            <a:xfrm>
              <a:off x="2238" y="2256"/>
              <a:ext cx="91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NG_NHANCHUC</a:t>
              </a:r>
            </a:p>
          </p:txBody>
        </p:sp>
        <p:sp>
          <p:nvSpPr>
            <p:cNvPr id="42001" name="Text Box 243"/>
            <p:cNvSpPr txBox="1">
              <a:spLocks noChangeArrowheads="1"/>
            </p:cNvSpPr>
            <p:nvPr/>
          </p:nvSpPr>
          <p:spPr bwMode="auto">
            <a:xfrm>
              <a:off x="144" y="2496"/>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Nghien cuu</a:t>
              </a:r>
            </a:p>
          </p:txBody>
        </p:sp>
        <p:sp>
          <p:nvSpPr>
            <p:cNvPr id="42002" name="Text Box 244"/>
            <p:cNvSpPr txBox="1">
              <a:spLocks noChangeArrowheads="1"/>
            </p:cNvSpPr>
            <p:nvPr/>
          </p:nvSpPr>
          <p:spPr bwMode="auto">
            <a:xfrm>
              <a:off x="864" y="2496"/>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5</a:t>
              </a:r>
            </a:p>
          </p:txBody>
        </p:sp>
        <p:sp>
          <p:nvSpPr>
            <p:cNvPr id="42003" name="Text Box 245"/>
            <p:cNvSpPr txBox="1">
              <a:spLocks noChangeArrowheads="1"/>
            </p:cNvSpPr>
            <p:nvPr/>
          </p:nvSpPr>
          <p:spPr bwMode="auto">
            <a:xfrm>
              <a:off x="1536" y="2496"/>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333445555</a:t>
              </a:r>
            </a:p>
          </p:txBody>
        </p:sp>
        <p:sp>
          <p:nvSpPr>
            <p:cNvPr id="42004" name="Text Box 246"/>
            <p:cNvSpPr txBox="1">
              <a:spLocks noChangeArrowheads="1"/>
            </p:cNvSpPr>
            <p:nvPr/>
          </p:nvSpPr>
          <p:spPr bwMode="auto">
            <a:xfrm>
              <a:off x="2256" y="2496"/>
              <a:ext cx="8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05/22/1988</a:t>
              </a:r>
            </a:p>
          </p:txBody>
        </p:sp>
        <p:sp>
          <p:nvSpPr>
            <p:cNvPr id="42005" name="Text Box 247"/>
            <p:cNvSpPr txBox="1">
              <a:spLocks noChangeArrowheads="1"/>
            </p:cNvSpPr>
            <p:nvPr/>
          </p:nvSpPr>
          <p:spPr bwMode="auto">
            <a:xfrm>
              <a:off x="144" y="2688"/>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Dieu hanh</a:t>
              </a:r>
            </a:p>
          </p:txBody>
        </p:sp>
        <p:sp>
          <p:nvSpPr>
            <p:cNvPr id="42006" name="Text Box 248"/>
            <p:cNvSpPr txBox="1">
              <a:spLocks noChangeArrowheads="1"/>
            </p:cNvSpPr>
            <p:nvPr/>
          </p:nvSpPr>
          <p:spPr bwMode="auto">
            <a:xfrm>
              <a:off x="864" y="2688"/>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4</a:t>
              </a:r>
            </a:p>
          </p:txBody>
        </p:sp>
        <p:sp>
          <p:nvSpPr>
            <p:cNvPr id="42007" name="Text Box 249"/>
            <p:cNvSpPr txBox="1">
              <a:spLocks noChangeArrowheads="1"/>
            </p:cNvSpPr>
            <p:nvPr/>
          </p:nvSpPr>
          <p:spPr bwMode="auto">
            <a:xfrm>
              <a:off x="1536" y="2688"/>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987987987</a:t>
              </a:r>
            </a:p>
          </p:txBody>
        </p:sp>
        <p:sp>
          <p:nvSpPr>
            <p:cNvPr id="42008" name="Text Box 250"/>
            <p:cNvSpPr txBox="1">
              <a:spLocks noChangeArrowheads="1"/>
            </p:cNvSpPr>
            <p:nvPr/>
          </p:nvSpPr>
          <p:spPr bwMode="auto">
            <a:xfrm>
              <a:off x="2256" y="2688"/>
              <a:ext cx="8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01/01/1995</a:t>
              </a:r>
            </a:p>
          </p:txBody>
        </p:sp>
        <p:sp>
          <p:nvSpPr>
            <p:cNvPr id="42009" name="Text Box 251"/>
            <p:cNvSpPr txBox="1">
              <a:spLocks noChangeArrowheads="1"/>
            </p:cNvSpPr>
            <p:nvPr/>
          </p:nvSpPr>
          <p:spPr bwMode="auto">
            <a:xfrm>
              <a:off x="144" y="2880"/>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Quan ly</a:t>
              </a:r>
            </a:p>
          </p:txBody>
        </p:sp>
        <p:sp>
          <p:nvSpPr>
            <p:cNvPr id="42010" name="Text Box 252"/>
            <p:cNvSpPr txBox="1">
              <a:spLocks noChangeArrowheads="1"/>
            </p:cNvSpPr>
            <p:nvPr/>
          </p:nvSpPr>
          <p:spPr bwMode="auto">
            <a:xfrm>
              <a:off x="864" y="2880"/>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1</a:t>
              </a:r>
            </a:p>
          </p:txBody>
        </p:sp>
        <p:sp>
          <p:nvSpPr>
            <p:cNvPr id="42011" name="Text Box 253"/>
            <p:cNvSpPr txBox="1">
              <a:spLocks noChangeArrowheads="1"/>
            </p:cNvSpPr>
            <p:nvPr/>
          </p:nvSpPr>
          <p:spPr bwMode="auto">
            <a:xfrm>
              <a:off x="1536" y="2880"/>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888665555</a:t>
              </a:r>
            </a:p>
          </p:txBody>
        </p:sp>
        <p:sp>
          <p:nvSpPr>
            <p:cNvPr id="42012" name="Text Box 254"/>
            <p:cNvSpPr txBox="1">
              <a:spLocks noChangeArrowheads="1"/>
            </p:cNvSpPr>
            <p:nvPr/>
          </p:nvSpPr>
          <p:spPr bwMode="auto">
            <a:xfrm>
              <a:off x="2256" y="2880"/>
              <a:ext cx="8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06/19/1981</a:t>
              </a:r>
            </a:p>
          </p:txBody>
        </p:sp>
        <p:sp>
          <p:nvSpPr>
            <p:cNvPr id="42013" name="Text Box 255"/>
            <p:cNvSpPr txBox="1">
              <a:spLocks noChangeArrowheads="1"/>
            </p:cNvSpPr>
            <p:nvPr/>
          </p:nvSpPr>
          <p:spPr bwMode="auto">
            <a:xfrm>
              <a:off x="3840" y="2256"/>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TENNV</a:t>
              </a:r>
            </a:p>
          </p:txBody>
        </p:sp>
        <p:sp>
          <p:nvSpPr>
            <p:cNvPr id="42014" name="Text Box 256"/>
            <p:cNvSpPr txBox="1">
              <a:spLocks noChangeArrowheads="1"/>
            </p:cNvSpPr>
            <p:nvPr/>
          </p:nvSpPr>
          <p:spPr bwMode="auto">
            <a:xfrm>
              <a:off x="4464" y="2256"/>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HONV</a:t>
              </a:r>
            </a:p>
          </p:txBody>
        </p:sp>
        <p:sp>
          <p:nvSpPr>
            <p:cNvPr id="42015" name="Text Box 257"/>
            <p:cNvSpPr txBox="1">
              <a:spLocks noChangeArrowheads="1"/>
            </p:cNvSpPr>
            <p:nvPr/>
          </p:nvSpPr>
          <p:spPr bwMode="auto">
            <a:xfrm>
              <a:off x="3840" y="2496"/>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Tung</a:t>
              </a:r>
            </a:p>
          </p:txBody>
        </p:sp>
        <p:sp>
          <p:nvSpPr>
            <p:cNvPr id="42016" name="Text Box 258"/>
            <p:cNvSpPr txBox="1">
              <a:spLocks noChangeArrowheads="1"/>
            </p:cNvSpPr>
            <p:nvPr/>
          </p:nvSpPr>
          <p:spPr bwMode="auto">
            <a:xfrm>
              <a:off x="4464" y="2496"/>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Nguyen</a:t>
              </a:r>
            </a:p>
          </p:txBody>
        </p:sp>
        <p:sp>
          <p:nvSpPr>
            <p:cNvPr id="42017" name="Text Box 259"/>
            <p:cNvSpPr txBox="1">
              <a:spLocks noChangeArrowheads="1"/>
            </p:cNvSpPr>
            <p:nvPr/>
          </p:nvSpPr>
          <p:spPr bwMode="auto">
            <a:xfrm>
              <a:off x="3840" y="2688"/>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Hung</a:t>
              </a:r>
            </a:p>
          </p:txBody>
        </p:sp>
        <p:sp>
          <p:nvSpPr>
            <p:cNvPr id="42018" name="Text Box 260"/>
            <p:cNvSpPr txBox="1">
              <a:spLocks noChangeArrowheads="1"/>
            </p:cNvSpPr>
            <p:nvPr/>
          </p:nvSpPr>
          <p:spPr bwMode="auto">
            <a:xfrm>
              <a:off x="4464" y="2688"/>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Nguyen</a:t>
              </a:r>
            </a:p>
          </p:txBody>
        </p:sp>
        <p:sp>
          <p:nvSpPr>
            <p:cNvPr id="42019" name="Text Box 261"/>
            <p:cNvSpPr txBox="1">
              <a:spLocks noChangeArrowheads="1"/>
            </p:cNvSpPr>
            <p:nvPr/>
          </p:nvSpPr>
          <p:spPr bwMode="auto">
            <a:xfrm>
              <a:off x="3120" y="2496"/>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333445555</a:t>
              </a:r>
            </a:p>
          </p:txBody>
        </p:sp>
        <p:sp>
          <p:nvSpPr>
            <p:cNvPr id="42020" name="Text Box 262"/>
            <p:cNvSpPr txBox="1">
              <a:spLocks noChangeArrowheads="1"/>
            </p:cNvSpPr>
            <p:nvPr/>
          </p:nvSpPr>
          <p:spPr bwMode="auto">
            <a:xfrm>
              <a:off x="3120" y="2688"/>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987987987</a:t>
              </a:r>
            </a:p>
          </p:txBody>
        </p:sp>
        <p:sp>
          <p:nvSpPr>
            <p:cNvPr id="42021" name="Text Box 263"/>
            <p:cNvSpPr txBox="1">
              <a:spLocks noChangeArrowheads="1"/>
            </p:cNvSpPr>
            <p:nvPr/>
          </p:nvSpPr>
          <p:spPr bwMode="auto">
            <a:xfrm>
              <a:off x="3120" y="2880"/>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888665555</a:t>
              </a:r>
            </a:p>
          </p:txBody>
        </p:sp>
        <p:sp>
          <p:nvSpPr>
            <p:cNvPr id="42022" name="Text Box 264"/>
            <p:cNvSpPr txBox="1">
              <a:spLocks noChangeArrowheads="1"/>
            </p:cNvSpPr>
            <p:nvPr/>
          </p:nvSpPr>
          <p:spPr bwMode="auto">
            <a:xfrm>
              <a:off x="3120" y="2256"/>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MANV</a:t>
              </a:r>
            </a:p>
          </p:txBody>
        </p:sp>
        <p:sp>
          <p:nvSpPr>
            <p:cNvPr id="42023" name="Line 265"/>
            <p:cNvSpPr>
              <a:spLocks noChangeShapeType="1"/>
            </p:cNvSpPr>
            <p:nvPr/>
          </p:nvSpPr>
          <p:spPr bwMode="auto">
            <a:xfrm>
              <a:off x="3120" y="2256"/>
              <a:ext cx="0" cy="8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2024" name="Line 266"/>
            <p:cNvSpPr>
              <a:spLocks noChangeShapeType="1"/>
            </p:cNvSpPr>
            <p:nvPr/>
          </p:nvSpPr>
          <p:spPr bwMode="auto">
            <a:xfrm>
              <a:off x="3840" y="2256"/>
              <a:ext cx="0" cy="8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2025" name="Line 267"/>
            <p:cNvSpPr>
              <a:spLocks noChangeShapeType="1"/>
            </p:cNvSpPr>
            <p:nvPr/>
          </p:nvSpPr>
          <p:spPr bwMode="auto">
            <a:xfrm>
              <a:off x="4464" y="2256"/>
              <a:ext cx="0" cy="8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Times New Roman" panose="02020603050405020304" pitchFamily="18" charset="0"/>
                <a:cs typeface="Times New Roman" panose="02020603050405020304" pitchFamily="18" charset="0"/>
              </a:endParaRPr>
            </a:p>
          </p:txBody>
        </p:sp>
        <p:sp>
          <p:nvSpPr>
            <p:cNvPr id="42026" name="Text Box 268"/>
            <p:cNvSpPr txBox="1">
              <a:spLocks noChangeArrowheads="1"/>
            </p:cNvSpPr>
            <p:nvPr/>
          </p:nvSpPr>
          <p:spPr bwMode="auto">
            <a:xfrm>
              <a:off x="3840" y="2880"/>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Vinh</a:t>
              </a:r>
            </a:p>
          </p:txBody>
        </p:sp>
        <p:sp>
          <p:nvSpPr>
            <p:cNvPr id="42027" name="Text Box 269"/>
            <p:cNvSpPr txBox="1">
              <a:spLocks noChangeArrowheads="1"/>
            </p:cNvSpPr>
            <p:nvPr/>
          </p:nvSpPr>
          <p:spPr bwMode="auto">
            <a:xfrm>
              <a:off x="4464" y="2880"/>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Pham</a:t>
              </a:r>
            </a:p>
          </p:txBody>
        </p:sp>
        <p:sp>
          <p:nvSpPr>
            <p:cNvPr id="42028" name="Text Box 270"/>
            <p:cNvSpPr txBox="1">
              <a:spLocks noChangeArrowheads="1"/>
            </p:cNvSpPr>
            <p:nvPr/>
          </p:nvSpPr>
          <p:spPr bwMode="auto">
            <a:xfrm>
              <a:off x="5088" y="2496"/>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t>
              </a:r>
            </a:p>
          </p:txBody>
        </p:sp>
        <p:sp>
          <p:nvSpPr>
            <p:cNvPr id="42029" name="Text Box 271"/>
            <p:cNvSpPr txBox="1">
              <a:spLocks noChangeArrowheads="1"/>
            </p:cNvSpPr>
            <p:nvPr/>
          </p:nvSpPr>
          <p:spPr bwMode="auto">
            <a:xfrm>
              <a:off x="5088" y="2256"/>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t>
              </a:r>
            </a:p>
          </p:txBody>
        </p:sp>
        <p:sp>
          <p:nvSpPr>
            <p:cNvPr id="42030" name="Text Box 272"/>
            <p:cNvSpPr txBox="1">
              <a:spLocks noChangeArrowheads="1"/>
            </p:cNvSpPr>
            <p:nvPr/>
          </p:nvSpPr>
          <p:spPr bwMode="auto">
            <a:xfrm>
              <a:off x="5088" y="2688"/>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t>
              </a:r>
            </a:p>
          </p:txBody>
        </p:sp>
        <p:sp>
          <p:nvSpPr>
            <p:cNvPr id="42031" name="Text Box 273"/>
            <p:cNvSpPr txBox="1">
              <a:spLocks noChangeArrowheads="1"/>
            </p:cNvSpPr>
            <p:nvPr/>
          </p:nvSpPr>
          <p:spPr bwMode="auto">
            <a:xfrm>
              <a:off x="5088" y="2880"/>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a:t>
              </a:r>
            </a:p>
          </p:txBody>
        </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35</a:t>
            </a:fld>
            <a:endParaRPr lang="en-US" altLang="en-US"/>
          </a:p>
        </p:txBody>
      </p:sp>
      <p:sp>
        <p:nvSpPr>
          <p:cNvPr id="119" name="Rectangle 2"/>
          <p:cNvSpPr>
            <a:spLocks noGrp="1" noChangeArrowheads="1"/>
          </p:cNvSpPr>
          <p:nvPr>
            <p:ph type="title"/>
          </p:nvPr>
        </p:nvSpPr>
        <p:spPr>
          <a:xfrm>
            <a:off x="457200" y="354012"/>
            <a:ext cx="8229600" cy="1017588"/>
          </a:xfrm>
        </p:spPr>
        <p:txBody>
          <a:bodyPr>
            <a:noAutofit/>
          </a:bodyPr>
          <a:lstStyle/>
          <a:p>
            <a:pPr algn="ctr"/>
            <a:r>
              <a:rPr lang="en-US" altLang="en-US" sz="3600" b="1" dirty="0">
                <a:solidFill>
                  <a:schemeClr val="tx1"/>
                </a:solidFill>
                <a:latin typeface="Times New Roman" panose="02020603050405020304" pitchFamily="18" charset="0"/>
                <a:cs typeface="Times New Roman" panose="02020603050405020304" pitchFamily="18" charset="0"/>
              </a:rPr>
              <a:t>5.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tích</a:t>
            </a:r>
            <a:r>
              <a:rPr lang="en-US" altLang="en-US" sz="3600" b="1" dirty="0">
                <a:solidFill>
                  <a:schemeClr val="tx1"/>
                </a:solidFill>
                <a:latin typeface="Times New Roman" panose="02020603050405020304" pitchFamily="18" charset="0"/>
                <a:cs typeface="Times New Roman" panose="02020603050405020304" pitchFamily="18" charset="0"/>
              </a:rPr>
              <a:t> Cartesian </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X (</a:t>
            </a:r>
            <a:r>
              <a:rPr lang="en-US" sz="3600" b="1" dirty="0" err="1">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Cartersian</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Product)</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7999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79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795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57960"/>
                                        </p:tgtEl>
                                        <p:attrNameLst>
                                          <p:attrName>style.visibility</p:attrName>
                                        </p:attrNameLst>
                                      </p:cBhvr>
                                      <p:to>
                                        <p:strVal val="visible"/>
                                      </p:to>
                                    </p:set>
                                    <p:anim calcmode="lin" valueType="num">
                                      <p:cBhvr additive="base">
                                        <p:cTn id="13" dur="500" fill="hold"/>
                                        <p:tgtEl>
                                          <p:spTgt spid="457960"/>
                                        </p:tgtEl>
                                        <p:attrNameLst>
                                          <p:attrName>ppt_x</p:attrName>
                                        </p:attrNameLst>
                                      </p:cBhvr>
                                      <p:tavLst>
                                        <p:tav tm="0">
                                          <p:val>
                                            <p:strVal val="1+#ppt_w/2"/>
                                          </p:val>
                                        </p:tav>
                                        <p:tav tm="100000">
                                          <p:val>
                                            <p:strVal val="#ppt_x"/>
                                          </p:val>
                                        </p:tav>
                                      </p:tavLst>
                                    </p:anim>
                                    <p:anim calcmode="lin" valueType="num">
                                      <p:cBhvr additive="base">
                                        <p:cTn id="14" dur="500" fill="hold"/>
                                        <p:tgtEl>
                                          <p:spTgt spid="457960"/>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457961"/>
                                        </p:tgtEl>
                                        <p:attrNameLst>
                                          <p:attrName>style.visibility</p:attrName>
                                        </p:attrNameLst>
                                      </p:cBhvr>
                                      <p:to>
                                        <p:strVal val="visible"/>
                                      </p:to>
                                    </p:set>
                                    <p:anim calcmode="lin" valueType="num">
                                      <p:cBhvr additive="base">
                                        <p:cTn id="17" dur="500" fill="hold"/>
                                        <p:tgtEl>
                                          <p:spTgt spid="457961"/>
                                        </p:tgtEl>
                                        <p:attrNameLst>
                                          <p:attrName>ppt_x</p:attrName>
                                        </p:attrNameLst>
                                      </p:cBhvr>
                                      <p:tavLst>
                                        <p:tav tm="0">
                                          <p:val>
                                            <p:strVal val="1+#ppt_w/2"/>
                                          </p:val>
                                        </p:tav>
                                        <p:tav tm="100000">
                                          <p:val>
                                            <p:strVal val="#ppt_x"/>
                                          </p:val>
                                        </p:tav>
                                      </p:tavLst>
                                    </p:anim>
                                    <p:anim calcmode="lin" valueType="num">
                                      <p:cBhvr additive="base">
                                        <p:cTn id="18" dur="500" fill="hold"/>
                                        <p:tgtEl>
                                          <p:spTgt spid="457961"/>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xit" presetSubtype="4" fill="hold" nodeType="clickEffect">
                                  <p:stCondLst>
                                    <p:cond delay="0"/>
                                  </p:stCondLst>
                                  <p:childTnLst>
                                    <p:anim calcmode="lin" valueType="num">
                                      <p:cBhvr additive="base">
                                        <p:cTn id="22" dur="500"/>
                                        <p:tgtEl>
                                          <p:spTgt spid="457958"/>
                                        </p:tgtEl>
                                        <p:attrNameLst>
                                          <p:attrName>ppt_x</p:attrName>
                                        </p:attrNameLst>
                                      </p:cBhvr>
                                      <p:tavLst>
                                        <p:tav tm="0">
                                          <p:val>
                                            <p:strVal val="ppt_x"/>
                                          </p:val>
                                        </p:tav>
                                        <p:tav tm="100000">
                                          <p:val>
                                            <p:strVal val="ppt_x"/>
                                          </p:val>
                                        </p:tav>
                                      </p:tavLst>
                                    </p:anim>
                                    <p:anim calcmode="lin" valueType="num">
                                      <p:cBhvr additive="base">
                                        <p:cTn id="23" dur="500"/>
                                        <p:tgtEl>
                                          <p:spTgt spid="457958"/>
                                        </p:tgtEl>
                                        <p:attrNameLst>
                                          <p:attrName>ppt_y</p:attrName>
                                        </p:attrNameLst>
                                      </p:cBhvr>
                                      <p:tavLst>
                                        <p:tav tm="0">
                                          <p:val>
                                            <p:strVal val="ppt_y"/>
                                          </p:val>
                                        </p:tav>
                                        <p:tav tm="100000">
                                          <p:val>
                                            <p:strVal val="1+ppt_h/2"/>
                                          </p:val>
                                        </p:tav>
                                      </p:tavLst>
                                    </p:anim>
                                    <p:set>
                                      <p:cBhvr>
                                        <p:cTn id="24" dur="1" fill="hold">
                                          <p:stCondLst>
                                            <p:cond delay="499"/>
                                          </p:stCondLst>
                                        </p:cTn>
                                        <p:tgtEl>
                                          <p:spTgt spid="457958"/>
                                        </p:tgtEl>
                                        <p:attrNameLst>
                                          <p:attrName>style.visibility</p:attrName>
                                        </p:attrNameLst>
                                      </p:cBhvr>
                                      <p:to>
                                        <p:strVal val="hidden"/>
                                      </p:to>
                                    </p:set>
                                  </p:childTnLst>
                                </p:cTn>
                              </p:par>
                              <p:par>
                                <p:cTn id="25" presetID="2" presetClass="exit" presetSubtype="4" fill="hold" grpId="1" nodeType="withEffect">
                                  <p:stCondLst>
                                    <p:cond delay="0"/>
                                  </p:stCondLst>
                                  <p:childTnLst>
                                    <p:anim calcmode="lin" valueType="num">
                                      <p:cBhvr additive="base">
                                        <p:cTn id="26" dur="500"/>
                                        <p:tgtEl>
                                          <p:spTgt spid="457960"/>
                                        </p:tgtEl>
                                        <p:attrNameLst>
                                          <p:attrName>ppt_x</p:attrName>
                                        </p:attrNameLst>
                                      </p:cBhvr>
                                      <p:tavLst>
                                        <p:tav tm="0">
                                          <p:val>
                                            <p:strVal val="ppt_x"/>
                                          </p:val>
                                        </p:tav>
                                        <p:tav tm="100000">
                                          <p:val>
                                            <p:strVal val="ppt_x"/>
                                          </p:val>
                                        </p:tav>
                                      </p:tavLst>
                                    </p:anim>
                                    <p:anim calcmode="lin" valueType="num">
                                      <p:cBhvr additive="base">
                                        <p:cTn id="27" dur="500"/>
                                        <p:tgtEl>
                                          <p:spTgt spid="457960"/>
                                        </p:tgtEl>
                                        <p:attrNameLst>
                                          <p:attrName>ppt_y</p:attrName>
                                        </p:attrNameLst>
                                      </p:cBhvr>
                                      <p:tavLst>
                                        <p:tav tm="0">
                                          <p:val>
                                            <p:strVal val="ppt_y"/>
                                          </p:val>
                                        </p:tav>
                                        <p:tav tm="100000">
                                          <p:val>
                                            <p:strVal val="1+ppt_h/2"/>
                                          </p:val>
                                        </p:tav>
                                      </p:tavLst>
                                    </p:anim>
                                    <p:set>
                                      <p:cBhvr>
                                        <p:cTn id="28" dur="1" fill="hold">
                                          <p:stCondLst>
                                            <p:cond delay="499"/>
                                          </p:stCondLst>
                                        </p:cTn>
                                        <p:tgtEl>
                                          <p:spTgt spid="457960"/>
                                        </p:tgtEl>
                                        <p:attrNameLst>
                                          <p:attrName>style.visibility</p:attrName>
                                        </p:attrNameLst>
                                      </p:cBhvr>
                                      <p:to>
                                        <p:strVal val="hidden"/>
                                      </p:to>
                                    </p:set>
                                  </p:childTnLst>
                                </p:cTn>
                              </p:par>
                              <p:par>
                                <p:cTn id="29" presetID="2" presetClass="exit" presetSubtype="4" fill="hold" grpId="1" nodeType="withEffect">
                                  <p:stCondLst>
                                    <p:cond delay="0"/>
                                  </p:stCondLst>
                                  <p:childTnLst>
                                    <p:anim calcmode="lin" valueType="num">
                                      <p:cBhvr additive="base">
                                        <p:cTn id="30" dur="500"/>
                                        <p:tgtEl>
                                          <p:spTgt spid="457961"/>
                                        </p:tgtEl>
                                        <p:attrNameLst>
                                          <p:attrName>ppt_x</p:attrName>
                                        </p:attrNameLst>
                                      </p:cBhvr>
                                      <p:tavLst>
                                        <p:tav tm="0">
                                          <p:val>
                                            <p:strVal val="ppt_x"/>
                                          </p:val>
                                        </p:tav>
                                        <p:tav tm="100000">
                                          <p:val>
                                            <p:strVal val="ppt_x"/>
                                          </p:val>
                                        </p:tav>
                                      </p:tavLst>
                                    </p:anim>
                                    <p:anim calcmode="lin" valueType="num">
                                      <p:cBhvr additive="base">
                                        <p:cTn id="31" dur="500"/>
                                        <p:tgtEl>
                                          <p:spTgt spid="457961"/>
                                        </p:tgtEl>
                                        <p:attrNameLst>
                                          <p:attrName>ppt_y</p:attrName>
                                        </p:attrNameLst>
                                      </p:cBhvr>
                                      <p:tavLst>
                                        <p:tav tm="0">
                                          <p:val>
                                            <p:strVal val="ppt_y"/>
                                          </p:val>
                                        </p:tav>
                                        <p:tav tm="100000">
                                          <p:val>
                                            <p:strVal val="1+ppt_h/2"/>
                                          </p:val>
                                        </p:tav>
                                      </p:tavLst>
                                    </p:anim>
                                    <p:set>
                                      <p:cBhvr>
                                        <p:cTn id="32" dur="1" fill="hold">
                                          <p:stCondLst>
                                            <p:cond delay="499"/>
                                          </p:stCondLst>
                                        </p:cTn>
                                        <p:tgtEl>
                                          <p:spTgt spid="457961"/>
                                        </p:tgtEl>
                                        <p:attrNameLst>
                                          <p:attrName>style.visibility</p:attrName>
                                        </p:attrNameLst>
                                      </p:cBhvr>
                                      <p:to>
                                        <p:strVal val="hidden"/>
                                      </p:to>
                                    </p:set>
                                  </p:childTnLst>
                                </p:cTn>
                              </p:par>
                              <p:par>
                                <p:cTn id="33" presetID="2" presetClass="exit" presetSubtype="4" fill="hold" nodeType="withEffect">
                                  <p:stCondLst>
                                    <p:cond delay="0"/>
                                  </p:stCondLst>
                                  <p:childTnLst>
                                    <p:anim calcmode="lin" valueType="num">
                                      <p:cBhvr additive="base">
                                        <p:cTn id="34" dur="500"/>
                                        <p:tgtEl>
                                          <p:spTgt spid="457959"/>
                                        </p:tgtEl>
                                        <p:attrNameLst>
                                          <p:attrName>ppt_x</p:attrName>
                                        </p:attrNameLst>
                                      </p:cBhvr>
                                      <p:tavLst>
                                        <p:tav tm="0">
                                          <p:val>
                                            <p:strVal val="ppt_x"/>
                                          </p:val>
                                        </p:tav>
                                        <p:tav tm="100000">
                                          <p:val>
                                            <p:strVal val="ppt_x"/>
                                          </p:val>
                                        </p:tav>
                                      </p:tavLst>
                                    </p:anim>
                                    <p:anim calcmode="lin" valueType="num">
                                      <p:cBhvr additive="base">
                                        <p:cTn id="35" dur="500"/>
                                        <p:tgtEl>
                                          <p:spTgt spid="457959"/>
                                        </p:tgtEl>
                                        <p:attrNameLst>
                                          <p:attrName>ppt_y</p:attrName>
                                        </p:attrNameLst>
                                      </p:cBhvr>
                                      <p:tavLst>
                                        <p:tav tm="0">
                                          <p:val>
                                            <p:strVal val="ppt_y"/>
                                          </p:val>
                                        </p:tav>
                                        <p:tav tm="100000">
                                          <p:val>
                                            <p:strVal val="1+ppt_h/2"/>
                                          </p:val>
                                        </p:tav>
                                      </p:tavLst>
                                    </p:anim>
                                    <p:set>
                                      <p:cBhvr>
                                        <p:cTn id="36" dur="1" fill="hold">
                                          <p:stCondLst>
                                            <p:cond delay="499"/>
                                          </p:stCondLst>
                                        </p:cTn>
                                        <p:tgtEl>
                                          <p:spTgt spid="457959"/>
                                        </p:tgtEl>
                                        <p:attrNameLst>
                                          <p:attrName>style.visibility</p:attrName>
                                        </p:attrNameLst>
                                      </p:cBhvr>
                                      <p:to>
                                        <p:strVal val="hidden"/>
                                      </p:to>
                                    </p:set>
                                  </p:childTnLst>
                                </p:cTn>
                              </p:par>
                              <p:par>
                                <p:cTn id="37" presetID="23" presetClass="entr" presetSubtype="16" fill="hold" nodeType="withEffect">
                                  <p:stCondLst>
                                    <p:cond delay="0"/>
                                  </p:stCondLst>
                                  <p:childTnLst>
                                    <p:set>
                                      <p:cBhvr>
                                        <p:cTn id="38" dur="1" fill="hold">
                                          <p:stCondLst>
                                            <p:cond delay="0"/>
                                          </p:stCondLst>
                                        </p:cTn>
                                        <p:tgtEl>
                                          <p:spTgt spid="457962"/>
                                        </p:tgtEl>
                                        <p:attrNameLst>
                                          <p:attrName>style.visibility</p:attrName>
                                        </p:attrNameLst>
                                      </p:cBhvr>
                                      <p:to>
                                        <p:strVal val="visible"/>
                                      </p:to>
                                    </p:set>
                                    <p:anim calcmode="lin" valueType="num">
                                      <p:cBhvr>
                                        <p:cTn id="39" dur="500" fill="hold"/>
                                        <p:tgtEl>
                                          <p:spTgt spid="457962"/>
                                        </p:tgtEl>
                                        <p:attrNameLst>
                                          <p:attrName>ppt_w</p:attrName>
                                        </p:attrNameLst>
                                      </p:cBhvr>
                                      <p:tavLst>
                                        <p:tav tm="0">
                                          <p:val>
                                            <p:fltVal val="0"/>
                                          </p:val>
                                        </p:tav>
                                        <p:tav tm="100000">
                                          <p:val>
                                            <p:strVal val="#ppt_w"/>
                                          </p:val>
                                        </p:tav>
                                      </p:tavLst>
                                    </p:anim>
                                    <p:anim calcmode="lin" valueType="num">
                                      <p:cBhvr>
                                        <p:cTn id="40" dur="500" fill="hold"/>
                                        <p:tgtEl>
                                          <p:spTgt spid="45796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961" grpId="0" animBg="1"/>
      <p:bldP spid="457961" grpId="1" animBg="1"/>
      <p:bldP spid="457960" grpId="0" animBg="1"/>
      <p:bldP spid="457960"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93"/>
          <p:cNvSpPr>
            <a:spLocks noGrp="1" noChangeArrowheads="1"/>
          </p:cNvSpPr>
          <p:nvPr>
            <p:ph sz="quarter" idx="1"/>
          </p:nvPr>
        </p:nvSpPr>
        <p:spPr>
          <a:xfrm>
            <a:off x="457200" y="1412875"/>
            <a:ext cx="8229600" cy="4835525"/>
          </a:xfrm>
          <a:noFill/>
        </p:spPr>
        <p:txBody>
          <a:bodyPr/>
          <a:lstStyle/>
          <a:p>
            <a:pPr eaLnBrk="1" hangingPunct="1"/>
            <a:r>
              <a:rPr lang="en-US" altLang="en-US" u="sng" dirty="0">
                <a:latin typeface="Times New Roman" panose="02020603050405020304" pitchFamily="18" charset="0"/>
                <a:cs typeface="Times New Roman" panose="02020603050405020304" pitchFamily="18" charset="0"/>
              </a:rPr>
              <a:t>B1:</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Tích</a:t>
            </a:r>
            <a:r>
              <a:rPr lang="en-US" altLang="en-US" dirty="0">
                <a:latin typeface="Times New Roman" panose="02020603050405020304" pitchFamily="18" charset="0"/>
                <a:cs typeface="Times New Roman" panose="02020603050405020304" pitchFamily="18" charset="0"/>
              </a:rPr>
              <a:t> Cartesian PHONG_BAN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NHAN_VIEN</a:t>
            </a: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r>
              <a:rPr lang="en-US" altLang="en-US" u="sng" dirty="0">
                <a:latin typeface="Times New Roman" panose="02020603050405020304" pitchFamily="18" charset="0"/>
                <a:cs typeface="Times New Roman" panose="02020603050405020304" pitchFamily="18" charset="0"/>
              </a:rPr>
              <a:t>B2:</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Chọn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ra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những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thỏa</a:t>
            </a:r>
            <a:r>
              <a:rPr lang="en-US" altLang="en-US" dirty="0">
                <a:latin typeface="Times New Roman" panose="02020603050405020304" pitchFamily="18" charset="0"/>
                <a:cs typeface="Times New Roman" panose="02020603050405020304" pitchFamily="18" charset="0"/>
              </a:rPr>
              <a:t> TRPHG=MANV</a:t>
            </a:r>
          </a:p>
          <a:p>
            <a:pPr eaLnBrk="1" hangingPunct="1"/>
            <a:endParaRPr lang="en-US" altLang="en-US" dirty="0">
              <a:latin typeface="Times New Roman" panose="02020603050405020304" pitchFamily="18" charset="0"/>
              <a:cs typeface="Times New Roman" panose="02020603050405020304" pitchFamily="18" charset="0"/>
            </a:endParaRPr>
          </a:p>
        </p:txBody>
      </p:sp>
      <p:sp>
        <p:nvSpPr>
          <p:cNvPr id="43012" name="Text Box 94"/>
          <p:cNvSpPr txBox="1">
            <a:spLocks noChangeArrowheads="1"/>
          </p:cNvSpPr>
          <p:nvPr/>
        </p:nvSpPr>
        <p:spPr bwMode="auto">
          <a:xfrm>
            <a:off x="1447800" y="1889125"/>
            <a:ext cx="56388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dirty="0">
                <a:latin typeface="Times New Roman" panose="02020603050405020304" pitchFamily="18" charset="0"/>
                <a:cs typeface="Times New Roman" panose="02020603050405020304" pitchFamily="18" charset="0"/>
                <a:sym typeface="Symbol" pitchFamily="18" charset="2"/>
              </a:rPr>
              <a:t>PB_NV </a:t>
            </a:r>
            <a:r>
              <a:rPr lang="en-US" altLang="en-US" sz="3000"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sym typeface="Symbol" pitchFamily="18" charset="2"/>
              </a:rPr>
              <a:t> (NHAN_VIEN </a:t>
            </a:r>
            <a:r>
              <a:rPr lang="en-US" altLang="en-US" sz="2200" b="1"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sym typeface="Symbol" pitchFamily="18" charset="2"/>
              </a:rPr>
              <a:t> PHONG_BAN)</a:t>
            </a:r>
            <a:endParaRPr lang="en-US" altLang="en-US" sz="2200" baseline="-25000" dirty="0">
              <a:latin typeface="Times New Roman" panose="02020603050405020304" pitchFamily="18" charset="0"/>
              <a:cs typeface="Times New Roman" panose="02020603050405020304" pitchFamily="18" charset="0"/>
            </a:endParaRPr>
          </a:p>
        </p:txBody>
      </p:sp>
      <p:sp>
        <p:nvSpPr>
          <p:cNvPr id="43013" name="Text Box 95"/>
          <p:cNvSpPr txBox="1">
            <a:spLocks noChangeArrowheads="1"/>
          </p:cNvSpPr>
          <p:nvPr/>
        </p:nvSpPr>
        <p:spPr bwMode="auto">
          <a:xfrm>
            <a:off x="1447800" y="3794125"/>
            <a:ext cx="5638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dirty="0">
                <a:latin typeface="Times New Roman" panose="02020603050405020304" pitchFamily="18" charset="0"/>
                <a:cs typeface="Times New Roman" panose="02020603050405020304" pitchFamily="18" charset="0"/>
                <a:sym typeface="Symbol" pitchFamily="18" charset="2"/>
              </a:rPr>
              <a:t>KQ </a:t>
            </a:r>
            <a:r>
              <a:rPr lang="en-US" altLang="en-US" sz="3000"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sym typeface="Symbol" pitchFamily="18" charset="2"/>
              </a:rPr>
              <a:t> </a:t>
            </a:r>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TRPHG=MANV</a:t>
            </a:r>
            <a:r>
              <a:rPr lang="en-US" altLang="en-US" sz="2200" dirty="0">
                <a:latin typeface="Times New Roman" panose="02020603050405020304" pitchFamily="18" charset="0"/>
                <a:cs typeface="Times New Roman" panose="02020603050405020304" pitchFamily="18" charset="0"/>
                <a:sym typeface="Symbol" pitchFamily="18" charset="2"/>
              </a:rPr>
              <a:t>(PB_NV)</a:t>
            </a:r>
            <a:endParaRPr lang="en-US" altLang="en-US" sz="2200" baseline="-250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36</a:t>
            </a:fld>
            <a:endParaRPr lang="en-US" altLang="en-US"/>
          </a:p>
        </p:txBody>
      </p:sp>
      <p:sp>
        <p:nvSpPr>
          <p:cNvPr id="8" name="Rectangle 2"/>
          <p:cNvSpPr txBox="1">
            <a:spLocks noChangeArrowheads="1"/>
          </p:cNvSpPr>
          <p:nvPr/>
        </p:nvSpPr>
        <p:spPr>
          <a:xfrm>
            <a:off x="457200" y="354012"/>
            <a:ext cx="8229600" cy="1017588"/>
          </a:xfrm>
          <a:prstGeom prst="rect">
            <a:avLst/>
          </a:prstGeom>
        </p:spPr>
        <p:txBody>
          <a:bodyPr vert="horz" anchor="b">
            <a:no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US" altLang="en-US" sz="3600" b="1">
                <a:solidFill>
                  <a:schemeClr val="tx1"/>
                </a:solidFill>
                <a:latin typeface="Times New Roman" panose="02020603050405020304" pitchFamily="18" charset="0"/>
                <a:cs typeface="Times New Roman" panose="02020603050405020304" pitchFamily="18" charset="0"/>
              </a:rPr>
              <a:t>5. Phép tích Cartesian </a:t>
            </a:r>
            <a:r>
              <a:rPr lang="en-US" sz="3600" b="1">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X (Cartersian Product)</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12049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sz="quarter" idx="1"/>
          </p:nvPr>
        </p:nvSpPr>
        <p:spPr>
          <a:xfrm>
            <a:off x="457200" y="1295400"/>
            <a:ext cx="8229600" cy="4835525"/>
          </a:xfrm>
        </p:spPr>
        <p:txBody>
          <a:bodyPr/>
          <a:lstStyle/>
          <a:p>
            <a:pPr eaLnBrk="1" hangingPunct="1"/>
            <a:r>
              <a:rPr lang="en-US" altLang="en-US" b="1" u="sng" dirty="0" err="1">
                <a:latin typeface="Times New Roman" panose="02020603050405020304" pitchFamily="18" charset="0"/>
                <a:cs typeface="Times New Roman" panose="02020603050405020304" pitchFamily="18" charset="0"/>
              </a:rPr>
              <a:t>Ví</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dụ</a:t>
            </a:r>
            <a:r>
              <a:rPr lang="en-US" altLang="en-US" b="1" u="sng" dirty="0">
                <a:latin typeface="Times New Roman" panose="02020603050405020304" pitchFamily="18" charset="0"/>
                <a:cs typeface="Times New Roman" panose="02020603050405020304" pitchFamily="18" charset="0"/>
              </a:rPr>
              <a:t> 2:</a:t>
            </a:r>
            <a:r>
              <a:rPr lang="en-US" altLang="en-US" dirty="0">
                <a:latin typeface="Times New Roman" panose="02020603050405020304" pitchFamily="18" charset="0"/>
                <a:cs typeface="Times New Roman" panose="02020603050405020304" pitchFamily="18" charset="0"/>
              </a:rPr>
              <a:t> Cho </a:t>
            </a:r>
            <a:r>
              <a:rPr lang="en-US" altLang="en-US" dirty="0" err="1">
                <a:latin typeface="Times New Roman" panose="02020603050405020304" pitchFamily="18" charset="0"/>
                <a:cs typeface="Times New Roman" panose="02020603050405020304" pitchFamily="18" charset="0"/>
              </a:rPr>
              <a:t>biết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phòng</a:t>
            </a:r>
            <a:r>
              <a:rPr lang="en-US" altLang="en-US" dirty="0">
                <a:latin typeface="Times New Roman" panose="02020603050405020304" pitchFamily="18" charset="0"/>
                <a:cs typeface="Times New Roman" panose="02020603050405020304" pitchFamily="18" charset="0"/>
              </a:rPr>
              <a:t> ban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cùng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địa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điểm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với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phòng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số</a:t>
            </a:r>
            <a:r>
              <a:rPr lang="en-US" altLang="en-US" dirty="0">
                <a:latin typeface="Times New Roman" panose="02020603050405020304" pitchFamily="18" charset="0"/>
                <a:cs typeface="Times New Roman" panose="02020603050405020304" pitchFamily="18" charset="0"/>
              </a:rPr>
              <a:t> 5</a:t>
            </a:r>
          </a:p>
          <a:p>
            <a:pPr lvl="1" eaLnBrk="1" hangingPunct="1"/>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DIADIEM_PHG</a:t>
            </a:r>
          </a:p>
          <a:p>
            <a:pPr lvl="1" eaLnBrk="1" hangingPunct="1"/>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DIADIEM, MAPHG</a:t>
            </a:r>
          </a:p>
          <a:p>
            <a:pPr lvl="1" eaLnBrk="1" hangingPunct="1"/>
            <a:r>
              <a:rPr lang="en-US" altLang="en-US" dirty="0" err="1">
                <a:latin typeface="Times New Roman" panose="02020603050405020304" pitchFamily="18" charset="0"/>
                <a:cs typeface="Times New Roman" panose="02020603050405020304" pitchFamily="18" charset="0"/>
              </a:rPr>
              <a:t>Điều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kiện</a:t>
            </a:r>
            <a:r>
              <a:rPr lang="en-US" altLang="en-US" dirty="0">
                <a:latin typeface="Times New Roman" panose="02020603050405020304" pitchFamily="18" charset="0"/>
                <a:cs typeface="Times New Roman" panose="02020603050405020304" pitchFamily="18" charset="0"/>
              </a:rPr>
              <a:t>: MAPHG=5</a:t>
            </a:r>
          </a:p>
        </p:txBody>
      </p:sp>
      <p:sp>
        <p:nvSpPr>
          <p:cNvPr id="461828" name="Text Box 4"/>
          <p:cNvSpPr txBox="1">
            <a:spLocks noChangeArrowheads="1"/>
          </p:cNvSpPr>
          <p:nvPr/>
        </p:nvSpPr>
        <p:spPr bwMode="auto">
          <a:xfrm>
            <a:off x="762000" y="3581400"/>
            <a:ext cx="3048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dirty="0" err="1">
                <a:latin typeface="Times New Roman" panose="02020603050405020304" pitchFamily="18" charset="0"/>
                <a:cs typeface="Times New Roman" panose="02020603050405020304" pitchFamily="18" charset="0"/>
              </a:rPr>
              <a:t>Phòng</a:t>
            </a:r>
            <a:r>
              <a:rPr lang="en-US" altLang="en-US" dirty="0">
                <a:latin typeface="Times New Roman" panose="02020603050405020304" pitchFamily="18" charset="0"/>
                <a:cs typeface="Times New Roman" panose="02020603050405020304" pitchFamily="18" charset="0"/>
              </a:rPr>
              <a:t> 5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tập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những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địa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điểm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nào</a:t>
            </a:r>
            <a:r>
              <a:rPr lang="en-US" altLang="en-US" dirty="0">
                <a:latin typeface="Times New Roman" panose="02020603050405020304" pitchFamily="18" charset="0"/>
                <a:cs typeface="Times New Roman" panose="02020603050405020304" pitchFamily="18" charset="0"/>
              </a:rPr>
              <a:t>?</a:t>
            </a:r>
          </a:p>
        </p:txBody>
      </p:sp>
      <p:sp>
        <p:nvSpPr>
          <p:cNvPr id="461830" name="Text Box 6"/>
          <p:cNvSpPr txBox="1">
            <a:spLocks noChangeArrowheads="1"/>
          </p:cNvSpPr>
          <p:nvPr/>
        </p:nvSpPr>
        <p:spPr bwMode="auto">
          <a:xfrm>
            <a:off x="4876800" y="3581400"/>
            <a:ext cx="3581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a:latin typeface="Times New Roman" panose="02020603050405020304" pitchFamily="18" charset="0"/>
                <a:cs typeface="Times New Roman" panose="02020603050405020304" pitchFamily="18" charset="0"/>
              </a:rPr>
              <a:t>Phòng nào có địa điểm nằm trong trong tập hợp đó?</a:t>
            </a:r>
          </a:p>
        </p:txBody>
      </p:sp>
      <p:grpSp>
        <p:nvGrpSpPr>
          <p:cNvPr id="461900" name="Group 76"/>
          <p:cNvGrpSpPr>
            <a:grpSpLocks/>
          </p:cNvGrpSpPr>
          <p:nvPr/>
        </p:nvGrpSpPr>
        <p:grpSpPr bwMode="auto">
          <a:xfrm>
            <a:off x="5334000" y="4419600"/>
            <a:ext cx="2362200" cy="1905000"/>
            <a:chOff x="3360" y="2736"/>
            <a:chExt cx="1488" cy="1200"/>
          </a:xfrm>
        </p:grpSpPr>
        <p:sp>
          <p:nvSpPr>
            <p:cNvPr id="46107" name="Rectangle 69"/>
            <p:cNvSpPr>
              <a:spLocks noChangeArrowheads="1"/>
            </p:cNvSpPr>
            <p:nvPr/>
          </p:nvSpPr>
          <p:spPr bwMode="auto">
            <a:xfrm>
              <a:off x="4046" y="3052"/>
              <a:ext cx="116" cy="233"/>
            </a:xfrm>
            <a:prstGeom prst="rect">
              <a:avLst/>
            </a:prstGeom>
            <a:solidFill>
              <a:srgbClr val="FF99CC">
                <a:alpha val="79999"/>
              </a:srgbClr>
            </a:solidFill>
            <a:ln w="12700" algn="ctr">
              <a:solidFill>
                <a:srgbClr val="FF99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grpSp>
          <p:nvGrpSpPr>
            <p:cNvPr id="46108" name="Group 68"/>
            <p:cNvGrpSpPr>
              <a:grpSpLocks/>
            </p:cNvGrpSpPr>
            <p:nvPr/>
          </p:nvGrpSpPr>
          <p:grpSpPr bwMode="auto">
            <a:xfrm>
              <a:off x="3360" y="2736"/>
              <a:ext cx="1488" cy="1200"/>
              <a:chOff x="3360" y="2736"/>
              <a:chExt cx="1488" cy="1200"/>
            </a:xfrm>
          </p:grpSpPr>
          <p:sp>
            <p:nvSpPr>
              <p:cNvPr id="46109" name="Line 28"/>
              <p:cNvSpPr>
                <a:spLocks noChangeShapeType="1"/>
              </p:cNvSpPr>
              <p:nvPr/>
            </p:nvSpPr>
            <p:spPr bwMode="auto">
              <a:xfrm>
                <a:off x="3360" y="2928"/>
                <a:ext cx="14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46110" name="Text Box 29"/>
              <p:cNvSpPr txBox="1">
                <a:spLocks noChangeArrowheads="1"/>
              </p:cNvSpPr>
              <p:nvPr/>
            </p:nvSpPr>
            <p:spPr bwMode="auto">
              <a:xfrm>
                <a:off x="3984" y="2736"/>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DIADIEM</a:t>
                </a:r>
              </a:p>
            </p:txBody>
          </p:sp>
          <p:sp>
            <p:nvSpPr>
              <p:cNvPr id="46111" name="Text Box 40"/>
              <p:cNvSpPr txBox="1">
                <a:spLocks noChangeArrowheads="1"/>
              </p:cNvSpPr>
              <p:nvPr/>
            </p:nvSpPr>
            <p:spPr bwMode="auto">
              <a:xfrm>
                <a:off x="3360" y="2736"/>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MAPHG</a:t>
                </a:r>
              </a:p>
            </p:txBody>
          </p:sp>
          <p:sp>
            <p:nvSpPr>
              <p:cNvPr id="46112" name="Text Box 41"/>
              <p:cNvSpPr txBox="1">
                <a:spLocks noChangeArrowheads="1"/>
              </p:cNvSpPr>
              <p:nvPr/>
            </p:nvSpPr>
            <p:spPr bwMode="auto">
              <a:xfrm>
                <a:off x="3360" y="2976"/>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1</a:t>
                </a:r>
              </a:p>
            </p:txBody>
          </p:sp>
          <p:sp>
            <p:nvSpPr>
              <p:cNvPr id="46113" name="Text Box 42"/>
              <p:cNvSpPr txBox="1">
                <a:spLocks noChangeArrowheads="1"/>
              </p:cNvSpPr>
              <p:nvPr/>
            </p:nvSpPr>
            <p:spPr bwMode="auto">
              <a:xfrm>
                <a:off x="3360" y="3168"/>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4</a:t>
                </a:r>
              </a:p>
            </p:txBody>
          </p:sp>
          <p:sp>
            <p:nvSpPr>
              <p:cNvPr id="46114" name="Text Box 43"/>
              <p:cNvSpPr txBox="1">
                <a:spLocks noChangeArrowheads="1"/>
              </p:cNvSpPr>
              <p:nvPr/>
            </p:nvSpPr>
            <p:spPr bwMode="auto">
              <a:xfrm>
                <a:off x="3360" y="3360"/>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5</a:t>
                </a:r>
              </a:p>
            </p:txBody>
          </p:sp>
          <p:sp>
            <p:nvSpPr>
              <p:cNvPr id="46115" name="Text Box 44"/>
              <p:cNvSpPr txBox="1">
                <a:spLocks noChangeArrowheads="1"/>
              </p:cNvSpPr>
              <p:nvPr/>
            </p:nvSpPr>
            <p:spPr bwMode="auto">
              <a:xfrm>
                <a:off x="3360" y="3552"/>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5</a:t>
                </a:r>
              </a:p>
            </p:txBody>
          </p:sp>
          <p:sp>
            <p:nvSpPr>
              <p:cNvPr id="46116" name="Line 45"/>
              <p:cNvSpPr>
                <a:spLocks noChangeShapeType="1"/>
              </p:cNvSpPr>
              <p:nvPr/>
            </p:nvSpPr>
            <p:spPr bwMode="auto">
              <a:xfrm>
                <a:off x="3984" y="2736"/>
                <a:ext cx="0" cy="1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46117" name="Text Box 46"/>
              <p:cNvSpPr txBox="1">
                <a:spLocks noChangeArrowheads="1"/>
              </p:cNvSpPr>
              <p:nvPr/>
            </p:nvSpPr>
            <p:spPr bwMode="auto">
              <a:xfrm>
                <a:off x="3984" y="2976"/>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TP HCM</a:t>
                </a:r>
              </a:p>
            </p:txBody>
          </p:sp>
          <p:sp>
            <p:nvSpPr>
              <p:cNvPr id="46118" name="Text Box 47"/>
              <p:cNvSpPr txBox="1">
                <a:spLocks noChangeArrowheads="1"/>
              </p:cNvSpPr>
              <p:nvPr/>
            </p:nvSpPr>
            <p:spPr bwMode="auto">
              <a:xfrm>
                <a:off x="3984" y="3360"/>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VUNGTAU</a:t>
                </a:r>
              </a:p>
            </p:txBody>
          </p:sp>
          <p:sp>
            <p:nvSpPr>
              <p:cNvPr id="46119" name="Text Box 48"/>
              <p:cNvSpPr txBox="1">
                <a:spLocks noChangeArrowheads="1"/>
              </p:cNvSpPr>
              <p:nvPr/>
            </p:nvSpPr>
            <p:spPr bwMode="auto">
              <a:xfrm>
                <a:off x="3984" y="3552"/>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NHATRANG</a:t>
                </a:r>
              </a:p>
            </p:txBody>
          </p:sp>
          <p:sp>
            <p:nvSpPr>
              <p:cNvPr id="46120" name="Text Box 49"/>
              <p:cNvSpPr txBox="1">
                <a:spLocks noChangeArrowheads="1"/>
              </p:cNvSpPr>
              <p:nvPr/>
            </p:nvSpPr>
            <p:spPr bwMode="auto">
              <a:xfrm>
                <a:off x="3984" y="3168"/>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HA NOI</a:t>
                </a:r>
              </a:p>
            </p:txBody>
          </p:sp>
          <p:sp>
            <p:nvSpPr>
              <p:cNvPr id="46121" name="Text Box 50"/>
              <p:cNvSpPr txBox="1">
                <a:spLocks noChangeArrowheads="1"/>
              </p:cNvSpPr>
              <p:nvPr/>
            </p:nvSpPr>
            <p:spPr bwMode="auto">
              <a:xfrm>
                <a:off x="3360" y="3744"/>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5</a:t>
                </a:r>
              </a:p>
            </p:txBody>
          </p:sp>
          <p:sp>
            <p:nvSpPr>
              <p:cNvPr id="46122" name="Text Box 51"/>
              <p:cNvSpPr txBox="1">
                <a:spLocks noChangeArrowheads="1"/>
              </p:cNvSpPr>
              <p:nvPr/>
            </p:nvSpPr>
            <p:spPr bwMode="auto">
              <a:xfrm>
                <a:off x="3984" y="3744"/>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TP HCM</a:t>
                </a:r>
              </a:p>
            </p:txBody>
          </p:sp>
        </p:grpSp>
      </p:grpSp>
      <p:grpSp>
        <p:nvGrpSpPr>
          <p:cNvPr id="461891" name="Group 67"/>
          <p:cNvGrpSpPr>
            <a:grpSpLocks/>
          </p:cNvGrpSpPr>
          <p:nvPr/>
        </p:nvGrpSpPr>
        <p:grpSpPr bwMode="auto">
          <a:xfrm>
            <a:off x="990600" y="4419600"/>
            <a:ext cx="2743200" cy="1981200"/>
            <a:chOff x="624" y="2688"/>
            <a:chExt cx="1728" cy="1248"/>
          </a:xfrm>
        </p:grpSpPr>
        <p:sp>
          <p:nvSpPr>
            <p:cNvPr id="46092" name="Rectangle 66"/>
            <p:cNvSpPr>
              <a:spLocks noChangeArrowheads="1"/>
            </p:cNvSpPr>
            <p:nvPr/>
          </p:nvSpPr>
          <p:spPr bwMode="auto">
            <a:xfrm>
              <a:off x="624" y="3484"/>
              <a:ext cx="1728" cy="233"/>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46093" name="Line 52"/>
            <p:cNvSpPr>
              <a:spLocks noChangeShapeType="1"/>
            </p:cNvSpPr>
            <p:nvPr/>
          </p:nvSpPr>
          <p:spPr bwMode="auto">
            <a:xfrm>
              <a:off x="768" y="2880"/>
              <a:ext cx="14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46094" name="Text Box 53"/>
            <p:cNvSpPr txBox="1">
              <a:spLocks noChangeArrowheads="1"/>
            </p:cNvSpPr>
            <p:nvPr/>
          </p:nvSpPr>
          <p:spPr bwMode="auto">
            <a:xfrm>
              <a:off x="1392" y="2688"/>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DIADIEM</a:t>
              </a:r>
            </a:p>
          </p:txBody>
        </p:sp>
        <p:sp>
          <p:nvSpPr>
            <p:cNvPr id="46095" name="Text Box 54"/>
            <p:cNvSpPr txBox="1">
              <a:spLocks noChangeArrowheads="1"/>
            </p:cNvSpPr>
            <p:nvPr/>
          </p:nvSpPr>
          <p:spPr bwMode="auto">
            <a:xfrm>
              <a:off x="768" y="2688"/>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MAPHG</a:t>
              </a:r>
            </a:p>
          </p:txBody>
        </p:sp>
        <p:sp>
          <p:nvSpPr>
            <p:cNvPr id="46096" name="Text Box 55"/>
            <p:cNvSpPr txBox="1">
              <a:spLocks noChangeArrowheads="1"/>
            </p:cNvSpPr>
            <p:nvPr/>
          </p:nvSpPr>
          <p:spPr bwMode="auto">
            <a:xfrm>
              <a:off x="768" y="2928"/>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1</a:t>
              </a:r>
            </a:p>
          </p:txBody>
        </p:sp>
        <p:sp>
          <p:nvSpPr>
            <p:cNvPr id="46097" name="Text Box 56"/>
            <p:cNvSpPr txBox="1">
              <a:spLocks noChangeArrowheads="1"/>
            </p:cNvSpPr>
            <p:nvPr/>
          </p:nvSpPr>
          <p:spPr bwMode="auto">
            <a:xfrm>
              <a:off x="768" y="3120"/>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4</a:t>
              </a:r>
            </a:p>
          </p:txBody>
        </p:sp>
        <p:sp>
          <p:nvSpPr>
            <p:cNvPr id="46098" name="Text Box 57"/>
            <p:cNvSpPr txBox="1">
              <a:spLocks noChangeArrowheads="1"/>
            </p:cNvSpPr>
            <p:nvPr/>
          </p:nvSpPr>
          <p:spPr bwMode="auto">
            <a:xfrm>
              <a:off x="768" y="3312"/>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5</a:t>
              </a:r>
            </a:p>
          </p:txBody>
        </p:sp>
        <p:sp>
          <p:nvSpPr>
            <p:cNvPr id="46099" name="Text Box 58"/>
            <p:cNvSpPr txBox="1">
              <a:spLocks noChangeArrowheads="1"/>
            </p:cNvSpPr>
            <p:nvPr/>
          </p:nvSpPr>
          <p:spPr bwMode="auto">
            <a:xfrm>
              <a:off x="768" y="3504"/>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5</a:t>
              </a:r>
            </a:p>
          </p:txBody>
        </p:sp>
        <p:sp>
          <p:nvSpPr>
            <p:cNvPr id="46100" name="Line 59"/>
            <p:cNvSpPr>
              <a:spLocks noChangeShapeType="1"/>
            </p:cNvSpPr>
            <p:nvPr/>
          </p:nvSpPr>
          <p:spPr bwMode="auto">
            <a:xfrm>
              <a:off x="1392" y="2688"/>
              <a:ext cx="0" cy="12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latin typeface="Times New Roman" panose="02020603050405020304" pitchFamily="18" charset="0"/>
                <a:cs typeface="Times New Roman" panose="02020603050405020304" pitchFamily="18" charset="0"/>
              </a:endParaRPr>
            </a:p>
          </p:txBody>
        </p:sp>
        <p:sp>
          <p:nvSpPr>
            <p:cNvPr id="46101" name="Text Box 60"/>
            <p:cNvSpPr txBox="1">
              <a:spLocks noChangeArrowheads="1"/>
            </p:cNvSpPr>
            <p:nvPr/>
          </p:nvSpPr>
          <p:spPr bwMode="auto">
            <a:xfrm>
              <a:off x="1392" y="2928"/>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TP HCM</a:t>
              </a:r>
            </a:p>
          </p:txBody>
        </p:sp>
        <p:sp>
          <p:nvSpPr>
            <p:cNvPr id="46102" name="Text Box 61"/>
            <p:cNvSpPr txBox="1">
              <a:spLocks noChangeArrowheads="1"/>
            </p:cNvSpPr>
            <p:nvPr/>
          </p:nvSpPr>
          <p:spPr bwMode="auto">
            <a:xfrm>
              <a:off x="1392" y="3312"/>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VUNGTAU</a:t>
              </a:r>
            </a:p>
          </p:txBody>
        </p:sp>
        <p:sp>
          <p:nvSpPr>
            <p:cNvPr id="46103" name="Text Box 62"/>
            <p:cNvSpPr txBox="1">
              <a:spLocks noChangeArrowheads="1"/>
            </p:cNvSpPr>
            <p:nvPr/>
          </p:nvSpPr>
          <p:spPr bwMode="auto">
            <a:xfrm>
              <a:off x="1392" y="3504"/>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NHATRANG</a:t>
              </a:r>
            </a:p>
          </p:txBody>
        </p:sp>
        <p:sp>
          <p:nvSpPr>
            <p:cNvPr id="46104" name="Text Box 63"/>
            <p:cNvSpPr txBox="1">
              <a:spLocks noChangeArrowheads="1"/>
            </p:cNvSpPr>
            <p:nvPr/>
          </p:nvSpPr>
          <p:spPr bwMode="auto">
            <a:xfrm>
              <a:off x="1392" y="3120"/>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HA NOI</a:t>
              </a:r>
            </a:p>
          </p:txBody>
        </p:sp>
        <p:sp>
          <p:nvSpPr>
            <p:cNvPr id="46105" name="Text Box 64"/>
            <p:cNvSpPr txBox="1">
              <a:spLocks noChangeArrowheads="1"/>
            </p:cNvSpPr>
            <p:nvPr/>
          </p:nvSpPr>
          <p:spPr bwMode="auto">
            <a:xfrm>
              <a:off x="768" y="3696"/>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5</a:t>
              </a:r>
            </a:p>
          </p:txBody>
        </p:sp>
        <p:sp>
          <p:nvSpPr>
            <p:cNvPr id="46106" name="Text Box 65"/>
            <p:cNvSpPr txBox="1">
              <a:spLocks noChangeArrowheads="1"/>
            </p:cNvSpPr>
            <p:nvPr/>
          </p:nvSpPr>
          <p:spPr bwMode="auto">
            <a:xfrm>
              <a:off x="1392" y="3696"/>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latin typeface="Times New Roman" panose="02020603050405020304" pitchFamily="18" charset="0"/>
                  <a:cs typeface="Times New Roman" panose="02020603050405020304" pitchFamily="18" charset="0"/>
                </a:rPr>
                <a:t>TP HCM</a:t>
              </a:r>
            </a:p>
          </p:txBody>
        </p:sp>
      </p:grpSp>
      <p:grpSp>
        <p:nvGrpSpPr>
          <p:cNvPr id="461904" name="Group 80"/>
          <p:cNvGrpSpPr>
            <a:grpSpLocks/>
          </p:cNvGrpSpPr>
          <p:nvPr/>
        </p:nvGrpSpPr>
        <p:grpSpPr bwMode="auto">
          <a:xfrm>
            <a:off x="2286000" y="4692651"/>
            <a:ext cx="5257800" cy="1665288"/>
            <a:chOff x="1440" y="2956"/>
            <a:chExt cx="3312" cy="1049"/>
          </a:xfrm>
        </p:grpSpPr>
        <p:sp>
          <p:nvSpPr>
            <p:cNvPr id="46089" name="Oval 74"/>
            <p:cNvSpPr>
              <a:spLocks noChangeArrowheads="1"/>
            </p:cNvSpPr>
            <p:nvPr/>
          </p:nvSpPr>
          <p:spPr bwMode="auto">
            <a:xfrm>
              <a:off x="3504" y="2956"/>
              <a:ext cx="336" cy="327"/>
            </a:xfrm>
            <a:prstGeom prst="ellipse">
              <a:avLst/>
            </a:prstGeom>
            <a:noFill/>
            <a:ln w="12700" algn="ctr">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46090" name="Rectangle 78"/>
            <p:cNvSpPr>
              <a:spLocks noChangeArrowheads="1"/>
            </p:cNvSpPr>
            <p:nvPr/>
          </p:nvSpPr>
          <p:spPr bwMode="auto">
            <a:xfrm>
              <a:off x="1440" y="3772"/>
              <a:ext cx="720" cy="233"/>
            </a:xfrm>
            <a:prstGeom prst="rect">
              <a:avLst/>
            </a:prstGeom>
            <a:noFill/>
            <a:ln w="12700" algn="ctr">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46091" name="Rectangle 79"/>
            <p:cNvSpPr>
              <a:spLocks noChangeArrowheads="1"/>
            </p:cNvSpPr>
            <p:nvPr/>
          </p:nvSpPr>
          <p:spPr bwMode="auto">
            <a:xfrm>
              <a:off x="4032" y="3004"/>
              <a:ext cx="720" cy="233"/>
            </a:xfrm>
            <a:prstGeom prst="rect">
              <a:avLst/>
            </a:prstGeom>
            <a:noFill/>
            <a:ln w="12700" algn="ctr">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37</a:t>
            </a:fld>
            <a:endParaRPr lang="en-US" altLang="en-US"/>
          </a:p>
        </p:txBody>
      </p:sp>
      <p:sp>
        <p:nvSpPr>
          <p:cNvPr id="45" name="Rectangle 2"/>
          <p:cNvSpPr txBox="1">
            <a:spLocks noChangeArrowheads="1"/>
          </p:cNvSpPr>
          <p:nvPr/>
        </p:nvSpPr>
        <p:spPr>
          <a:xfrm>
            <a:off x="457200" y="228600"/>
            <a:ext cx="8229600" cy="1017588"/>
          </a:xfrm>
          <a:prstGeom prst="rect">
            <a:avLst/>
          </a:prstGeom>
        </p:spPr>
        <p:txBody>
          <a:bodyPr vert="horz" anchor="b">
            <a:no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US" altLang="en-US" sz="3600" b="1" dirty="0">
                <a:solidFill>
                  <a:schemeClr val="tx1"/>
                </a:solidFill>
                <a:latin typeface="Times New Roman" panose="02020603050405020304" pitchFamily="18" charset="0"/>
                <a:cs typeface="Times New Roman" panose="02020603050405020304" pitchFamily="18" charset="0"/>
              </a:rPr>
              <a:t>5.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tích</a:t>
            </a:r>
            <a:r>
              <a:rPr lang="en-US" altLang="en-US" sz="3600" b="1" dirty="0">
                <a:solidFill>
                  <a:schemeClr val="tx1"/>
                </a:solidFill>
                <a:latin typeface="Times New Roman" panose="02020603050405020304" pitchFamily="18" charset="0"/>
                <a:cs typeface="Times New Roman" panose="02020603050405020304" pitchFamily="18" charset="0"/>
              </a:rPr>
              <a:t> Cartesian </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X (</a:t>
            </a:r>
            <a:r>
              <a:rPr lang="en-US" sz="3600" b="1" dirty="0" err="1">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Cartersian</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Product)</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744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461900"/>
                                        </p:tgtEl>
                                        <p:attrNameLst>
                                          <p:attrName>style.visibility</p:attrName>
                                        </p:attrNameLst>
                                      </p:cBhvr>
                                      <p:to>
                                        <p:strVal val="visible"/>
                                      </p:to>
                                    </p:set>
                                    <p:anim calcmode="lin" valueType="num">
                                      <p:cBhvr>
                                        <p:cTn id="7" dur="500" fill="hold"/>
                                        <p:tgtEl>
                                          <p:spTgt spid="461900"/>
                                        </p:tgtEl>
                                        <p:attrNameLst>
                                          <p:attrName>ppt_w</p:attrName>
                                        </p:attrNameLst>
                                      </p:cBhvr>
                                      <p:tavLst>
                                        <p:tav tm="0">
                                          <p:val>
                                            <p:fltVal val="0"/>
                                          </p:val>
                                        </p:tav>
                                        <p:tav tm="100000">
                                          <p:val>
                                            <p:strVal val="#ppt_w"/>
                                          </p:val>
                                        </p:tav>
                                      </p:tavLst>
                                    </p:anim>
                                    <p:anim calcmode="lin" valueType="num">
                                      <p:cBhvr>
                                        <p:cTn id="8" dur="500" fill="hold"/>
                                        <p:tgtEl>
                                          <p:spTgt spid="461900"/>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461891"/>
                                        </p:tgtEl>
                                        <p:attrNameLst>
                                          <p:attrName>style.visibility</p:attrName>
                                        </p:attrNameLst>
                                      </p:cBhvr>
                                      <p:to>
                                        <p:strVal val="visible"/>
                                      </p:to>
                                    </p:set>
                                    <p:anim calcmode="lin" valueType="num">
                                      <p:cBhvr>
                                        <p:cTn id="11" dur="500" fill="hold"/>
                                        <p:tgtEl>
                                          <p:spTgt spid="461891"/>
                                        </p:tgtEl>
                                        <p:attrNameLst>
                                          <p:attrName>ppt_w</p:attrName>
                                        </p:attrNameLst>
                                      </p:cBhvr>
                                      <p:tavLst>
                                        <p:tav tm="0">
                                          <p:val>
                                            <p:fltVal val="0"/>
                                          </p:val>
                                        </p:tav>
                                        <p:tav tm="100000">
                                          <p:val>
                                            <p:strVal val="#ppt_w"/>
                                          </p:val>
                                        </p:tav>
                                      </p:tavLst>
                                    </p:anim>
                                    <p:anim calcmode="lin" valueType="num">
                                      <p:cBhvr>
                                        <p:cTn id="12" dur="500" fill="hold"/>
                                        <p:tgtEl>
                                          <p:spTgt spid="461891"/>
                                        </p:tgtEl>
                                        <p:attrNameLst>
                                          <p:attrName>ppt_h</p:attrName>
                                        </p:attrNameLst>
                                      </p:cBhvr>
                                      <p:tavLst>
                                        <p:tav tm="0">
                                          <p:val>
                                            <p:fltVal val="0"/>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4619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sz="quarter" idx="1"/>
          </p:nvPr>
        </p:nvSpPr>
        <p:spPr>
          <a:xfrm>
            <a:off x="457200" y="1295400"/>
            <a:ext cx="8229600" cy="4835525"/>
          </a:xfrm>
        </p:spPr>
        <p:txBody>
          <a:bodyPr/>
          <a:lstStyle/>
          <a:p>
            <a:pPr eaLnBrk="1" hangingPunct="1"/>
            <a:r>
              <a:rPr lang="en-US" altLang="en-US" u="sng" dirty="0">
                <a:latin typeface="Times New Roman" panose="02020603050405020304" pitchFamily="18" charset="0"/>
                <a:cs typeface="Times New Roman" panose="02020603050405020304" pitchFamily="18" charset="0"/>
              </a:rPr>
              <a:t>B1:</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Tìm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địa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điểm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phòng</a:t>
            </a:r>
            <a:r>
              <a:rPr lang="en-US" altLang="en-US" dirty="0">
                <a:latin typeface="Times New Roman" panose="02020603050405020304" pitchFamily="18" charset="0"/>
                <a:cs typeface="Times New Roman" panose="02020603050405020304" pitchFamily="18" charset="0"/>
              </a:rPr>
              <a:t> 5</a:t>
            </a: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r>
              <a:rPr lang="en-US" altLang="en-US" u="sng" dirty="0">
                <a:latin typeface="Times New Roman" panose="02020603050405020304" pitchFamily="18" charset="0"/>
                <a:cs typeface="Times New Roman" panose="02020603050405020304" pitchFamily="18" charset="0"/>
              </a:rPr>
              <a:t>B2:</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Lấy</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ra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phòng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cùng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địa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điểm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với</a:t>
            </a:r>
            <a:r>
              <a:rPr lang="en-US" altLang="en-US" dirty="0">
                <a:latin typeface="Times New Roman" panose="02020603050405020304" pitchFamily="18" charset="0"/>
                <a:cs typeface="Times New Roman" panose="02020603050405020304" pitchFamily="18" charset="0"/>
              </a:rPr>
              <a:t> DD_P5</a:t>
            </a:r>
          </a:p>
          <a:p>
            <a:pPr eaLnBrk="1" hangingPunct="1"/>
            <a:endParaRPr lang="en-US" altLang="en-US" dirty="0">
              <a:latin typeface="Times New Roman" panose="02020603050405020304" pitchFamily="18" charset="0"/>
              <a:cs typeface="Times New Roman" panose="02020603050405020304" pitchFamily="18" charset="0"/>
            </a:endParaRPr>
          </a:p>
        </p:txBody>
      </p:sp>
      <p:sp>
        <p:nvSpPr>
          <p:cNvPr id="47108" name="Text Box 7"/>
          <p:cNvSpPr txBox="1">
            <a:spLocks noChangeArrowheads="1"/>
          </p:cNvSpPr>
          <p:nvPr/>
        </p:nvSpPr>
        <p:spPr bwMode="auto">
          <a:xfrm>
            <a:off x="1219200" y="1812925"/>
            <a:ext cx="7086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dirty="0">
                <a:latin typeface="Times New Roman" panose="02020603050405020304" pitchFamily="18" charset="0"/>
                <a:cs typeface="Times New Roman" panose="02020603050405020304" pitchFamily="18" charset="0"/>
                <a:sym typeface="Symbol" pitchFamily="18" charset="2"/>
              </a:rPr>
              <a:t>DD_P5(DD) </a:t>
            </a:r>
            <a:r>
              <a:rPr lang="en-US" altLang="en-US" sz="3000"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sym typeface="Symbol" pitchFamily="18" charset="2"/>
              </a:rPr>
              <a:t> </a:t>
            </a:r>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DIADIEM </a:t>
            </a:r>
            <a:r>
              <a:rPr lang="en-US" altLang="en-US" sz="2200" dirty="0">
                <a:latin typeface="Times New Roman" panose="02020603050405020304" pitchFamily="18" charset="0"/>
                <a:cs typeface="Times New Roman" panose="02020603050405020304" pitchFamily="18" charset="0"/>
                <a:sym typeface="Symbol" pitchFamily="18" charset="2"/>
              </a:rPr>
              <a:t>(</a:t>
            </a:r>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MAPHG=5 </a:t>
            </a:r>
            <a:r>
              <a:rPr lang="en-US" altLang="en-US" sz="2200" dirty="0">
                <a:latin typeface="Times New Roman" panose="02020603050405020304" pitchFamily="18" charset="0"/>
                <a:cs typeface="Times New Roman" panose="02020603050405020304" pitchFamily="18" charset="0"/>
                <a:sym typeface="Symbol" pitchFamily="18" charset="2"/>
              </a:rPr>
              <a:t>(DIADIEM_PHG))</a:t>
            </a:r>
          </a:p>
        </p:txBody>
      </p:sp>
      <p:sp>
        <p:nvSpPr>
          <p:cNvPr id="47109" name="Text Box 8"/>
          <p:cNvSpPr txBox="1">
            <a:spLocks noChangeArrowheads="1"/>
          </p:cNvSpPr>
          <p:nvPr/>
        </p:nvSpPr>
        <p:spPr bwMode="auto">
          <a:xfrm>
            <a:off x="1752600" y="4403725"/>
            <a:ext cx="5486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dirty="0">
                <a:latin typeface="Times New Roman" panose="02020603050405020304" pitchFamily="18" charset="0"/>
                <a:cs typeface="Times New Roman" panose="02020603050405020304" pitchFamily="18" charset="0"/>
                <a:sym typeface="Symbol" pitchFamily="18" charset="2"/>
              </a:rPr>
              <a:t>R2 </a:t>
            </a:r>
            <a:r>
              <a:rPr lang="en-US" altLang="en-US" sz="3000"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sym typeface="Symbol" pitchFamily="18" charset="2"/>
              </a:rPr>
              <a:t> </a:t>
            </a:r>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DIADIEM=DD </a:t>
            </a:r>
            <a:r>
              <a:rPr lang="en-US" altLang="en-US" sz="2200" dirty="0">
                <a:latin typeface="Times New Roman" panose="02020603050405020304" pitchFamily="18" charset="0"/>
                <a:cs typeface="Times New Roman" panose="02020603050405020304" pitchFamily="18" charset="0"/>
                <a:sym typeface="Symbol" pitchFamily="18" charset="2"/>
              </a:rPr>
              <a:t>(R1 </a:t>
            </a:r>
            <a:r>
              <a:rPr lang="en-US" altLang="en-US" sz="2200" b="1"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sym typeface="Symbol" pitchFamily="18" charset="2"/>
              </a:rPr>
              <a:t> DD_P5)</a:t>
            </a:r>
          </a:p>
        </p:txBody>
      </p:sp>
      <p:sp>
        <p:nvSpPr>
          <p:cNvPr id="47110" name="Text Box 9"/>
          <p:cNvSpPr txBox="1">
            <a:spLocks noChangeArrowheads="1"/>
          </p:cNvSpPr>
          <p:nvPr/>
        </p:nvSpPr>
        <p:spPr bwMode="auto">
          <a:xfrm>
            <a:off x="1752600" y="5013325"/>
            <a:ext cx="4800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dirty="0">
                <a:latin typeface="Times New Roman" panose="02020603050405020304" pitchFamily="18" charset="0"/>
                <a:cs typeface="Times New Roman" panose="02020603050405020304" pitchFamily="18" charset="0"/>
                <a:sym typeface="Symbol" pitchFamily="18" charset="2"/>
              </a:rPr>
              <a:t>KQ </a:t>
            </a:r>
            <a:r>
              <a:rPr lang="en-US" altLang="en-US" sz="3000"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sym typeface="Symbol" pitchFamily="18" charset="2"/>
              </a:rPr>
              <a:t> </a:t>
            </a:r>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MAPHG </a:t>
            </a:r>
            <a:r>
              <a:rPr lang="en-US" altLang="en-US" sz="2200" dirty="0">
                <a:latin typeface="Times New Roman" panose="02020603050405020304" pitchFamily="18" charset="0"/>
                <a:cs typeface="Times New Roman" panose="02020603050405020304" pitchFamily="18" charset="0"/>
                <a:sym typeface="Symbol" pitchFamily="18" charset="2"/>
              </a:rPr>
              <a:t>(R2)</a:t>
            </a:r>
          </a:p>
        </p:txBody>
      </p:sp>
      <p:sp>
        <p:nvSpPr>
          <p:cNvPr id="47111" name="Text Box 10"/>
          <p:cNvSpPr txBox="1">
            <a:spLocks noChangeArrowheads="1"/>
          </p:cNvSpPr>
          <p:nvPr/>
        </p:nvSpPr>
        <p:spPr bwMode="auto">
          <a:xfrm>
            <a:off x="1752600" y="3810000"/>
            <a:ext cx="4572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dirty="0">
                <a:latin typeface="Times New Roman" panose="02020603050405020304" pitchFamily="18" charset="0"/>
                <a:cs typeface="Times New Roman" panose="02020603050405020304" pitchFamily="18" charset="0"/>
                <a:sym typeface="Symbol" pitchFamily="18" charset="2"/>
              </a:rPr>
              <a:t>R1 </a:t>
            </a:r>
            <a:r>
              <a:rPr lang="en-US" altLang="en-US" sz="3000" dirty="0">
                <a:latin typeface="Times New Roman" panose="02020603050405020304" pitchFamily="18" charset="0"/>
                <a:cs typeface="Times New Roman" panose="02020603050405020304" pitchFamily="18" charset="0"/>
                <a:sym typeface="Symbol" pitchFamily="18" charset="2"/>
              </a:rPr>
              <a:t></a:t>
            </a:r>
            <a:r>
              <a:rPr lang="en-US" altLang="en-US" sz="2200" dirty="0">
                <a:latin typeface="Times New Roman" panose="02020603050405020304" pitchFamily="18" charset="0"/>
                <a:cs typeface="Times New Roman" panose="02020603050405020304" pitchFamily="18" charset="0"/>
                <a:sym typeface="Symbol" pitchFamily="18" charset="2"/>
              </a:rPr>
              <a:t> </a:t>
            </a:r>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MAPHG</a:t>
            </a:r>
            <a:r>
              <a:rPr lang="en-US" altLang="en-US" sz="2200" b="1" baseline="-25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5 </a:t>
            </a:r>
            <a:r>
              <a:rPr lang="en-US" altLang="en-US" sz="2200" dirty="0">
                <a:latin typeface="Times New Roman" panose="02020603050405020304" pitchFamily="18" charset="0"/>
                <a:cs typeface="Times New Roman" panose="02020603050405020304" pitchFamily="18" charset="0"/>
                <a:sym typeface="Symbol" pitchFamily="18" charset="2"/>
              </a:rPr>
              <a:t>(DIADIEM_PHG)</a:t>
            </a: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38</a:t>
            </a:fld>
            <a:endParaRPr lang="en-US" altLang="en-US"/>
          </a:p>
        </p:txBody>
      </p:sp>
      <p:sp>
        <p:nvSpPr>
          <p:cNvPr id="10" name="Rectangle 2"/>
          <p:cNvSpPr txBox="1">
            <a:spLocks noChangeArrowheads="1"/>
          </p:cNvSpPr>
          <p:nvPr/>
        </p:nvSpPr>
        <p:spPr>
          <a:xfrm>
            <a:off x="457200" y="228600"/>
            <a:ext cx="8229600" cy="1017588"/>
          </a:xfrm>
          <a:prstGeom prst="rect">
            <a:avLst/>
          </a:prstGeom>
        </p:spPr>
        <p:txBody>
          <a:bodyPr vert="horz" anchor="b">
            <a:no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US" altLang="en-US" sz="3600" b="1" dirty="0">
                <a:solidFill>
                  <a:schemeClr val="tx1"/>
                </a:solidFill>
                <a:latin typeface="Times New Roman" panose="02020603050405020304" pitchFamily="18" charset="0"/>
                <a:cs typeface="Times New Roman" panose="02020603050405020304" pitchFamily="18" charset="0"/>
              </a:rPr>
              <a:t>5.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tích</a:t>
            </a:r>
            <a:r>
              <a:rPr lang="en-US" altLang="en-US" sz="3600" b="1" dirty="0">
                <a:solidFill>
                  <a:schemeClr val="tx1"/>
                </a:solidFill>
                <a:latin typeface="Times New Roman" panose="02020603050405020304" pitchFamily="18" charset="0"/>
                <a:cs typeface="Times New Roman" panose="02020603050405020304" pitchFamily="18" charset="0"/>
              </a:rPr>
              <a:t> Cartesian </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X (</a:t>
            </a:r>
            <a:r>
              <a:rPr lang="en-US" sz="3600" b="1" dirty="0" err="1">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Cartersian</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Product)</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72952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457200" y="354013"/>
            <a:ext cx="85344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7.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kết</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Wingdings 3" pitchFamily="18" charset="2"/>
              </a:rPr>
              <a:t></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(Join)</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49155" name="Rectangle 3"/>
          <p:cNvSpPr>
            <a:spLocks noGrp="1" noChangeArrowheads="1"/>
          </p:cNvSpPr>
          <p:nvPr>
            <p:ph sz="quarter" idx="1"/>
          </p:nvPr>
        </p:nvSpPr>
        <p:spPr>
          <a:xfrm>
            <a:off x="457200" y="1295400"/>
            <a:ext cx="8077200" cy="5105399"/>
          </a:xfrm>
        </p:spPr>
        <p:txBody>
          <a:bodyPr>
            <a:normAutofit/>
          </a:bodyPr>
          <a:lstStyle/>
          <a:p>
            <a:pPr algn="just" eaLnBrk="1" hangingPunct="1">
              <a:lnSpc>
                <a:spcPct val="90000"/>
              </a:lnSpc>
            </a:pPr>
            <a:r>
              <a:rPr lang="en-US" altLang="en-US" dirty="0" err="1">
                <a:latin typeface="Times New Roman" panose="02020603050405020304" pitchFamily="18" charset="0"/>
                <a:cs typeface="Times New Roman" panose="02020603050405020304" pitchFamily="18" charset="0"/>
              </a:rPr>
              <a:t>Được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dùng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để</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tổ</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r>
              <a:rPr lang="en-US" altLang="en-US" dirty="0">
                <a:latin typeface="Times New Roman" panose="02020603050405020304" pitchFamily="18" charset="0"/>
                <a:cs typeface="Times New Roman" panose="02020603050405020304" pitchFamily="18" charset="0"/>
              </a:rPr>
              <a:t> 2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liên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từ</a:t>
            </a:r>
            <a:r>
              <a:rPr lang="en-US" altLang="en-US" dirty="0">
                <a:latin typeface="Times New Roman" panose="02020603050405020304" pitchFamily="18" charset="0"/>
                <a:cs typeface="Times New Roman" panose="02020603050405020304" pitchFamily="18" charset="0"/>
              </a:rPr>
              <a:t> 2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thành</a:t>
            </a:r>
            <a:r>
              <a:rPr lang="en-US" altLang="en-US" dirty="0">
                <a:latin typeface="Times New Roman" panose="02020603050405020304" pitchFamily="18" charset="0"/>
                <a:cs typeface="Times New Roman" panose="02020603050405020304" pitchFamily="18" charset="0"/>
              </a:rPr>
              <a:t> 1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thỏa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điều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kiện</a:t>
            </a:r>
            <a:r>
              <a:rPr lang="en-US" altLang="en-US" dirty="0">
                <a:latin typeface="Times New Roman" panose="02020603050405020304" pitchFamily="18" charset="0"/>
                <a:cs typeface="Times New Roman" panose="02020603050405020304" pitchFamily="18" charset="0"/>
              </a:rPr>
              <a:t>)</a:t>
            </a:r>
          </a:p>
          <a:p>
            <a:pPr algn="just" eaLnBrk="1" hangingPunct="1">
              <a:lnSpc>
                <a:spcPct val="90000"/>
              </a:lnSpc>
            </a:pPr>
            <a:r>
              <a:rPr lang="en-US" altLang="en-US" dirty="0" err="1">
                <a:latin typeface="Times New Roman" panose="02020603050405020304" pitchFamily="18" charset="0"/>
                <a:cs typeface="Times New Roman" panose="02020603050405020304" pitchFamily="18" charset="0"/>
              </a:rPr>
              <a:t>Ký</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hiệu</a:t>
            </a:r>
            <a:r>
              <a:rPr lang="en-US" altLang="en-US" dirty="0">
                <a:latin typeface="Times New Roman" panose="02020603050405020304" pitchFamily="18" charset="0"/>
                <a:cs typeface="Times New Roman" panose="02020603050405020304" pitchFamily="18" charset="0"/>
              </a:rPr>
              <a:t> R            S</a:t>
            </a:r>
          </a:p>
          <a:p>
            <a:pPr lvl="1" algn="just" eaLnBrk="1" hangingPunct="1">
              <a:lnSpc>
                <a:spcPct val="90000"/>
              </a:lnSpc>
            </a:pPr>
            <a:r>
              <a:rPr lang="en-US" altLang="en-US" dirty="0">
                <a:latin typeface="Times New Roman" panose="02020603050405020304" pitchFamily="18" charset="0"/>
                <a:cs typeface="Times New Roman" panose="02020603050405020304" pitchFamily="18" charset="0"/>
              </a:rPr>
              <a:t>R(A</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A</a:t>
            </a:r>
            <a:r>
              <a:rPr lang="en-US" altLang="en-US" baseline="-25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 …, A</a:t>
            </a:r>
            <a:r>
              <a:rPr lang="en-US" altLang="en-US" baseline="-25000" dirty="0">
                <a:latin typeface="Times New Roman" panose="02020603050405020304" pitchFamily="18" charset="0"/>
                <a:cs typeface="Times New Roman" panose="02020603050405020304" pitchFamily="18" charset="0"/>
              </a:rPr>
              <a:t>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(B</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B</a:t>
            </a:r>
            <a:r>
              <a:rPr lang="en-US" altLang="en-US" baseline="-25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 …, </a:t>
            </a:r>
            <a:r>
              <a:rPr lang="en-US" altLang="en-US" dirty="0" err="1">
                <a:latin typeface="Times New Roman" panose="02020603050405020304" pitchFamily="18" charset="0"/>
                <a:cs typeface="Times New Roman" panose="02020603050405020304" pitchFamily="18" charset="0"/>
              </a:rPr>
              <a:t>B</a:t>
            </a:r>
            <a:r>
              <a:rPr lang="en-US" altLang="en-US" baseline="-25000" dirty="0" err="1">
                <a:latin typeface="Times New Roman" panose="02020603050405020304" pitchFamily="18" charset="0"/>
                <a:cs typeface="Times New Roman" panose="02020603050405020304" pitchFamily="18" charset="0"/>
              </a:rPr>
              <a:t>m</a:t>
            </a:r>
            <a:r>
              <a:rPr lang="en-US" altLang="en-US" dirty="0">
                <a:latin typeface="Times New Roman" panose="02020603050405020304" pitchFamily="18" charset="0"/>
                <a:cs typeface="Times New Roman" panose="02020603050405020304" pitchFamily="18" charset="0"/>
              </a:rPr>
              <a:t>)</a:t>
            </a:r>
          </a:p>
          <a:p>
            <a:pPr algn="just" eaLnBrk="1" hangingPunct="1">
              <a:lnSpc>
                <a:spcPct val="90000"/>
              </a:lnSpc>
            </a:pPr>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một</a:t>
            </a:r>
            <a:r>
              <a:rPr lang="en-US" altLang="en-US" dirty="0">
                <a:latin typeface="Times New Roman" panose="02020603050405020304" pitchFamily="18" charset="0"/>
                <a:cs typeface="Times New Roman" panose="02020603050405020304" pitchFamily="18" charset="0"/>
              </a:rPr>
              <a:t> </a:t>
            </a:r>
            <a:r>
              <a:rPr lang="en-US" altLang="en-US" u="sng" dirty="0" err="1">
                <a:latin typeface="Times New Roman" panose="02020603050405020304" pitchFamily="18" charset="0"/>
                <a:cs typeface="Times New Roman" panose="02020603050405020304" pitchFamily="18" charset="0"/>
              </a:rPr>
              <a:t>quan</a:t>
            </a:r>
            <a:r>
              <a:rPr lang="en-US" altLang="en-US" u="sng" dirty="0">
                <a:latin typeface="Times New Roman" panose="02020603050405020304" pitchFamily="18" charset="0"/>
                <a:cs typeface="Times New Roman" panose="02020603050405020304" pitchFamily="18" charset="0"/>
              </a:rPr>
              <a:t> </a:t>
            </a:r>
            <a:r>
              <a:rPr lang="en-US" altLang="en-US" u="sng"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Q</a:t>
            </a:r>
          </a:p>
          <a:p>
            <a:pPr lvl="1" algn="just" eaLnBrk="1" hangingPunct="1">
              <a:lnSpc>
                <a:spcPct val="90000"/>
              </a:lnSpc>
            </a:pP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n + m </a:t>
            </a:r>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Q(A</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A</a:t>
            </a:r>
            <a:r>
              <a:rPr lang="en-US" altLang="en-US" baseline="-25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 …, A</a:t>
            </a:r>
            <a:r>
              <a:rPr lang="en-US" altLang="en-US" baseline="-25000" dirty="0">
                <a:latin typeface="Times New Roman" panose="02020603050405020304" pitchFamily="18" charset="0"/>
                <a:cs typeface="Times New Roman" panose="02020603050405020304" pitchFamily="18" charset="0"/>
              </a:rPr>
              <a:t>n</a:t>
            </a:r>
            <a:r>
              <a:rPr lang="en-US" altLang="en-US" dirty="0">
                <a:latin typeface="Times New Roman" panose="02020603050405020304" pitchFamily="18" charset="0"/>
                <a:cs typeface="Times New Roman" panose="02020603050405020304" pitchFamily="18" charset="0"/>
              </a:rPr>
              <a:t>, B</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B</a:t>
            </a:r>
            <a:r>
              <a:rPr lang="en-US" altLang="en-US" baseline="-25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 …, </a:t>
            </a:r>
            <a:r>
              <a:rPr lang="en-US" altLang="en-US" dirty="0" err="1">
                <a:latin typeface="Times New Roman" panose="02020603050405020304" pitchFamily="18" charset="0"/>
                <a:cs typeface="Times New Roman" panose="02020603050405020304" pitchFamily="18" charset="0"/>
              </a:rPr>
              <a:t>B</a:t>
            </a:r>
            <a:r>
              <a:rPr lang="en-US" altLang="en-US" baseline="-25000" dirty="0" err="1">
                <a:latin typeface="Times New Roman" panose="02020603050405020304" pitchFamily="18" charset="0"/>
                <a:cs typeface="Times New Roman" panose="02020603050405020304" pitchFamily="18" charset="0"/>
              </a:rPr>
              <a:t>m</a:t>
            </a:r>
            <a:r>
              <a:rPr lang="en-US" altLang="en-US" dirty="0">
                <a:latin typeface="Times New Roman" panose="02020603050405020304" pitchFamily="18" charset="0"/>
                <a:cs typeface="Times New Roman" panose="02020603050405020304" pitchFamily="18" charset="0"/>
              </a:rPr>
              <a:t>)</a:t>
            </a:r>
          </a:p>
          <a:p>
            <a:pPr lvl="1" algn="just">
              <a:lnSpc>
                <a:spcPct val="90000"/>
              </a:lnSpc>
            </a:pPr>
            <a:r>
              <a:rPr lang="en-US" altLang="en-US" dirty="0" err="1">
                <a:latin typeface="Times New Roman" panose="02020603050405020304" pitchFamily="18" charset="0"/>
                <a:cs typeface="Times New Roman" panose="02020603050405020304" pitchFamily="18" charset="0"/>
              </a:rPr>
              <a:t>Mỗi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Q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tổ</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2 </a:t>
            </a:r>
            <a:r>
              <a:rPr lang="en-US" altLang="en-US" dirty="0" err="1">
                <a:latin typeface="Times New Roman" panose="02020603050405020304" pitchFamily="18" charset="0"/>
                <a:cs typeface="Times New Roman" panose="02020603050405020304" pitchFamily="18" charset="0"/>
              </a:rPr>
              <a:t>bộ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trong</a:t>
            </a:r>
            <a:r>
              <a:rPr lang="en-US" altLang="en-US" dirty="0">
                <a:latin typeface="Times New Roman" panose="02020603050405020304" pitchFamily="18" charset="0"/>
                <a:cs typeface="Times New Roman" panose="02020603050405020304" pitchFamily="18" charset="0"/>
              </a:rPr>
              <a:t> R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S, </a:t>
            </a:r>
            <a:r>
              <a:rPr lang="en-US" altLang="en-US" dirty="0" err="1">
                <a:latin typeface="Times New Roman" panose="02020603050405020304" pitchFamily="18" charset="0"/>
                <a:cs typeface="Times New Roman" panose="02020603050405020304" pitchFamily="18" charset="0"/>
              </a:rPr>
              <a:t>thỏa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mãn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một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số</a:t>
            </a:r>
            <a:r>
              <a:rPr lang="en-US" altLang="en-US"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điều</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kiện</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kết</a:t>
            </a:r>
            <a:r>
              <a:rPr lang="en-US" altLang="en-US" b="1"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nào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điều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kiện</a:t>
            </a:r>
            <a:r>
              <a:rPr lang="en-US" altLang="en-US" dirty="0">
                <a:latin typeface="Times New Roman" panose="02020603050405020304" pitchFamily="18" charset="0"/>
                <a:cs typeface="Times New Roman" panose="02020603050405020304" pitchFamily="18" charset="0"/>
              </a:rPr>
              <a:t>: </a:t>
            </a:r>
            <a:r>
              <a:rPr lang="en-US" altLang="en-US" dirty="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a:t>
            </a:r>
            <a:endParaRPr lang="en-US" altLang="en-US" dirty="0">
              <a:latin typeface="Times New Roman" panose="02020603050405020304" pitchFamily="18" charset="0"/>
              <a:cs typeface="Times New Roman" panose="02020603050405020304" pitchFamily="18" charset="0"/>
            </a:endParaRPr>
          </a:p>
          <a:p>
            <a:pPr lvl="2" algn="just" eaLnBrk="1" hangingPunct="1">
              <a:lnSpc>
                <a:spcPct val="90000"/>
              </a:lnSpc>
            </a:pP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dạng</a:t>
            </a:r>
            <a:r>
              <a:rPr lang="en-US" altLang="en-US" dirty="0">
                <a:latin typeface="Times New Roman" panose="02020603050405020304" pitchFamily="18" charset="0"/>
                <a:cs typeface="Times New Roman" panose="02020603050405020304" pitchFamily="18" charset="0"/>
              </a:rPr>
              <a:t> A</a:t>
            </a:r>
            <a:r>
              <a:rPr lang="en-US" altLang="en-US" baseline="-25000" dirty="0">
                <a:latin typeface="Times New Roman" panose="02020603050405020304" pitchFamily="18" charset="0"/>
                <a:cs typeface="Times New Roman" panose="02020603050405020304" pitchFamily="18" charset="0"/>
              </a:rPr>
              <a:t>i</a:t>
            </a:r>
            <a:r>
              <a:rPr lang="en-US"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rPr>
              <a:t>B</a:t>
            </a:r>
            <a:r>
              <a:rPr lang="en-US" altLang="en-US" baseline="-25000" dirty="0" err="1">
                <a:latin typeface="Times New Roman" panose="02020603050405020304" pitchFamily="18" charset="0"/>
                <a:cs typeface="Times New Roman" panose="02020603050405020304" pitchFamily="18" charset="0"/>
              </a:rPr>
              <a:t>j</a:t>
            </a:r>
            <a:endParaRPr lang="en-US" altLang="en-US" baseline="-25000" dirty="0">
              <a:latin typeface="Times New Roman" panose="02020603050405020304" pitchFamily="18" charset="0"/>
              <a:cs typeface="Times New Roman" panose="02020603050405020304" pitchFamily="18" charset="0"/>
            </a:endParaRPr>
          </a:p>
          <a:p>
            <a:pPr lvl="2" algn="just" eaLnBrk="1" hangingPunct="1">
              <a:lnSpc>
                <a:spcPct val="90000"/>
              </a:lnSpc>
            </a:pPr>
            <a:r>
              <a:rPr lang="en-US" altLang="en-US" dirty="0">
                <a:latin typeface="Times New Roman" panose="02020603050405020304" pitchFamily="18" charset="0"/>
                <a:cs typeface="Times New Roman" panose="02020603050405020304" pitchFamily="18" charset="0"/>
              </a:rPr>
              <a:t>A</a:t>
            </a:r>
            <a:r>
              <a:rPr lang="en-US" altLang="en-US" baseline="-25000" dirty="0">
                <a:latin typeface="Times New Roman" panose="02020603050405020304" pitchFamily="18" charset="0"/>
                <a:cs typeface="Times New Roman" panose="02020603050405020304" pitchFamily="18" charset="0"/>
              </a:rPr>
              <a:t>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R, </a:t>
            </a:r>
            <a:r>
              <a:rPr lang="en-US" altLang="en-US" dirty="0" err="1">
                <a:latin typeface="Times New Roman" panose="02020603050405020304" pitchFamily="18" charset="0"/>
                <a:cs typeface="Times New Roman" panose="02020603050405020304" pitchFamily="18" charset="0"/>
              </a:rPr>
              <a:t>B</a:t>
            </a:r>
            <a:r>
              <a:rPr lang="en-US" altLang="en-US" baseline="-25000" dirty="0" err="1">
                <a:latin typeface="Times New Roman" panose="02020603050405020304" pitchFamily="18" charset="0"/>
                <a:cs typeface="Times New Roman" panose="02020603050405020304" pitchFamily="18" charset="0"/>
              </a:rPr>
              <a:t>j</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S </a:t>
            </a:r>
          </a:p>
          <a:p>
            <a:pPr lvl="2" algn="just" eaLnBrk="1" hangingPunct="1">
              <a:lnSpc>
                <a:spcPct val="90000"/>
              </a:lnSpc>
            </a:pPr>
            <a:r>
              <a:rPr lang="en-US" altLang="en-US" dirty="0">
                <a:latin typeface="Times New Roman" panose="02020603050405020304" pitchFamily="18" charset="0"/>
                <a:cs typeface="Times New Roman" panose="02020603050405020304" pitchFamily="18" charset="0"/>
              </a:rPr>
              <a:t>A</a:t>
            </a:r>
            <a:r>
              <a:rPr lang="en-US" altLang="en-US" baseline="-25000" dirty="0">
                <a:latin typeface="Times New Roman" panose="02020603050405020304" pitchFamily="18" charset="0"/>
                <a:cs typeface="Times New Roman" panose="02020603050405020304" pitchFamily="18" charset="0"/>
              </a:rPr>
              <a:t>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a:t>
            </a:r>
            <a:r>
              <a:rPr lang="en-US" altLang="en-US" baseline="-25000" dirty="0" err="1">
                <a:latin typeface="Times New Roman" panose="02020603050405020304" pitchFamily="18" charset="0"/>
                <a:cs typeface="Times New Roman" panose="02020603050405020304" pitchFamily="18" charset="0"/>
              </a:rPr>
              <a:t>j</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cùng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miền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giá</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trị</a:t>
            </a:r>
            <a:endParaRPr lang="en-US" altLang="en-US" dirty="0">
              <a:latin typeface="Times New Roman" panose="02020603050405020304" pitchFamily="18" charset="0"/>
              <a:cs typeface="Times New Roman" panose="02020603050405020304" pitchFamily="18" charset="0"/>
            </a:endParaRPr>
          </a:p>
          <a:p>
            <a:pPr lvl="2" algn="just" eaLnBrk="1" hangingPunct="1">
              <a:lnSpc>
                <a:spcPct val="90000"/>
              </a:lnSpc>
            </a:pP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là</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phép</a:t>
            </a:r>
            <a:r>
              <a:rPr lang="en-US" altLang="en-US" dirty="0">
                <a:latin typeface="Times New Roman" panose="02020603050405020304" pitchFamily="18" charset="0"/>
                <a:cs typeface="Times New Roman" panose="02020603050405020304" pitchFamily="18" charset="0"/>
                <a:sym typeface="Symbol" pitchFamily="18" charset="2"/>
              </a:rPr>
              <a:t> so </a:t>
            </a:r>
            <a:r>
              <a:rPr lang="en-US" altLang="en-US" dirty="0" err="1">
                <a:latin typeface="Times New Roman" panose="02020603050405020304" pitchFamily="18" charset="0"/>
                <a:cs typeface="Times New Roman" panose="02020603050405020304" pitchFamily="18" charset="0"/>
                <a:sym typeface="Symbol" pitchFamily="18" charset="2"/>
              </a:rPr>
              <a:t>sánh</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b="1" dirty="0">
                <a:latin typeface="Times New Roman" panose="02020603050405020304" pitchFamily="18" charset="0"/>
                <a:cs typeface="Times New Roman" panose="02020603050405020304" pitchFamily="18" charset="0"/>
                <a:sym typeface="Symbol" pitchFamily="18" charset="2"/>
              </a:rPr>
              <a:t></a:t>
            </a:r>
          </a:p>
          <a:p>
            <a:pPr algn="just">
              <a:lnSpc>
                <a:spcPct val="90000"/>
              </a:lnSpc>
            </a:pPr>
            <a:r>
              <a:rPr lang="en-US" altLang="en-US" b="1" dirty="0" err="1">
                <a:latin typeface="Times New Roman" panose="02020603050405020304" pitchFamily="18" charset="0"/>
                <a:cs typeface="Times New Roman" panose="02020603050405020304" pitchFamily="18" charset="0"/>
                <a:sym typeface="Symbol" pitchFamily="18" charset="2"/>
              </a:rPr>
              <a:t>Có</a:t>
            </a:r>
            <a:r>
              <a:rPr lang="en-US" altLang="en-US" b="1" dirty="0">
                <a:latin typeface="Times New Roman" panose="02020603050405020304" pitchFamily="18" charset="0"/>
                <a:cs typeface="Times New Roman" panose="02020603050405020304" pitchFamily="18" charset="0"/>
                <a:sym typeface="Symbol" pitchFamily="18" charset="2"/>
              </a:rPr>
              <a:t> </a:t>
            </a:r>
            <a:r>
              <a:rPr lang="en-US" altLang="en-US" b="1" dirty="0" err="1">
                <a:latin typeface="Times New Roman" panose="02020603050405020304" pitchFamily="18" charset="0"/>
                <a:cs typeface="Times New Roman" panose="02020603050405020304" pitchFamily="18" charset="0"/>
                <a:sym typeface="Symbol" pitchFamily="18" charset="2"/>
              </a:rPr>
              <a:t>thể</a:t>
            </a:r>
            <a:r>
              <a:rPr lang="en-US" altLang="en-US" b="1" dirty="0">
                <a:latin typeface="Times New Roman" panose="02020603050405020304" pitchFamily="18" charset="0"/>
                <a:cs typeface="Times New Roman" panose="02020603050405020304" pitchFamily="18" charset="0"/>
                <a:sym typeface="Symbol" pitchFamily="18" charset="2"/>
              </a:rPr>
              <a:t> </a:t>
            </a:r>
            <a:r>
              <a:rPr lang="en-US" altLang="en-US" b="1" dirty="0" err="1">
                <a:latin typeface="Times New Roman" panose="02020603050405020304" pitchFamily="18" charset="0"/>
                <a:cs typeface="Times New Roman" panose="02020603050405020304" pitchFamily="18" charset="0"/>
                <a:sym typeface="Symbol" pitchFamily="18" charset="2"/>
              </a:rPr>
              <a:t>xem</a:t>
            </a:r>
            <a:r>
              <a:rPr lang="en-US" altLang="en-US" b="1" dirty="0">
                <a:latin typeface="Times New Roman" panose="02020603050405020304" pitchFamily="18" charset="0"/>
                <a:cs typeface="Times New Roman" panose="02020603050405020304" pitchFamily="18" charset="0"/>
                <a:sym typeface="Symbol" pitchFamily="18" charset="2"/>
              </a:rPr>
              <a:t> </a:t>
            </a:r>
            <a:r>
              <a:rPr lang="en-US" altLang="en-US" b="1" dirty="0" err="1">
                <a:latin typeface="Times New Roman" panose="02020603050405020304" pitchFamily="18" charset="0"/>
                <a:cs typeface="Times New Roman" panose="02020603050405020304" pitchFamily="18" charset="0"/>
                <a:sym typeface="Symbol" pitchFamily="18" charset="2"/>
              </a:rPr>
              <a:t>phép</a:t>
            </a:r>
            <a:r>
              <a:rPr lang="en-US" altLang="en-US" b="1" dirty="0">
                <a:latin typeface="Times New Roman" panose="02020603050405020304" pitchFamily="18" charset="0"/>
                <a:cs typeface="Times New Roman" panose="02020603050405020304" pitchFamily="18" charset="0"/>
                <a:sym typeface="Symbol" pitchFamily="18" charset="2"/>
              </a:rPr>
              <a:t> </a:t>
            </a:r>
            <a:r>
              <a:rPr lang="en-US" altLang="en-US" b="1" dirty="0" err="1">
                <a:latin typeface="Times New Roman" panose="02020603050405020304" pitchFamily="18" charset="0"/>
                <a:cs typeface="Times New Roman" panose="02020603050405020304" pitchFamily="18" charset="0"/>
                <a:sym typeface="Symbol" pitchFamily="18" charset="2"/>
              </a:rPr>
              <a:t>kết</a:t>
            </a:r>
            <a:r>
              <a:rPr lang="en-US" altLang="en-US" b="1" dirty="0">
                <a:latin typeface="Times New Roman" panose="02020603050405020304" pitchFamily="18" charset="0"/>
                <a:cs typeface="Times New Roman" panose="02020603050405020304" pitchFamily="18" charset="0"/>
                <a:sym typeface="Symbol" pitchFamily="18" charset="2"/>
              </a:rPr>
              <a:t> = </a:t>
            </a:r>
            <a:r>
              <a:rPr lang="en-US" altLang="en-US" b="1" dirty="0" err="1">
                <a:latin typeface="Times New Roman" panose="02020603050405020304" pitchFamily="18" charset="0"/>
                <a:cs typeface="Times New Roman" panose="02020603050405020304" pitchFamily="18" charset="0"/>
                <a:sym typeface="Symbol" pitchFamily="18" charset="2"/>
              </a:rPr>
              <a:t>Phép</a:t>
            </a:r>
            <a:r>
              <a:rPr lang="en-US" altLang="en-US" b="1" dirty="0">
                <a:latin typeface="Times New Roman" panose="02020603050405020304" pitchFamily="18" charset="0"/>
                <a:cs typeface="Times New Roman" panose="02020603050405020304" pitchFamily="18" charset="0"/>
                <a:sym typeface="Symbol" pitchFamily="18" charset="2"/>
              </a:rPr>
              <a:t> </a:t>
            </a:r>
            <a:r>
              <a:rPr lang="en-US" altLang="en-US" b="1" dirty="0" err="1">
                <a:latin typeface="Times New Roman" panose="02020603050405020304" pitchFamily="18" charset="0"/>
                <a:cs typeface="Times New Roman" panose="02020603050405020304" pitchFamily="18" charset="0"/>
                <a:sym typeface="Symbol" pitchFamily="18" charset="2"/>
              </a:rPr>
              <a:t>tích</a:t>
            </a:r>
            <a:r>
              <a:rPr lang="en-US" altLang="en-US" b="1" dirty="0">
                <a:latin typeface="Times New Roman" panose="02020603050405020304" pitchFamily="18" charset="0"/>
                <a:cs typeface="Times New Roman" panose="02020603050405020304" pitchFamily="18" charset="0"/>
                <a:sym typeface="Symbol" pitchFamily="18" charset="2"/>
              </a:rPr>
              <a:t> </a:t>
            </a:r>
            <a:r>
              <a:rPr lang="en-US" altLang="en-US" b="1" dirty="0" err="1">
                <a:latin typeface="Times New Roman" panose="02020603050405020304" pitchFamily="18" charset="0"/>
                <a:cs typeface="Times New Roman" panose="02020603050405020304" pitchFamily="18" charset="0"/>
                <a:sym typeface="Symbol" pitchFamily="18" charset="2"/>
              </a:rPr>
              <a:t>Descarte</a:t>
            </a:r>
            <a:r>
              <a:rPr lang="en-US" altLang="en-US" b="1" dirty="0">
                <a:latin typeface="Times New Roman" panose="02020603050405020304" pitchFamily="18" charset="0"/>
                <a:cs typeface="Times New Roman" panose="02020603050405020304" pitchFamily="18" charset="0"/>
                <a:sym typeface="Symbol" pitchFamily="18" charset="2"/>
              </a:rPr>
              <a:t> + </a:t>
            </a:r>
            <a:r>
              <a:rPr lang="en-US" altLang="en-US" b="1" dirty="0" err="1">
                <a:latin typeface="Times New Roman" panose="02020603050405020304" pitchFamily="18" charset="0"/>
                <a:cs typeface="Times New Roman" panose="02020603050405020304" pitchFamily="18" charset="0"/>
                <a:sym typeface="Symbol" pitchFamily="18" charset="2"/>
              </a:rPr>
              <a:t>Chọn</a:t>
            </a:r>
            <a:endParaRPr lang="en-US" altLang="en-US" b="1" dirty="0">
              <a:latin typeface="Times New Roman" panose="02020603050405020304" pitchFamily="18" charset="0"/>
              <a:cs typeface="Times New Roman" panose="02020603050405020304" pitchFamily="18" charset="0"/>
              <a:sym typeface="Symbol" pitchFamily="18" charset="2"/>
            </a:endParaRPr>
          </a:p>
        </p:txBody>
      </p:sp>
      <p:sp>
        <p:nvSpPr>
          <p:cNvPr id="49156" name="AutoShape 4"/>
          <p:cNvSpPr>
            <a:spLocks noChangeArrowheads="1"/>
          </p:cNvSpPr>
          <p:nvPr/>
        </p:nvSpPr>
        <p:spPr bwMode="auto">
          <a:xfrm rot="-5400000">
            <a:off x="2424232" y="1842969"/>
            <a:ext cx="152400" cy="733663"/>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39</a:t>
            </a:fld>
            <a:endParaRPr lang="en-US" altLang="en-US"/>
          </a:p>
        </p:txBody>
      </p:sp>
    </p:spTree>
    <p:extLst>
      <p:ext uri="{BB962C8B-B14F-4D97-AF65-F5344CB8AC3E}">
        <p14:creationId xmlns:p14="http://schemas.microsoft.com/office/powerpoint/2010/main" val="12540557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57200" y="354013"/>
            <a:ext cx="85344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7.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altLang="en-US" sz="3600" b="1" dirty="0" err="1">
                <a:solidFill>
                  <a:schemeClr val="tx1"/>
                </a:solidFill>
                <a:latin typeface="Times New Roman" panose="02020603050405020304" pitchFamily="18" charset="0"/>
                <a:cs typeface="Times New Roman" panose="02020603050405020304" pitchFamily="18" charset="0"/>
              </a:rPr>
              <a:t>kết</a:t>
            </a:r>
            <a:r>
              <a:rPr lang="en-US" altLang="en-US" sz="3600" b="1" dirty="0">
                <a:solidFill>
                  <a:schemeClr val="tx1"/>
                </a:solidFill>
                <a:latin typeface="Times New Roman" panose="02020603050405020304" pitchFamily="18" charset="0"/>
                <a:cs typeface="Times New Roman" panose="02020603050405020304" pitchFamily="18" charset="0"/>
              </a:rPr>
              <a:t> </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Wingdings 3" pitchFamily="18" charset="2"/>
              </a:rPr>
              <a:t></a:t>
            </a:r>
            <a:r>
              <a:rPr lang="en-US" sz="36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(Join)</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50179" name="Rectangle 3"/>
          <p:cNvSpPr>
            <a:spLocks noGrp="1" noChangeArrowheads="1"/>
          </p:cNvSpPr>
          <p:nvPr>
            <p:ph sz="quarter" idx="1"/>
          </p:nvPr>
        </p:nvSpPr>
        <p:spPr>
          <a:xfrm>
            <a:off x="457200" y="1295400"/>
            <a:ext cx="8229600" cy="4835525"/>
          </a:xfrm>
        </p:spPr>
        <p:txBody>
          <a:bodyPr>
            <a:normAutofit/>
          </a:bodyPr>
          <a:lstStyle/>
          <a:p>
            <a:pPr eaLnBrk="1" hangingPunct="1"/>
            <a:r>
              <a:rPr lang="en-US" altLang="en-US" dirty="0" err="1">
                <a:latin typeface="Times New Roman" panose="02020603050405020304" pitchFamily="18" charset="0"/>
                <a:cs typeface="Times New Roman" panose="02020603050405020304" pitchFamily="18" charset="0"/>
              </a:rPr>
              <a:t>Phân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loại</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theta (Theta join)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có</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điều</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kiện</a:t>
            </a:r>
            <a:r>
              <a:rPr lang="en-US" altLang="en-US" b="1" u="sng" dirty="0">
                <a:latin typeface="Times New Roman" panose="02020603050405020304" pitchFamily="18" charset="0"/>
                <a:cs typeface="Times New Roman" panose="02020603050405020304" pitchFamily="18" charset="0"/>
              </a:rPr>
              <a:t> </a:t>
            </a:r>
          </a:p>
          <a:p>
            <a:pPr lvl="2" eaLnBrk="1" hangingPunct="1"/>
            <a:r>
              <a:rPr lang="en-US" altLang="en-US" dirty="0" err="1">
                <a:latin typeface="Times New Roman" panose="02020603050405020304" pitchFamily="18" charset="0"/>
                <a:cs typeface="Times New Roman" panose="02020603050405020304" pitchFamily="18" charset="0"/>
              </a:rPr>
              <a:t>Ký</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hiệu</a:t>
            </a:r>
            <a:r>
              <a:rPr lang="en-US" altLang="en-US" dirty="0">
                <a:latin typeface="Times New Roman" panose="02020603050405020304" pitchFamily="18" charset="0"/>
                <a:cs typeface="Times New Roman" panose="02020603050405020304" pitchFamily="18" charset="0"/>
              </a:rPr>
              <a:t> R              </a:t>
            </a:r>
            <a:r>
              <a:rPr lang="en-US" altLang="en-US" baseline="-25000" dirty="0">
                <a:latin typeface="Times New Roman" panose="02020603050405020304" pitchFamily="18" charset="0"/>
                <a:cs typeface="Times New Roman" panose="02020603050405020304" pitchFamily="18" charset="0"/>
              </a:rPr>
              <a:t>C   </a:t>
            </a:r>
            <a:r>
              <a:rPr lang="en-US" altLang="en-US" dirty="0">
                <a:latin typeface="Times New Roman" panose="02020603050405020304" pitchFamily="18" charset="0"/>
                <a:cs typeface="Times New Roman" panose="02020603050405020304" pitchFamily="18" charset="0"/>
              </a:rPr>
              <a:t>S</a:t>
            </a:r>
          </a:p>
          <a:p>
            <a:pPr lvl="2" eaLnBrk="1" hangingPunct="1"/>
            <a:r>
              <a:rPr lang="en-US" altLang="en-US" dirty="0">
                <a:latin typeface="Times New Roman" panose="02020603050405020304" pitchFamily="18" charset="0"/>
                <a:cs typeface="Times New Roman" panose="02020603050405020304" pitchFamily="18" charset="0"/>
              </a:rPr>
              <a:t>C </a:t>
            </a:r>
            <a:r>
              <a:rPr lang="en-US" altLang="en-US" dirty="0" err="1">
                <a:latin typeface="Times New Roman" panose="02020603050405020304" pitchFamily="18" charset="0"/>
                <a:cs typeface="Times New Roman" panose="02020603050405020304" pitchFamily="18" charset="0"/>
              </a:rPr>
              <a:t>gọi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điều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kiện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endParaRPr lang="en-US" altLang="en-US" dirty="0">
              <a:latin typeface="Times New Roman" panose="02020603050405020304" pitchFamily="18" charset="0"/>
              <a:cs typeface="Times New Roman" panose="02020603050405020304" pitchFamily="18" charset="0"/>
            </a:endParaRPr>
          </a:p>
          <a:p>
            <a:pPr lvl="2" eaLnBrk="1" hangingPunct="1"/>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bằng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Equi</a:t>
            </a:r>
            <a:r>
              <a:rPr lang="en-US" altLang="en-US" dirty="0">
                <a:latin typeface="Times New Roman" panose="02020603050405020304" pitchFamily="18" charset="0"/>
                <a:cs typeface="Times New Roman" panose="02020603050405020304" pitchFamily="18" charset="0"/>
              </a:rPr>
              <a:t> join) </a:t>
            </a:r>
            <a:r>
              <a:rPr lang="en-US" altLang="en-US" dirty="0" err="1">
                <a:latin typeface="Times New Roman" panose="02020603050405020304" pitchFamily="18" charset="0"/>
                <a:cs typeface="Times New Roman" panose="02020603050405020304" pitchFamily="18" charset="0"/>
              </a:rPr>
              <a:t>khi</a:t>
            </a:r>
            <a:r>
              <a:rPr lang="en-US" altLang="en-US" dirty="0">
                <a:latin typeface="Times New Roman" panose="02020603050405020304" pitchFamily="18" charset="0"/>
                <a:cs typeface="Times New Roman" panose="02020603050405020304" pitchFamily="18" charset="0"/>
              </a:rPr>
              <a:t> C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điều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kiện</a:t>
            </a:r>
            <a:r>
              <a:rPr lang="en-US" altLang="en-US" dirty="0">
                <a:latin typeface="Times New Roman" panose="02020603050405020304" pitchFamily="18" charset="0"/>
                <a:cs typeface="Times New Roman" panose="02020603050405020304" pitchFamily="18" charset="0"/>
              </a:rPr>
              <a:t> so </a:t>
            </a:r>
            <a:r>
              <a:rPr lang="en-US" altLang="en-US" dirty="0" err="1">
                <a:latin typeface="Times New Roman" panose="02020603050405020304" pitchFamily="18" charset="0"/>
                <a:cs typeface="Times New Roman" panose="02020603050405020304" pitchFamily="18" charset="0"/>
              </a:rPr>
              <a:t>sánh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bằng</a:t>
            </a:r>
            <a:endParaRPr lang="en-US" altLang="en-US" dirty="0">
              <a:latin typeface="Times New Roman" panose="02020603050405020304" pitchFamily="18" charset="0"/>
              <a:cs typeface="Times New Roman" panose="02020603050405020304" pitchFamily="18" charset="0"/>
            </a:endParaRPr>
          </a:p>
          <a:p>
            <a:pPr lvl="2" eaLnBrk="1" hangingPunct="1"/>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tự</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nhiên</a:t>
            </a:r>
            <a:r>
              <a:rPr lang="en-US" altLang="en-US" dirty="0">
                <a:latin typeface="Times New Roman" panose="02020603050405020304" pitchFamily="18" charset="0"/>
                <a:cs typeface="Times New Roman" panose="02020603050405020304" pitchFamily="18" charset="0"/>
              </a:rPr>
              <a:t> (Natural join)</a:t>
            </a:r>
          </a:p>
          <a:p>
            <a:pPr lvl="2" eaLnBrk="1" hangingPunct="1"/>
            <a:r>
              <a:rPr lang="en-US" altLang="en-US" dirty="0" err="1">
                <a:latin typeface="Times New Roman" panose="02020603050405020304" pitchFamily="18" charset="0"/>
                <a:cs typeface="Times New Roman" panose="02020603050405020304" pitchFamily="18" charset="0"/>
              </a:rPr>
              <a:t>Ký</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hiệu</a:t>
            </a:r>
            <a:r>
              <a:rPr lang="en-US" altLang="en-US" dirty="0">
                <a:latin typeface="Times New Roman" panose="02020603050405020304" pitchFamily="18" charset="0"/>
                <a:cs typeface="Times New Roman" panose="02020603050405020304" pitchFamily="18" charset="0"/>
              </a:rPr>
              <a:t>  R               S   hay   R </a:t>
            </a:r>
            <a:r>
              <a:rPr lang="en-US" altLang="en-US"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rPr>
              <a:t> S</a:t>
            </a:r>
          </a:p>
          <a:p>
            <a:pPr lvl="2" eaLnBrk="1" hangingPunct="1"/>
            <a:r>
              <a:rPr lang="en-US" altLang="en-US" dirty="0">
                <a:latin typeface="Times New Roman" panose="02020603050405020304" pitchFamily="18" charset="0"/>
                <a:cs typeface="Times New Roman" panose="02020603050405020304" pitchFamily="18" charset="0"/>
              </a:rPr>
              <a:t>R</a:t>
            </a:r>
            <a:r>
              <a:rPr lang="en-US" altLang="en-US" baseline="30000"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Q</a:t>
            </a:r>
            <a:r>
              <a:rPr lang="en-US" altLang="en-US" baseline="30000"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b="1" dirty="0">
                <a:latin typeface="Times New Roman" panose="02020603050405020304" pitchFamily="18" charset="0"/>
                <a:cs typeface="Times New Roman" panose="02020603050405020304" pitchFamily="18" charset="0"/>
                <a:sym typeface="Symbol" pitchFamily="18" charset="2"/>
              </a:rPr>
              <a:t>   (</a:t>
            </a:r>
            <a:r>
              <a:rPr lang="en-US" altLang="en-US" b="1" dirty="0" err="1">
                <a:latin typeface="Times New Roman" panose="02020603050405020304" pitchFamily="18" charset="0"/>
                <a:cs typeface="Times New Roman" panose="02020603050405020304" pitchFamily="18" charset="0"/>
                <a:sym typeface="Symbol" pitchFamily="18" charset="2"/>
              </a:rPr>
              <a:t>phải</a:t>
            </a:r>
            <a:r>
              <a:rPr lang="en-US" altLang="en-US" b="1" dirty="0">
                <a:latin typeface="Times New Roman" panose="02020603050405020304" pitchFamily="18" charset="0"/>
                <a:cs typeface="Times New Roman" panose="02020603050405020304" pitchFamily="18" charset="0"/>
                <a:sym typeface="Symbol" pitchFamily="18" charset="2"/>
              </a:rPr>
              <a:t> </a:t>
            </a:r>
            <a:r>
              <a:rPr lang="en-US" altLang="en-US" b="1" dirty="0" err="1">
                <a:latin typeface="Times New Roman" panose="02020603050405020304" pitchFamily="18" charset="0"/>
                <a:cs typeface="Times New Roman" panose="02020603050405020304" pitchFamily="18" charset="0"/>
                <a:sym typeface="Symbol" pitchFamily="18" charset="2"/>
              </a:rPr>
              <a:t>có</a:t>
            </a:r>
            <a:r>
              <a:rPr lang="en-US" altLang="en-US" b="1" dirty="0">
                <a:latin typeface="Times New Roman" panose="02020603050405020304" pitchFamily="18" charset="0"/>
                <a:cs typeface="Times New Roman" panose="02020603050405020304" pitchFamily="18" charset="0"/>
                <a:sym typeface="Symbol" pitchFamily="18" charset="2"/>
              </a:rPr>
              <a:t> </a:t>
            </a:r>
            <a:r>
              <a:rPr lang="en-US" altLang="en-US" b="1" dirty="0" err="1">
                <a:latin typeface="Times New Roman" panose="02020603050405020304" pitchFamily="18" charset="0"/>
                <a:cs typeface="Times New Roman" panose="02020603050405020304" pitchFamily="18" charset="0"/>
                <a:sym typeface="Symbol" pitchFamily="18" charset="2"/>
              </a:rPr>
              <a:t>cột</a:t>
            </a:r>
            <a:r>
              <a:rPr lang="en-US" altLang="en-US" b="1" dirty="0">
                <a:latin typeface="Times New Roman" panose="02020603050405020304" pitchFamily="18" charset="0"/>
                <a:cs typeface="Times New Roman" panose="02020603050405020304" pitchFamily="18" charset="0"/>
                <a:sym typeface="Symbol" pitchFamily="18" charset="2"/>
              </a:rPr>
              <a:t> </a:t>
            </a:r>
            <a:r>
              <a:rPr lang="en-US" altLang="en-US" b="1" dirty="0" err="1">
                <a:latin typeface="Times New Roman" panose="02020603050405020304" pitchFamily="18" charset="0"/>
                <a:cs typeface="Times New Roman" panose="02020603050405020304" pitchFamily="18" charset="0"/>
                <a:sym typeface="Symbol" pitchFamily="18" charset="2"/>
              </a:rPr>
              <a:t>giống</a:t>
            </a:r>
            <a:r>
              <a:rPr lang="en-US" altLang="en-US" b="1" dirty="0">
                <a:latin typeface="Times New Roman" panose="02020603050405020304" pitchFamily="18" charset="0"/>
                <a:cs typeface="Times New Roman" panose="02020603050405020304" pitchFamily="18" charset="0"/>
                <a:sym typeface="Symbol" pitchFamily="18" charset="2"/>
              </a:rPr>
              <a:t> </a:t>
            </a:r>
            <a:r>
              <a:rPr lang="en-US" altLang="en-US" b="1" dirty="0" err="1">
                <a:latin typeface="Times New Roman" panose="02020603050405020304" pitchFamily="18" charset="0"/>
                <a:cs typeface="Times New Roman" panose="02020603050405020304" pitchFamily="18" charset="0"/>
                <a:sym typeface="Symbol" pitchFamily="18" charset="2"/>
              </a:rPr>
              <a:t>nhau</a:t>
            </a:r>
            <a:r>
              <a:rPr lang="en-US" altLang="en-US" b="1" dirty="0">
                <a:latin typeface="Times New Roman" panose="02020603050405020304" pitchFamily="18" charset="0"/>
                <a:cs typeface="Times New Roman" panose="02020603050405020304" pitchFamily="18" charset="0"/>
                <a:sym typeface="Symbol" pitchFamily="18" charset="2"/>
              </a:rPr>
              <a:t>)</a:t>
            </a:r>
            <a:endParaRPr lang="en-US" altLang="en-US" b="1" baseline="30000" dirty="0">
              <a:latin typeface="Times New Roman" panose="02020603050405020304" pitchFamily="18" charset="0"/>
              <a:cs typeface="Times New Roman" panose="02020603050405020304" pitchFamily="18" charset="0"/>
              <a:sym typeface="Symbol" pitchFamily="18" charset="2"/>
            </a:endParaRPr>
          </a:p>
          <a:p>
            <a:pPr lvl="2" eaLnBrk="1" hangingPunct="1"/>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tự</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nhiên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bỏ</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bớt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đi</a:t>
            </a:r>
            <a:r>
              <a:rPr lang="en-US" altLang="en-US" dirty="0">
                <a:latin typeface="Times New Roman" panose="02020603050405020304" pitchFamily="18" charset="0"/>
                <a:cs typeface="Times New Roman" panose="02020603050405020304" pitchFamily="18" charset="0"/>
              </a:rPr>
              <a:t> 1 </a:t>
            </a:r>
            <a:r>
              <a:rPr lang="en-US" altLang="en-US" dirty="0" err="1">
                <a:latin typeface="Times New Roman" panose="02020603050405020304" pitchFamily="18" charset="0"/>
                <a:cs typeface="Times New Roman" panose="02020603050405020304" pitchFamily="18" charset="0"/>
              </a:rPr>
              <a:t>cột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giống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nhau</a:t>
            </a:r>
            <a:endParaRPr lang="en-US" altLang="en-US" dirty="0">
              <a:latin typeface="Times New Roman" panose="02020603050405020304" pitchFamily="18" charset="0"/>
              <a:cs typeface="Times New Roman" panose="02020603050405020304" pitchFamily="18" charset="0"/>
            </a:endParaRPr>
          </a:p>
        </p:txBody>
      </p:sp>
      <p:sp>
        <p:nvSpPr>
          <p:cNvPr id="50180" name="AutoShape 5"/>
          <p:cNvSpPr>
            <a:spLocks noChangeArrowheads="1"/>
          </p:cNvSpPr>
          <p:nvPr/>
        </p:nvSpPr>
        <p:spPr bwMode="auto">
          <a:xfrm rot="-5400000">
            <a:off x="2729032" y="1914786"/>
            <a:ext cx="152400" cy="733663"/>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dirty="0">
                <a:latin typeface="Times New Roman" panose="02020603050405020304" pitchFamily="18" charset="0"/>
                <a:cs typeface="Times New Roman" panose="02020603050405020304" pitchFamily="18" charset="0"/>
              </a:rPr>
              <a:t> </a:t>
            </a:r>
          </a:p>
        </p:txBody>
      </p:sp>
      <p:sp>
        <p:nvSpPr>
          <p:cNvPr id="50181" name="AutoShape 6"/>
          <p:cNvSpPr>
            <a:spLocks noChangeArrowheads="1"/>
          </p:cNvSpPr>
          <p:nvPr/>
        </p:nvSpPr>
        <p:spPr bwMode="auto">
          <a:xfrm rot="-5400000">
            <a:off x="2833568" y="3976569"/>
            <a:ext cx="152400" cy="733663"/>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40</a:t>
            </a:fld>
            <a:endParaRPr lang="en-US" altLang="en-US"/>
          </a:p>
        </p:txBody>
      </p:sp>
    </p:spTree>
    <p:extLst>
      <p:ext uri="{BB962C8B-B14F-4D97-AF65-F5344CB8AC3E}">
        <p14:creationId xmlns:p14="http://schemas.microsoft.com/office/powerpoint/2010/main" val="2735130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1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1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18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17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17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17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179">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018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017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017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animBg="1"/>
      <p:bldP spid="5018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99"/>
          <p:cNvSpPr>
            <a:spLocks noChangeArrowheads="1"/>
          </p:cNvSpPr>
          <p:nvPr/>
        </p:nvSpPr>
        <p:spPr bwMode="auto">
          <a:xfrm>
            <a:off x="1752600" y="2590800"/>
            <a:ext cx="457200" cy="1600200"/>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endParaRPr lang="en-US" altLang="en-US"/>
          </a:p>
        </p:txBody>
      </p:sp>
      <p:sp>
        <p:nvSpPr>
          <p:cNvPr id="51203" name="Rectangle 98"/>
          <p:cNvSpPr>
            <a:spLocks noChangeArrowheads="1"/>
          </p:cNvSpPr>
          <p:nvPr/>
        </p:nvSpPr>
        <p:spPr bwMode="auto">
          <a:xfrm>
            <a:off x="3657600" y="2590800"/>
            <a:ext cx="457200" cy="1295400"/>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endParaRPr lang="en-US" altLang="en-US"/>
          </a:p>
        </p:txBody>
      </p:sp>
      <p:sp>
        <p:nvSpPr>
          <p:cNvPr id="51204"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a:solidFill>
                  <a:schemeClr val="tx1"/>
                </a:solidFill>
              </a:rPr>
              <a:t>7.1. </a:t>
            </a:r>
            <a:r>
              <a:rPr lang="en-US" altLang="en-US" sz="3500" b="1" dirty="0" err="1">
                <a:solidFill>
                  <a:schemeClr val="tx1"/>
                </a:solidFill>
              </a:rPr>
              <a:t>Phép</a:t>
            </a:r>
            <a:r>
              <a:rPr lang="en-US" altLang="en-US" sz="3500" b="1" dirty="0">
                <a:solidFill>
                  <a:schemeClr val="tx1"/>
                </a:solidFill>
              </a:rPr>
              <a:t> </a:t>
            </a:r>
            <a:r>
              <a:rPr lang="en-US" altLang="en-US" sz="3500" b="1" dirty="0" err="1">
                <a:solidFill>
                  <a:schemeClr val="tx1"/>
                </a:solidFill>
              </a:rPr>
              <a:t>kết</a:t>
            </a:r>
            <a:r>
              <a:rPr lang="en-US" altLang="en-US" sz="3500" b="1" dirty="0">
                <a:solidFill>
                  <a:schemeClr val="tx1"/>
                </a:solidFill>
              </a:rPr>
              <a:t> theta</a:t>
            </a:r>
          </a:p>
        </p:txBody>
      </p:sp>
      <p:sp>
        <p:nvSpPr>
          <p:cNvPr id="51205" name="Rectangle 3"/>
          <p:cNvSpPr>
            <a:spLocks noGrp="1" noChangeArrowheads="1"/>
          </p:cNvSpPr>
          <p:nvPr>
            <p:ph sz="quarter" idx="1"/>
          </p:nvPr>
        </p:nvSpPr>
        <p:spPr>
          <a:xfrm>
            <a:off x="457200" y="1295400"/>
            <a:ext cx="8229600" cy="4835525"/>
          </a:xfrm>
        </p:spPr>
        <p:txBody>
          <a:bodyPr/>
          <a:lstStyle/>
          <a:p>
            <a:pPr eaLnBrk="1" hangingPunct="1"/>
            <a:r>
              <a:rPr lang="en-US" altLang="en-US" dirty="0" err="1"/>
              <a:t>Ví</a:t>
            </a:r>
            <a:r>
              <a:rPr lang="en-US" altLang="en-US" dirty="0"/>
              <a:t> </a:t>
            </a:r>
            <a:r>
              <a:rPr lang="en-US" altLang="en-US" dirty="0" err="1"/>
              <a:t>dụ</a:t>
            </a:r>
            <a:r>
              <a:rPr lang="en-US" altLang="en-US" dirty="0"/>
              <a:t>:</a:t>
            </a:r>
          </a:p>
        </p:txBody>
      </p:sp>
      <p:grpSp>
        <p:nvGrpSpPr>
          <p:cNvPr id="51206" name="Group 6"/>
          <p:cNvGrpSpPr>
            <a:grpSpLocks/>
          </p:cNvGrpSpPr>
          <p:nvPr/>
        </p:nvGrpSpPr>
        <p:grpSpPr bwMode="auto">
          <a:xfrm>
            <a:off x="3124200" y="2743200"/>
            <a:ext cx="1447800" cy="990600"/>
            <a:chOff x="528" y="1248"/>
            <a:chExt cx="912" cy="624"/>
          </a:xfrm>
        </p:grpSpPr>
        <p:sp>
          <p:nvSpPr>
            <p:cNvPr id="51299" name="Line 7"/>
            <p:cNvSpPr>
              <a:spLocks noChangeShapeType="1"/>
            </p:cNvSpPr>
            <p:nvPr/>
          </p:nvSpPr>
          <p:spPr bwMode="auto">
            <a:xfrm>
              <a:off x="528" y="1440"/>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1300" name="Text Box 8"/>
            <p:cNvSpPr txBox="1">
              <a:spLocks noChangeArrowheads="1"/>
            </p:cNvSpPr>
            <p:nvPr/>
          </p:nvSpPr>
          <p:spPr bwMode="auto">
            <a:xfrm>
              <a:off x="864" y="124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t>D</a:t>
              </a:r>
            </a:p>
          </p:txBody>
        </p:sp>
        <p:sp>
          <p:nvSpPr>
            <p:cNvPr id="51301" name="Text Box 9"/>
            <p:cNvSpPr txBox="1">
              <a:spLocks noChangeArrowheads="1"/>
            </p:cNvSpPr>
            <p:nvPr/>
          </p:nvSpPr>
          <p:spPr bwMode="auto">
            <a:xfrm>
              <a:off x="1152" y="124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t>E</a:t>
              </a:r>
            </a:p>
          </p:txBody>
        </p:sp>
        <p:sp>
          <p:nvSpPr>
            <p:cNvPr id="51302" name="Text Box 10"/>
            <p:cNvSpPr txBox="1">
              <a:spLocks noChangeArrowheads="1"/>
            </p:cNvSpPr>
            <p:nvPr/>
          </p:nvSpPr>
          <p:spPr bwMode="auto">
            <a:xfrm>
              <a:off x="864" y="14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3</a:t>
              </a:r>
            </a:p>
          </p:txBody>
        </p:sp>
        <p:sp>
          <p:nvSpPr>
            <p:cNvPr id="51303" name="Line 11"/>
            <p:cNvSpPr>
              <a:spLocks noChangeShapeType="1"/>
            </p:cNvSpPr>
            <p:nvPr/>
          </p:nvSpPr>
          <p:spPr bwMode="auto">
            <a:xfrm>
              <a:off x="528" y="1248"/>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1304" name="Line 12"/>
            <p:cNvSpPr>
              <a:spLocks noChangeShapeType="1"/>
            </p:cNvSpPr>
            <p:nvPr/>
          </p:nvSpPr>
          <p:spPr bwMode="auto">
            <a:xfrm>
              <a:off x="864" y="1872"/>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1305" name="Text Box 13"/>
            <p:cNvSpPr txBox="1">
              <a:spLocks noChangeArrowheads="1"/>
            </p:cNvSpPr>
            <p:nvPr/>
          </p:nvSpPr>
          <p:spPr bwMode="auto">
            <a:xfrm>
              <a:off x="528" y="1248"/>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b="1"/>
                <a:t>S</a:t>
              </a:r>
            </a:p>
          </p:txBody>
        </p:sp>
        <p:sp>
          <p:nvSpPr>
            <p:cNvPr id="51306" name="Line 14"/>
            <p:cNvSpPr>
              <a:spLocks noChangeShapeType="1"/>
            </p:cNvSpPr>
            <p:nvPr/>
          </p:nvSpPr>
          <p:spPr bwMode="auto">
            <a:xfrm>
              <a:off x="528" y="1248"/>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1307" name="Text Box 15"/>
            <p:cNvSpPr txBox="1">
              <a:spLocks noChangeArrowheads="1"/>
            </p:cNvSpPr>
            <p:nvPr/>
          </p:nvSpPr>
          <p:spPr bwMode="auto">
            <a:xfrm>
              <a:off x="864"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6</a:t>
              </a:r>
            </a:p>
          </p:txBody>
        </p:sp>
        <p:grpSp>
          <p:nvGrpSpPr>
            <p:cNvPr id="51308" name="Group 16"/>
            <p:cNvGrpSpPr>
              <a:grpSpLocks/>
            </p:cNvGrpSpPr>
            <p:nvPr/>
          </p:nvGrpSpPr>
          <p:grpSpPr bwMode="auto">
            <a:xfrm>
              <a:off x="864" y="1248"/>
              <a:ext cx="576" cy="624"/>
              <a:chOff x="960" y="2880"/>
              <a:chExt cx="576" cy="1008"/>
            </a:xfrm>
          </p:grpSpPr>
          <p:sp>
            <p:nvSpPr>
              <p:cNvPr id="51311" name="Line 17"/>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1312" name="Line 18"/>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1313" name="Line 19"/>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51309" name="Text Box 20"/>
            <p:cNvSpPr txBox="1">
              <a:spLocks noChangeArrowheads="1"/>
            </p:cNvSpPr>
            <p:nvPr/>
          </p:nvSpPr>
          <p:spPr bwMode="auto">
            <a:xfrm>
              <a:off x="1152" y="14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1</a:t>
              </a:r>
            </a:p>
          </p:txBody>
        </p:sp>
        <p:sp>
          <p:nvSpPr>
            <p:cNvPr id="51310" name="Text Box 21"/>
            <p:cNvSpPr txBox="1">
              <a:spLocks noChangeArrowheads="1"/>
            </p:cNvSpPr>
            <p:nvPr/>
          </p:nvSpPr>
          <p:spPr bwMode="auto">
            <a:xfrm>
              <a:off x="1152"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2</a:t>
              </a:r>
            </a:p>
          </p:txBody>
        </p:sp>
      </p:grpSp>
      <p:grpSp>
        <p:nvGrpSpPr>
          <p:cNvPr id="51207" name="Group 51"/>
          <p:cNvGrpSpPr>
            <a:grpSpLocks/>
          </p:cNvGrpSpPr>
          <p:nvPr/>
        </p:nvGrpSpPr>
        <p:grpSpPr bwMode="auto">
          <a:xfrm>
            <a:off x="762000" y="2743200"/>
            <a:ext cx="1905000" cy="1295400"/>
            <a:chOff x="384" y="1344"/>
            <a:chExt cx="1200" cy="816"/>
          </a:xfrm>
        </p:grpSpPr>
        <p:sp>
          <p:nvSpPr>
            <p:cNvPr id="51277" name="Line 23"/>
            <p:cNvSpPr>
              <a:spLocks noChangeShapeType="1"/>
            </p:cNvSpPr>
            <p:nvPr/>
          </p:nvSpPr>
          <p:spPr bwMode="auto">
            <a:xfrm>
              <a:off x="384" y="1536"/>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1278" name="Text Box 24"/>
            <p:cNvSpPr txBox="1">
              <a:spLocks noChangeArrowheads="1"/>
            </p:cNvSpPr>
            <p:nvPr/>
          </p:nvSpPr>
          <p:spPr bwMode="auto">
            <a:xfrm>
              <a:off x="720" y="13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t>A</a:t>
              </a:r>
            </a:p>
          </p:txBody>
        </p:sp>
        <p:sp>
          <p:nvSpPr>
            <p:cNvPr id="51279" name="Text Box 25"/>
            <p:cNvSpPr txBox="1">
              <a:spLocks noChangeArrowheads="1"/>
            </p:cNvSpPr>
            <p:nvPr/>
          </p:nvSpPr>
          <p:spPr bwMode="auto">
            <a:xfrm>
              <a:off x="1008" y="13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t>B</a:t>
              </a:r>
            </a:p>
          </p:txBody>
        </p:sp>
        <p:sp>
          <p:nvSpPr>
            <p:cNvPr id="51280" name="Text Box 26"/>
            <p:cNvSpPr txBox="1">
              <a:spLocks noChangeArrowheads="1"/>
            </p:cNvSpPr>
            <p:nvPr/>
          </p:nvSpPr>
          <p:spPr bwMode="auto">
            <a:xfrm>
              <a:off x="720" y="15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1</a:t>
              </a:r>
            </a:p>
          </p:txBody>
        </p:sp>
        <p:sp>
          <p:nvSpPr>
            <p:cNvPr id="51281" name="Line 27"/>
            <p:cNvSpPr>
              <a:spLocks noChangeShapeType="1"/>
            </p:cNvSpPr>
            <p:nvPr/>
          </p:nvSpPr>
          <p:spPr bwMode="auto">
            <a:xfrm>
              <a:off x="384" y="1344"/>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1282" name="Line 28"/>
            <p:cNvSpPr>
              <a:spLocks noChangeShapeType="1"/>
            </p:cNvSpPr>
            <p:nvPr/>
          </p:nvSpPr>
          <p:spPr bwMode="auto">
            <a:xfrm>
              <a:off x="720" y="2160"/>
              <a:ext cx="86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1283" name="Text Box 29"/>
            <p:cNvSpPr txBox="1">
              <a:spLocks noChangeArrowheads="1"/>
            </p:cNvSpPr>
            <p:nvPr/>
          </p:nvSpPr>
          <p:spPr bwMode="auto">
            <a:xfrm>
              <a:off x="384" y="1344"/>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b="1"/>
                <a:t>R</a:t>
              </a:r>
            </a:p>
          </p:txBody>
        </p:sp>
        <p:sp>
          <p:nvSpPr>
            <p:cNvPr id="51284" name="Line 30"/>
            <p:cNvSpPr>
              <a:spLocks noChangeShapeType="1"/>
            </p:cNvSpPr>
            <p:nvPr/>
          </p:nvSpPr>
          <p:spPr bwMode="auto">
            <a:xfrm>
              <a:off x="384" y="1344"/>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1285" name="Text Box 31"/>
            <p:cNvSpPr txBox="1">
              <a:spLocks noChangeArrowheads="1"/>
            </p:cNvSpPr>
            <p:nvPr/>
          </p:nvSpPr>
          <p:spPr bwMode="auto">
            <a:xfrm>
              <a:off x="720" y="17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4</a:t>
              </a:r>
            </a:p>
          </p:txBody>
        </p:sp>
        <p:sp>
          <p:nvSpPr>
            <p:cNvPr id="51286" name="Text Box 32"/>
            <p:cNvSpPr txBox="1">
              <a:spLocks noChangeArrowheads="1"/>
            </p:cNvSpPr>
            <p:nvPr/>
          </p:nvSpPr>
          <p:spPr bwMode="auto">
            <a:xfrm>
              <a:off x="1008" y="15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2</a:t>
              </a:r>
            </a:p>
          </p:txBody>
        </p:sp>
        <p:sp>
          <p:nvSpPr>
            <p:cNvPr id="51287" name="Text Box 33"/>
            <p:cNvSpPr txBox="1">
              <a:spLocks noChangeArrowheads="1"/>
            </p:cNvSpPr>
            <p:nvPr/>
          </p:nvSpPr>
          <p:spPr bwMode="auto">
            <a:xfrm>
              <a:off x="1008" y="17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5</a:t>
              </a:r>
            </a:p>
          </p:txBody>
        </p:sp>
        <p:sp>
          <p:nvSpPr>
            <p:cNvPr id="51288" name="Text Box 34"/>
            <p:cNvSpPr txBox="1">
              <a:spLocks noChangeArrowheads="1"/>
            </p:cNvSpPr>
            <p:nvPr/>
          </p:nvSpPr>
          <p:spPr bwMode="auto">
            <a:xfrm>
              <a:off x="1296" y="13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t>C</a:t>
              </a:r>
            </a:p>
          </p:txBody>
        </p:sp>
        <p:sp>
          <p:nvSpPr>
            <p:cNvPr id="51289" name="Text Box 35"/>
            <p:cNvSpPr txBox="1">
              <a:spLocks noChangeArrowheads="1"/>
            </p:cNvSpPr>
            <p:nvPr/>
          </p:nvSpPr>
          <p:spPr bwMode="auto">
            <a:xfrm>
              <a:off x="1296" y="15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3</a:t>
              </a:r>
            </a:p>
          </p:txBody>
        </p:sp>
        <p:sp>
          <p:nvSpPr>
            <p:cNvPr id="51290" name="Text Box 36"/>
            <p:cNvSpPr txBox="1">
              <a:spLocks noChangeArrowheads="1"/>
            </p:cNvSpPr>
            <p:nvPr/>
          </p:nvSpPr>
          <p:spPr bwMode="auto">
            <a:xfrm>
              <a:off x="1296" y="17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6</a:t>
              </a:r>
            </a:p>
          </p:txBody>
        </p:sp>
        <p:grpSp>
          <p:nvGrpSpPr>
            <p:cNvPr id="51291" name="Group 37"/>
            <p:cNvGrpSpPr>
              <a:grpSpLocks/>
            </p:cNvGrpSpPr>
            <p:nvPr/>
          </p:nvGrpSpPr>
          <p:grpSpPr bwMode="auto">
            <a:xfrm>
              <a:off x="720" y="1344"/>
              <a:ext cx="864" cy="816"/>
              <a:chOff x="1968" y="1248"/>
              <a:chExt cx="864" cy="672"/>
            </a:xfrm>
          </p:grpSpPr>
          <p:sp>
            <p:nvSpPr>
              <p:cNvPr id="51295" name="Line 38"/>
              <p:cNvSpPr>
                <a:spLocks noChangeShapeType="1"/>
              </p:cNvSpPr>
              <p:nvPr/>
            </p:nvSpPr>
            <p:spPr bwMode="auto">
              <a:xfrm>
                <a:off x="2256"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1296" name="Line 39"/>
              <p:cNvSpPr>
                <a:spLocks noChangeShapeType="1"/>
              </p:cNvSpPr>
              <p:nvPr/>
            </p:nvSpPr>
            <p:spPr bwMode="auto">
              <a:xfrm>
                <a:off x="1968"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1297" name="Line 40"/>
              <p:cNvSpPr>
                <a:spLocks noChangeShapeType="1"/>
              </p:cNvSpPr>
              <p:nvPr/>
            </p:nvSpPr>
            <p:spPr bwMode="auto">
              <a:xfrm>
                <a:off x="2544"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1298" name="Line 41"/>
              <p:cNvSpPr>
                <a:spLocks noChangeShapeType="1"/>
              </p:cNvSpPr>
              <p:nvPr/>
            </p:nvSpPr>
            <p:spPr bwMode="auto">
              <a:xfrm>
                <a:off x="2832"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51292" name="Text Box 42"/>
            <p:cNvSpPr txBox="1">
              <a:spLocks noChangeArrowheads="1"/>
            </p:cNvSpPr>
            <p:nvPr/>
          </p:nvSpPr>
          <p:spPr bwMode="auto">
            <a:xfrm>
              <a:off x="720"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7</a:t>
              </a:r>
            </a:p>
          </p:txBody>
        </p:sp>
        <p:sp>
          <p:nvSpPr>
            <p:cNvPr id="51293" name="Text Box 43"/>
            <p:cNvSpPr txBox="1">
              <a:spLocks noChangeArrowheads="1"/>
            </p:cNvSpPr>
            <p:nvPr/>
          </p:nvSpPr>
          <p:spPr bwMode="auto">
            <a:xfrm>
              <a:off x="1008"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8</a:t>
              </a:r>
            </a:p>
          </p:txBody>
        </p:sp>
        <p:sp>
          <p:nvSpPr>
            <p:cNvPr id="51294" name="Text Box 44"/>
            <p:cNvSpPr txBox="1">
              <a:spLocks noChangeArrowheads="1"/>
            </p:cNvSpPr>
            <p:nvPr/>
          </p:nvSpPr>
          <p:spPr bwMode="auto">
            <a:xfrm>
              <a:off x="1296"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9</a:t>
              </a:r>
            </a:p>
          </p:txBody>
        </p:sp>
      </p:grpSp>
      <p:grpSp>
        <p:nvGrpSpPr>
          <p:cNvPr id="51208" name="Group 50"/>
          <p:cNvGrpSpPr>
            <a:grpSpLocks/>
          </p:cNvGrpSpPr>
          <p:nvPr/>
        </p:nvGrpSpPr>
        <p:grpSpPr bwMode="auto">
          <a:xfrm>
            <a:off x="6248400" y="2133600"/>
            <a:ext cx="1524000" cy="427038"/>
            <a:chOff x="3648" y="1152"/>
            <a:chExt cx="960" cy="269"/>
          </a:xfrm>
        </p:grpSpPr>
        <p:sp>
          <p:nvSpPr>
            <p:cNvPr id="51275" name="Text Box 48"/>
            <p:cNvSpPr txBox="1">
              <a:spLocks noChangeArrowheads="1"/>
            </p:cNvSpPr>
            <p:nvPr/>
          </p:nvSpPr>
          <p:spPr bwMode="auto">
            <a:xfrm>
              <a:off x="3648" y="1152"/>
              <a:ext cx="96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algn="l" eaLnBrk="1" hangingPunct="1"/>
              <a:r>
                <a:rPr lang="en-US" altLang="en-US" sz="2200">
                  <a:sym typeface="Symbol" pitchFamily="18" charset="2"/>
                </a:rPr>
                <a:t>R     </a:t>
              </a:r>
              <a:r>
                <a:rPr lang="en-US" altLang="en-US" sz="2200" baseline="-25000">
                  <a:sym typeface="Symbol" pitchFamily="18" charset="2"/>
                </a:rPr>
                <a:t>B&lt;D</a:t>
              </a:r>
              <a:r>
                <a:rPr lang="en-US" altLang="en-US" sz="2200">
                  <a:sym typeface="Symbol" pitchFamily="18" charset="2"/>
                </a:rPr>
                <a:t> S</a:t>
              </a:r>
            </a:p>
          </p:txBody>
        </p:sp>
        <p:sp>
          <p:nvSpPr>
            <p:cNvPr id="51276" name="AutoShape 49"/>
            <p:cNvSpPr>
              <a:spLocks noChangeArrowheads="1"/>
            </p:cNvSpPr>
            <p:nvPr/>
          </p:nvSpPr>
          <p:spPr bwMode="auto">
            <a:xfrm rot="-5400000">
              <a:off x="3912" y="1224"/>
              <a:ext cx="96" cy="144"/>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endParaRPr lang="en-US" altLang="en-US"/>
            </a:p>
          </p:txBody>
        </p:sp>
      </p:grpSp>
      <p:grpSp>
        <p:nvGrpSpPr>
          <p:cNvPr id="478313" name="Group 105"/>
          <p:cNvGrpSpPr>
            <a:grpSpLocks/>
          </p:cNvGrpSpPr>
          <p:nvPr/>
        </p:nvGrpSpPr>
        <p:grpSpPr bwMode="auto">
          <a:xfrm>
            <a:off x="5943600" y="3124200"/>
            <a:ext cx="2286000" cy="304800"/>
            <a:chOff x="3744" y="1968"/>
            <a:chExt cx="1440" cy="192"/>
          </a:xfrm>
        </p:grpSpPr>
        <p:sp>
          <p:nvSpPr>
            <p:cNvPr id="51270" name="Text Box 56"/>
            <p:cNvSpPr txBox="1">
              <a:spLocks noChangeArrowheads="1"/>
            </p:cNvSpPr>
            <p:nvPr/>
          </p:nvSpPr>
          <p:spPr bwMode="auto">
            <a:xfrm>
              <a:off x="3744"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1</a:t>
              </a:r>
            </a:p>
          </p:txBody>
        </p:sp>
        <p:sp>
          <p:nvSpPr>
            <p:cNvPr id="51271" name="Text Box 62"/>
            <p:cNvSpPr txBox="1">
              <a:spLocks noChangeArrowheads="1"/>
            </p:cNvSpPr>
            <p:nvPr/>
          </p:nvSpPr>
          <p:spPr bwMode="auto">
            <a:xfrm>
              <a:off x="4032"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2</a:t>
              </a:r>
            </a:p>
          </p:txBody>
        </p:sp>
        <p:sp>
          <p:nvSpPr>
            <p:cNvPr id="51272" name="Text Box 65"/>
            <p:cNvSpPr txBox="1">
              <a:spLocks noChangeArrowheads="1"/>
            </p:cNvSpPr>
            <p:nvPr/>
          </p:nvSpPr>
          <p:spPr bwMode="auto">
            <a:xfrm>
              <a:off x="4320"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3</a:t>
              </a:r>
            </a:p>
          </p:txBody>
        </p:sp>
        <p:sp>
          <p:nvSpPr>
            <p:cNvPr id="51273" name="Text Box 77"/>
            <p:cNvSpPr txBox="1">
              <a:spLocks noChangeArrowheads="1"/>
            </p:cNvSpPr>
            <p:nvPr/>
          </p:nvSpPr>
          <p:spPr bwMode="auto">
            <a:xfrm>
              <a:off x="4608"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3</a:t>
              </a:r>
            </a:p>
          </p:txBody>
        </p:sp>
        <p:sp>
          <p:nvSpPr>
            <p:cNvPr id="51274" name="Text Box 80"/>
            <p:cNvSpPr txBox="1">
              <a:spLocks noChangeArrowheads="1"/>
            </p:cNvSpPr>
            <p:nvPr/>
          </p:nvSpPr>
          <p:spPr bwMode="auto">
            <a:xfrm>
              <a:off x="4896"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1</a:t>
              </a:r>
            </a:p>
          </p:txBody>
        </p:sp>
      </p:grpSp>
      <p:grpSp>
        <p:nvGrpSpPr>
          <p:cNvPr id="478326" name="Group 118"/>
          <p:cNvGrpSpPr>
            <a:grpSpLocks/>
          </p:cNvGrpSpPr>
          <p:nvPr/>
        </p:nvGrpSpPr>
        <p:grpSpPr bwMode="auto">
          <a:xfrm>
            <a:off x="5943600" y="3429000"/>
            <a:ext cx="2286000" cy="304800"/>
            <a:chOff x="3744" y="2160"/>
            <a:chExt cx="1440" cy="192"/>
          </a:xfrm>
        </p:grpSpPr>
        <p:sp>
          <p:nvSpPr>
            <p:cNvPr id="51265" name="Text Box 61"/>
            <p:cNvSpPr txBox="1">
              <a:spLocks noChangeArrowheads="1"/>
            </p:cNvSpPr>
            <p:nvPr/>
          </p:nvSpPr>
          <p:spPr bwMode="auto">
            <a:xfrm>
              <a:off x="3744"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1</a:t>
              </a:r>
            </a:p>
          </p:txBody>
        </p:sp>
        <p:sp>
          <p:nvSpPr>
            <p:cNvPr id="51266" name="Text Box 63"/>
            <p:cNvSpPr txBox="1">
              <a:spLocks noChangeArrowheads="1"/>
            </p:cNvSpPr>
            <p:nvPr/>
          </p:nvSpPr>
          <p:spPr bwMode="auto">
            <a:xfrm>
              <a:off x="4032"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2</a:t>
              </a:r>
            </a:p>
          </p:txBody>
        </p:sp>
        <p:sp>
          <p:nvSpPr>
            <p:cNvPr id="51267" name="Text Box 66"/>
            <p:cNvSpPr txBox="1">
              <a:spLocks noChangeArrowheads="1"/>
            </p:cNvSpPr>
            <p:nvPr/>
          </p:nvSpPr>
          <p:spPr bwMode="auto">
            <a:xfrm>
              <a:off x="4320"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3</a:t>
              </a:r>
            </a:p>
          </p:txBody>
        </p:sp>
        <p:sp>
          <p:nvSpPr>
            <p:cNvPr id="51268" name="Text Box 78"/>
            <p:cNvSpPr txBox="1">
              <a:spLocks noChangeArrowheads="1"/>
            </p:cNvSpPr>
            <p:nvPr/>
          </p:nvSpPr>
          <p:spPr bwMode="auto">
            <a:xfrm>
              <a:off x="4608"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6</a:t>
              </a:r>
            </a:p>
          </p:txBody>
        </p:sp>
        <p:sp>
          <p:nvSpPr>
            <p:cNvPr id="51269" name="Text Box 81"/>
            <p:cNvSpPr txBox="1">
              <a:spLocks noChangeArrowheads="1"/>
            </p:cNvSpPr>
            <p:nvPr/>
          </p:nvSpPr>
          <p:spPr bwMode="auto">
            <a:xfrm>
              <a:off x="4896"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2</a:t>
              </a:r>
            </a:p>
          </p:txBody>
        </p:sp>
      </p:grpSp>
      <p:grpSp>
        <p:nvGrpSpPr>
          <p:cNvPr id="478332" name="Group 124"/>
          <p:cNvGrpSpPr>
            <a:grpSpLocks/>
          </p:cNvGrpSpPr>
          <p:nvPr/>
        </p:nvGrpSpPr>
        <p:grpSpPr bwMode="auto">
          <a:xfrm>
            <a:off x="5943600" y="3733800"/>
            <a:ext cx="2286000" cy="304800"/>
            <a:chOff x="3744" y="2352"/>
            <a:chExt cx="1440" cy="192"/>
          </a:xfrm>
        </p:grpSpPr>
        <p:sp>
          <p:nvSpPr>
            <p:cNvPr id="51260" name="Text Box 72"/>
            <p:cNvSpPr txBox="1">
              <a:spLocks noChangeArrowheads="1"/>
            </p:cNvSpPr>
            <p:nvPr/>
          </p:nvSpPr>
          <p:spPr bwMode="auto">
            <a:xfrm>
              <a:off x="3744" y="235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4</a:t>
              </a:r>
            </a:p>
          </p:txBody>
        </p:sp>
        <p:sp>
          <p:nvSpPr>
            <p:cNvPr id="51261" name="Text Box 73"/>
            <p:cNvSpPr txBox="1">
              <a:spLocks noChangeArrowheads="1"/>
            </p:cNvSpPr>
            <p:nvPr/>
          </p:nvSpPr>
          <p:spPr bwMode="auto">
            <a:xfrm>
              <a:off x="4032" y="235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5</a:t>
              </a:r>
            </a:p>
          </p:txBody>
        </p:sp>
        <p:sp>
          <p:nvSpPr>
            <p:cNvPr id="51262" name="Text Box 74"/>
            <p:cNvSpPr txBox="1">
              <a:spLocks noChangeArrowheads="1"/>
            </p:cNvSpPr>
            <p:nvPr/>
          </p:nvSpPr>
          <p:spPr bwMode="auto">
            <a:xfrm>
              <a:off x="4320" y="235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6</a:t>
              </a:r>
            </a:p>
          </p:txBody>
        </p:sp>
        <p:sp>
          <p:nvSpPr>
            <p:cNvPr id="51263" name="Text Box 82"/>
            <p:cNvSpPr txBox="1">
              <a:spLocks noChangeArrowheads="1"/>
            </p:cNvSpPr>
            <p:nvPr/>
          </p:nvSpPr>
          <p:spPr bwMode="auto">
            <a:xfrm>
              <a:off x="4608" y="235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6</a:t>
              </a:r>
            </a:p>
          </p:txBody>
        </p:sp>
        <p:sp>
          <p:nvSpPr>
            <p:cNvPr id="51264" name="Text Box 83"/>
            <p:cNvSpPr txBox="1">
              <a:spLocks noChangeArrowheads="1"/>
            </p:cNvSpPr>
            <p:nvPr/>
          </p:nvSpPr>
          <p:spPr bwMode="auto">
            <a:xfrm>
              <a:off x="4896" y="235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sym typeface="Symbol" pitchFamily="18" charset="2"/>
                </a:rPr>
                <a:t>2</a:t>
              </a:r>
            </a:p>
          </p:txBody>
        </p:sp>
      </p:grpSp>
      <p:grpSp>
        <p:nvGrpSpPr>
          <p:cNvPr id="478309" name="Group 101"/>
          <p:cNvGrpSpPr>
            <a:grpSpLocks/>
          </p:cNvGrpSpPr>
          <p:nvPr/>
        </p:nvGrpSpPr>
        <p:grpSpPr bwMode="auto">
          <a:xfrm>
            <a:off x="5943600" y="2743200"/>
            <a:ext cx="2286000" cy="1295400"/>
            <a:chOff x="3744" y="1728"/>
            <a:chExt cx="1440" cy="816"/>
          </a:xfrm>
        </p:grpSpPr>
        <p:grpSp>
          <p:nvGrpSpPr>
            <p:cNvPr id="51242" name="Group 75"/>
            <p:cNvGrpSpPr>
              <a:grpSpLocks/>
            </p:cNvGrpSpPr>
            <p:nvPr/>
          </p:nvGrpSpPr>
          <p:grpSpPr bwMode="auto">
            <a:xfrm>
              <a:off x="3744" y="1728"/>
              <a:ext cx="1440" cy="192"/>
              <a:chOff x="3120" y="1872"/>
              <a:chExt cx="1200" cy="192"/>
            </a:xfrm>
          </p:grpSpPr>
          <p:sp>
            <p:nvSpPr>
              <p:cNvPr id="51258" name="Line 53"/>
              <p:cNvSpPr>
                <a:spLocks noChangeShapeType="1"/>
              </p:cNvSpPr>
              <p:nvPr/>
            </p:nvSpPr>
            <p:spPr bwMode="auto">
              <a:xfrm>
                <a:off x="3120" y="2064"/>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1259" name="Line 57"/>
              <p:cNvSpPr>
                <a:spLocks noChangeShapeType="1"/>
              </p:cNvSpPr>
              <p:nvPr/>
            </p:nvSpPr>
            <p:spPr bwMode="auto">
              <a:xfrm>
                <a:off x="3120" y="1872"/>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51243" name="Line 58"/>
            <p:cNvSpPr>
              <a:spLocks noChangeShapeType="1"/>
            </p:cNvSpPr>
            <p:nvPr/>
          </p:nvSpPr>
          <p:spPr bwMode="auto">
            <a:xfrm>
              <a:off x="3744" y="2544"/>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nvGrpSpPr>
            <p:cNvPr id="51244" name="Group 100"/>
            <p:cNvGrpSpPr>
              <a:grpSpLocks/>
            </p:cNvGrpSpPr>
            <p:nvPr/>
          </p:nvGrpSpPr>
          <p:grpSpPr bwMode="auto">
            <a:xfrm>
              <a:off x="3744" y="1728"/>
              <a:ext cx="1440" cy="816"/>
              <a:chOff x="3744" y="1728"/>
              <a:chExt cx="1440" cy="816"/>
            </a:xfrm>
          </p:grpSpPr>
          <p:sp>
            <p:nvSpPr>
              <p:cNvPr id="51245" name="Text Box 54"/>
              <p:cNvSpPr txBox="1">
                <a:spLocks noChangeArrowheads="1"/>
              </p:cNvSpPr>
              <p:nvPr/>
            </p:nvSpPr>
            <p:spPr bwMode="auto">
              <a:xfrm>
                <a:off x="3744"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t>A</a:t>
                </a:r>
              </a:p>
            </p:txBody>
          </p:sp>
          <p:sp>
            <p:nvSpPr>
              <p:cNvPr id="51246" name="Text Box 55"/>
              <p:cNvSpPr txBox="1">
                <a:spLocks noChangeArrowheads="1"/>
              </p:cNvSpPr>
              <p:nvPr/>
            </p:nvSpPr>
            <p:spPr bwMode="auto">
              <a:xfrm>
                <a:off x="4032"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t>B</a:t>
                </a:r>
              </a:p>
            </p:txBody>
          </p:sp>
          <p:sp>
            <p:nvSpPr>
              <p:cNvPr id="51247" name="Text Box 64"/>
              <p:cNvSpPr txBox="1">
                <a:spLocks noChangeArrowheads="1"/>
              </p:cNvSpPr>
              <p:nvPr/>
            </p:nvSpPr>
            <p:spPr bwMode="auto">
              <a:xfrm>
                <a:off x="4320"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t>C</a:t>
                </a:r>
              </a:p>
            </p:txBody>
          </p:sp>
          <p:sp>
            <p:nvSpPr>
              <p:cNvPr id="51248" name="Text Box 76"/>
              <p:cNvSpPr txBox="1">
                <a:spLocks noChangeArrowheads="1"/>
              </p:cNvSpPr>
              <p:nvPr/>
            </p:nvSpPr>
            <p:spPr bwMode="auto">
              <a:xfrm>
                <a:off x="4608"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t>D</a:t>
                </a:r>
              </a:p>
            </p:txBody>
          </p:sp>
          <p:sp>
            <p:nvSpPr>
              <p:cNvPr id="51249" name="Text Box 79"/>
              <p:cNvSpPr txBox="1">
                <a:spLocks noChangeArrowheads="1"/>
              </p:cNvSpPr>
              <p:nvPr/>
            </p:nvSpPr>
            <p:spPr bwMode="auto">
              <a:xfrm>
                <a:off x="4896"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1400"/>
                  <a:t>E</a:t>
                </a:r>
              </a:p>
            </p:txBody>
          </p:sp>
          <p:grpSp>
            <p:nvGrpSpPr>
              <p:cNvPr id="51250" name="Group 89"/>
              <p:cNvGrpSpPr>
                <a:grpSpLocks/>
              </p:cNvGrpSpPr>
              <p:nvPr/>
            </p:nvGrpSpPr>
            <p:grpSpPr bwMode="auto">
              <a:xfrm>
                <a:off x="3744" y="1728"/>
                <a:ext cx="1440" cy="816"/>
                <a:chOff x="3456" y="1872"/>
                <a:chExt cx="1440" cy="816"/>
              </a:xfrm>
            </p:grpSpPr>
            <p:grpSp>
              <p:nvGrpSpPr>
                <p:cNvPr id="51251" name="Group 67"/>
                <p:cNvGrpSpPr>
                  <a:grpSpLocks/>
                </p:cNvGrpSpPr>
                <p:nvPr/>
              </p:nvGrpSpPr>
              <p:grpSpPr bwMode="auto">
                <a:xfrm>
                  <a:off x="3456" y="1872"/>
                  <a:ext cx="864" cy="816"/>
                  <a:chOff x="1968" y="1248"/>
                  <a:chExt cx="864" cy="672"/>
                </a:xfrm>
              </p:grpSpPr>
              <p:sp>
                <p:nvSpPr>
                  <p:cNvPr id="51254" name="Line 68"/>
                  <p:cNvSpPr>
                    <a:spLocks noChangeShapeType="1"/>
                  </p:cNvSpPr>
                  <p:nvPr/>
                </p:nvSpPr>
                <p:spPr bwMode="auto">
                  <a:xfrm>
                    <a:off x="2256"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1255" name="Line 69"/>
                  <p:cNvSpPr>
                    <a:spLocks noChangeShapeType="1"/>
                  </p:cNvSpPr>
                  <p:nvPr/>
                </p:nvSpPr>
                <p:spPr bwMode="auto">
                  <a:xfrm>
                    <a:off x="1968"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1256" name="Line 70"/>
                  <p:cNvSpPr>
                    <a:spLocks noChangeShapeType="1"/>
                  </p:cNvSpPr>
                  <p:nvPr/>
                </p:nvSpPr>
                <p:spPr bwMode="auto">
                  <a:xfrm>
                    <a:off x="2544"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1257" name="Line 71"/>
                  <p:cNvSpPr>
                    <a:spLocks noChangeShapeType="1"/>
                  </p:cNvSpPr>
                  <p:nvPr/>
                </p:nvSpPr>
                <p:spPr bwMode="auto">
                  <a:xfrm>
                    <a:off x="2832"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51252" name="Line 85"/>
                <p:cNvSpPr>
                  <a:spLocks noChangeShapeType="1"/>
                </p:cNvSpPr>
                <p:nvPr/>
              </p:nvSpPr>
              <p:spPr bwMode="auto">
                <a:xfrm>
                  <a:off x="4896" y="1872"/>
                  <a:ext cx="0" cy="81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1253" name="Line 86"/>
                <p:cNvSpPr>
                  <a:spLocks noChangeShapeType="1"/>
                </p:cNvSpPr>
                <p:nvPr/>
              </p:nvSpPr>
              <p:spPr bwMode="auto">
                <a:xfrm>
                  <a:off x="4608" y="1872"/>
                  <a:ext cx="0" cy="81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grpSp>
      <p:grpSp>
        <p:nvGrpSpPr>
          <p:cNvPr id="478305" name="Group 97"/>
          <p:cNvGrpSpPr>
            <a:grpSpLocks/>
          </p:cNvGrpSpPr>
          <p:nvPr/>
        </p:nvGrpSpPr>
        <p:grpSpPr bwMode="auto">
          <a:xfrm>
            <a:off x="2819400" y="4800600"/>
            <a:ext cx="3505200" cy="641350"/>
            <a:chOff x="384" y="2304"/>
            <a:chExt cx="2208" cy="404"/>
          </a:xfrm>
        </p:grpSpPr>
        <p:grpSp>
          <p:nvGrpSpPr>
            <p:cNvPr id="51238" name="Group 96"/>
            <p:cNvGrpSpPr>
              <a:grpSpLocks/>
            </p:cNvGrpSpPr>
            <p:nvPr/>
          </p:nvGrpSpPr>
          <p:grpSpPr bwMode="auto">
            <a:xfrm>
              <a:off x="384" y="2419"/>
              <a:ext cx="1248" cy="269"/>
              <a:chOff x="384" y="2419"/>
              <a:chExt cx="1248" cy="269"/>
            </a:xfrm>
          </p:grpSpPr>
          <p:sp>
            <p:nvSpPr>
              <p:cNvPr id="51240" name="Text Box 92"/>
              <p:cNvSpPr txBox="1">
                <a:spLocks noChangeArrowheads="1"/>
              </p:cNvSpPr>
              <p:nvPr/>
            </p:nvSpPr>
            <p:spPr bwMode="auto">
              <a:xfrm>
                <a:off x="384" y="2419"/>
                <a:ext cx="124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algn="l" eaLnBrk="1" hangingPunct="1"/>
                <a:r>
                  <a:rPr lang="en-US" altLang="en-US" sz="2200">
                    <a:sym typeface="Symbol" pitchFamily="18" charset="2"/>
                  </a:rPr>
                  <a:t>R     </a:t>
                </a:r>
                <a:r>
                  <a:rPr lang="en-US" altLang="en-US" sz="2200" baseline="-25000">
                    <a:sym typeface="Symbol" pitchFamily="18" charset="2"/>
                  </a:rPr>
                  <a:t>C</a:t>
                </a:r>
                <a:r>
                  <a:rPr lang="en-US" altLang="en-US" sz="2200">
                    <a:sym typeface="Symbol" pitchFamily="18" charset="2"/>
                  </a:rPr>
                  <a:t> S   =</a:t>
                </a:r>
              </a:p>
            </p:txBody>
          </p:sp>
          <p:sp>
            <p:nvSpPr>
              <p:cNvPr id="51241" name="AutoShape 93"/>
              <p:cNvSpPr>
                <a:spLocks noChangeArrowheads="1"/>
              </p:cNvSpPr>
              <p:nvPr/>
            </p:nvSpPr>
            <p:spPr bwMode="auto">
              <a:xfrm rot="-5400000">
                <a:off x="648" y="2491"/>
                <a:ext cx="96" cy="144"/>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endParaRPr lang="en-US" altLang="en-US"/>
              </a:p>
            </p:txBody>
          </p:sp>
        </p:grpSp>
        <p:sp>
          <p:nvSpPr>
            <p:cNvPr id="51239" name="Text Box 94"/>
            <p:cNvSpPr txBox="1">
              <a:spLocks noChangeArrowheads="1"/>
            </p:cNvSpPr>
            <p:nvPr/>
          </p:nvSpPr>
          <p:spPr bwMode="auto">
            <a:xfrm>
              <a:off x="1488" y="2304"/>
              <a:ext cx="110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algn="l" eaLnBrk="1" hangingPunct="1"/>
              <a:r>
                <a:rPr lang="en-US" altLang="en-US" sz="3600">
                  <a:sym typeface="Symbol" pitchFamily="18" charset="2"/>
                </a:rPr>
                <a:t></a:t>
              </a:r>
              <a:r>
                <a:rPr lang="en-US" altLang="en-US" sz="2200" baseline="-25000">
                  <a:sym typeface="Symbol" pitchFamily="18" charset="2"/>
                </a:rPr>
                <a:t>C</a:t>
              </a:r>
              <a:r>
                <a:rPr lang="en-US" altLang="en-US" sz="2200">
                  <a:sym typeface="Symbol" pitchFamily="18" charset="2"/>
                </a:rPr>
                <a:t>(R </a:t>
              </a:r>
              <a:r>
                <a:rPr lang="en-US" altLang="en-US" sz="2200" b="1">
                  <a:sym typeface="Symbol" pitchFamily="18" charset="2"/>
                </a:rPr>
                <a:t></a:t>
              </a:r>
              <a:r>
                <a:rPr lang="en-US" altLang="en-US" sz="2200">
                  <a:sym typeface="Symbol" pitchFamily="18" charset="2"/>
                </a:rPr>
                <a:t> S)</a:t>
              </a:r>
            </a:p>
          </p:txBody>
        </p:sp>
      </p:grpSp>
      <p:grpSp>
        <p:nvGrpSpPr>
          <p:cNvPr id="478314" name="Group 106"/>
          <p:cNvGrpSpPr>
            <a:grpSpLocks/>
          </p:cNvGrpSpPr>
          <p:nvPr/>
        </p:nvGrpSpPr>
        <p:grpSpPr bwMode="auto">
          <a:xfrm>
            <a:off x="1828800" y="3124200"/>
            <a:ext cx="2209800" cy="304800"/>
            <a:chOff x="1152" y="1968"/>
            <a:chExt cx="1392" cy="192"/>
          </a:xfrm>
        </p:grpSpPr>
        <p:sp>
          <p:nvSpPr>
            <p:cNvPr id="51235" name="Oval 102"/>
            <p:cNvSpPr>
              <a:spLocks noChangeArrowheads="1"/>
            </p:cNvSpPr>
            <p:nvPr/>
          </p:nvSpPr>
          <p:spPr bwMode="auto">
            <a:xfrm>
              <a:off x="1152" y="1968"/>
              <a:ext cx="192" cy="192"/>
            </a:xfrm>
            <a:prstGeom prst="ellipse">
              <a:avLst/>
            </a:prstGeom>
            <a:noFill/>
            <a:ln w="12700" algn="ctr">
              <a:solidFill>
                <a:srgbClr val="777777"/>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endParaRPr lang="en-US" altLang="en-US"/>
            </a:p>
          </p:txBody>
        </p:sp>
        <p:sp>
          <p:nvSpPr>
            <p:cNvPr id="51236" name="Oval 103"/>
            <p:cNvSpPr>
              <a:spLocks noChangeArrowheads="1"/>
            </p:cNvSpPr>
            <p:nvPr/>
          </p:nvSpPr>
          <p:spPr bwMode="auto">
            <a:xfrm>
              <a:off x="2352" y="1968"/>
              <a:ext cx="192" cy="192"/>
            </a:xfrm>
            <a:prstGeom prst="ellipse">
              <a:avLst/>
            </a:prstGeom>
            <a:noFill/>
            <a:ln w="12700" algn="ctr">
              <a:solidFill>
                <a:srgbClr val="777777"/>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endParaRPr lang="en-US" altLang="en-US"/>
            </a:p>
          </p:txBody>
        </p:sp>
        <p:sp>
          <p:nvSpPr>
            <p:cNvPr id="51237" name="Line 104"/>
            <p:cNvSpPr>
              <a:spLocks noChangeShapeType="1"/>
            </p:cNvSpPr>
            <p:nvPr/>
          </p:nvSpPr>
          <p:spPr bwMode="auto">
            <a:xfrm>
              <a:off x="1344" y="2064"/>
              <a:ext cx="1008" cy="0"/>
            </a:xfrm>
            <a:prstGeom prst="line">
              <a:avLst/>
            </a:prstGeom>
            <a:noFill/>
            <a:ln w="12700">
              <a:solidFill>
                <a:srgbClr val="777777"/>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478319" name="Group 111"/>
          <p:cNvGrpSpPr>
            <a:grpSpLocks/>
          </p:cNvGrpSpPr>
          <p:nvPr/>
        </p:nvGrpSpPr>
        <p:grpSpPr bwMode="auto">
          <a:xfrm>
            <a:off x="1828800" y="3124200"/>
            <a:ext cx="2209800" cy="609600"/>
            <a:chOff x="1152" y="1968"/>
            <a:chExt cx="1392" cy="384"/>
          </a:xfrm>
        </p:grpSpPr>
        <p:sp>
          <p:nvSpPr>
            <p:cNvPr id="51232" name="Oval 108"/>
            <p:cNvSpPr>
              <a:spLocks noChangeArrowheads="1"/>
            </p:cNvSpPr>
            <p:nvPr/>
          </p:nvSpPr>
          <p:spPr bwMode="auto">
            <a:xfrm>
              <a:off x="1152" y="1968"/>
              <a:ext cx="192" cy="192"/>
            </a:xfrm>
            <a:prstGeom prst="ellipse">
              <a:avLst/>
            </a:prstGeom>
            <a:noFill/>
            <a:ln w="12700" algn="ctr">
              <a:solidFill>
                <a:srgbClr val="777777"/>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endParaRPr lang="en-US" altLang="en-US"/>
            </a:p>
          </p:txBody>
        </p:sp>
        <p:sp>
          <p:nvSpPr>
            <p:cNvPr id="51233" name="Oval 109"/>
            <p:cNvSpPr>
              <a:spLocks noChangeArrowheads="1"/>
            </p:cNvSpPr>
            <p:nvPr/>
          </p:nvSpPr>
          <p:spPr bwMode="auto">
            <a:xfrm>
              <a:off x="2352" y="2160"/>
              <a:ext cx="192" cy="192"/>
            </a:xfrm>
            <a:prstGeom prst="ellipse">
              <a:avLst/>
            </a:prstGeom>
            <a:noFill/>
            <a:ln w="12700" algn="ctr">
              <a:solidFill>
                <a:srgbClr val="777777"/>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endParaRPr lang="en-US" altLang="en-US"/>
            </a:p>
          </p:txBody>
        </p:sp>
        <p:sp>
          <p:nvSpPr>
            <p:cNvPr id="51234" name="Line 110"/>
            <p:cNvSpPr>
              <a:spLocks noChangeShapeType="1"/>
            </p:cNvSpPr>
            <p:nvPr/>
          </p:nvSpPr>
          <p:spPr bwMode="auto">
            <a:xfrm>
              <a:off x="1344" y="2064"/>
              <a:ext cx="1008" cy="192"/>
            </a:xfrm>
            <a:prstGeom prst="line">
              <a:avLst/>
            </a:prstGeom>
            <a:noFill/>
            <a:ln w="12700">
              <a:solidFill>
                <a:srgbClr val="777777"/>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grpSp>
        <p:nvGrpSpPr>
          <p:cNvPr id="478325" name="Group 117"/>
          <p:cNvGrpSpPr>
            <a:grpSpLocks/>
          </p:cNvGrpSpPr>
          <p:nvPr/>
        </p:nvGrpSpPr>
        <p:grpSpPr bwMode="auto">
          <a:xfrm>
            <a:off x="1828800" y="3124200"/>
            <a:ext cx="2209800" cy="609600"/>
            <a:chOff x="1152" y="1968"/>
            <a:chExt cx="1392" cy="384"/>
          </a:xfrm>
        </p:grpSpPr>
        <p:sp>
          <p:nvSpPr>
            <p:cNvPr id="51229" name="Oval 113"/>
            <p:cNvSpPr>
              <a:spLocks noChangeArrowheads="1"/>
            </p:cNvSpPr>
            <p:nvPr/>
          </p:nvSpPr>
          <p:spPr bwMode="auto">
            <a:xfrm>
              <a:off x="1152" y="2160"/>
              <a:ext cx="192" cy="192"/>
            </a:xfrm>
            <a:prstGeom prst="ellipse">
              <a:avLst/>
            </a:prstGeom>
            <a:noFill/>
            <a:ln w="12700" algn="ctr">
              <a:solidFill>
                <a:srgbClr val="777777"/>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endParaRPr lang="en-US" altLang="en-US"/>
            </a:p>
          </p:txBody>
        </p:sp>
        <p:sp>
          <p:nvSpPr>
            <p:cNvPr id="51230" name="Oval 114"/>
            <p:cNvSpPr>
              <a:spLocks noChangeArrowheads="1"/>
            </p:cNvSpPr>
            <p:nvPr/>
          </p:nvSpPr>
          <p:spPr bwMode="auto">
            <a:xfrm>
              <a:off x="2352" y="1968"/>
              <a:ext cx="192" cy="192"/>
            </a:xfrm>
            <a:prstGeom prst="ellipse">
              <a:avLst/>
            </a:prstGeom>
            <a:noFill/>
            <a:ln w="12700" algn="ctr">
              <a:solidFill>
                <a:srgbClr val="777777"/>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endParaRPr lang="en-US" altLang="en-US"/>
            </a:p>
          </p:txBody>
        </p:sp>
        <p:sp>
          <p:nvSpPr>
            <p:cNvPr id="51231" name="Line 115"/>
            <p:cNvSpPr>
              <a:spLocks noChangeShapeType="1"/>
            </p:cNvSpPr>
            <p:nvPr/>
          </p:nvSpPr>
          <p:spPr bwMode="auto">
            <a:xfrm flipV="1">
              <a:off x="1344" y="2064"/>
              <a:ext cx="1008" cy="192"/>
            </a:xfrm>
            <a:prstGeom prst="line">
              <a:avLst/>
            </a:prstGeom>
            <a:noFill/>
            <a:ln w="12700">
              <a:solidFill>
                <a:srgbClr val="777777"/>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grpSp>
        <p:nvGrpSpPr>
          <p:cNvPr id="478331" name="Group 123"/>
          <p:cNvGrpSpPr>
            <a:grpSpLocks/>
          </p:cNvGrpSpPr>
          <p:nvPr/>
        </p:nvGrpSpPr>
        <p:grpSpPr bwMode="auto">
          <a:xfrm>
            <a:off x="1828800" y="3429000"/>
            <a:ext cx="2209800" cy="304800"/>
            <a:chOff x="1152" y="2160"/>
            <a:chExt cx="1392" cy="192"/>
          </a:xfrm>
        </p:grpSpPr>
        <p:sp>
          <p:nvSpPr>
            <p:cNvPr id="51226" name="Oval 120"/>
            <p:cNvSpPr>
              <a:spLocks noChangeArrowheads="1"/>
            </p:cNvSpPr>
            <p:nvPr/>
          </p:nvSpPr>
          <p:spPr bwMode="auto">
            <a:xfrm>
              <a:off x="1152" y="2160"/>
              <a:ext cx="192" cy="192"/>
            </a:xfrm>
            <a:prstGeom prst="ellipse">
              <a:avLst/>
            </a:prstGeom>
            <a:noFill/>
            <a:ln w="12700" algn="ctr">
              <a:solidFill>
                <a:srgbClr val="777777"/>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endParaRPr lang="en-US" altLang="en-US"/>
            </a:p>
          </p:txBody>
        </p:sp>
        <p:sp>
          <p:nvSpPr>
            <p:cNvPr id="51227" name="Oval 121"/>
            <p:cNvSpPr>
              <a:spLocks noChangeArrowheads="1"/>
            </p:cNvSpPr>
            <p:nvPr/>
          </p:nvSpPr>
          <p:spPr bwMode="auto">
            <a:xfrm>
              <a:off x="2352" y="2160"/>
              <a:ext cx="192" cy="192"/>
            </a:xfrm>
            <a:prstGeom prst="ellipse">
              <a:avLst/>
            </a:prstGeom>
            <a:noFill/>
            <a:ln w="12700" algn="ctr">
              <a:solidFill>
                <a:srgbClr val="777777"/>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endParaRPr lang="en-US" altLang="en-US"/>
            </a:p>
          </p:txBody>
        </p:sp>
        <p:sp>
          <p:nvSpPr>
            <p:cNvPr id="51228" name="Line 122"/>
            <p:cNvSpPr>
              <a:spLocks noChangeShapeType="1"/>
            </p:cNvSpPr>
            <p:nvPr/>
          </p:nvSpPr>
          <p:spPr bwMode="auto">
            <a:xfrm>
              <a:off x="1344" y="2256"/>
              <a:ext cx="1008" cy="0"/>
            </a:xfrm>
            <a:prstGeom prst="line">
              <a:avLst/>
            </a:prstGeom>
            <a:noFill/>
            <a:ln w="12700">
              <a:solidFill>
                <a:srgbClr val="777777"/>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grpSp>
        <p:nvGrpSpPr>
          <p:cNvPr id="478340" name="Group 132"/>
          <p:cNvGrpSpPr>
            <a:grpSpLocks/>
          </p:cNvGrpSpPr>
          <p:nvPr/>
        </p:nvGrpSpPr>
        <p:grpSpPr bwMode="auto">
          <a:xfrm>
            <a:off x="1828800" y="3124200"/>
            <a:ext cx="2209800" cy="914400"/>
            <a:chOff x="1152" y="1968"/>
            <a:chExt cx="1392" cy="576"/>
          </a:xfrm>
        </p:grpSpPr>
        <p:sp>
          <p:nvSpPr>
            <p:cNvPr id="51223" name="Oval 126"/>
            <p:cNvSpPr>
              <a:spLocks noChangeArrowheads="1"/>
            </p:cNvSpPr>
            <p:nvPr/>
          </p:nvSpPr>
          <p:spPr bwMode="auto">
            <a:xfrm>
              <a:off x="1152" y="2352"/>
              <a:ext cx="192" cy="192"/>
            </a:xfrm>
            <a:prstGeom prst="ellipse">
              <a:avLst/>
            </a:prstGeom>
            <a:noFill/>
            <a:ln w="12700" algn="ctr">
              <a:solidFill>
                <a:srgbClr val="777777"/>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endParaRPr lang="en-US" altLang="en-US"/>
            </a:p>
          </p:txBody>
        </p:sp>
        <p:sp>
          <p:nvSpPr>
            <p:cNvPr id="51224" name="Oval 127"/>
            <p:cNvSpPr>
              <a:spLocks noChangeArrowheads="1"/>
            </p:cNvSpPr>
            <p:nvPr/>
          </p:nvSpPr>
          <p:spPr bwMode="auto">
            <a:xfrm>
              <a:off x="2352" y="1968"/>
              <a:ext cx="192" cy="192"/>
            </a:xfrm>
            <a:prstGeom prst="ellipse">
              <a:avLst/>
            </a:prstGeom>
            <a:noFill/>
            <a:ln w="12700" algn="ctr">
              <a:solidFill>
                <a:srgbClr val="777777"/>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endParaRPr lang="en-US" altLang="en-US"/>
            </a:p>
          </p:txBody>
        </p:sp>
        <p:sp>
          <p:nvSpPr>
            <p:cNvPr id="51225" name="Line 128"/>
            <p:cNvSpPr>
              <a:spLocks noChangeShapeType="1"/>
            </p:cNvSpPr>
            <p:nvPr/>
          </p:nvSpPr>
          <p:spPr bwMode="auto">
            <a:xfrm flipV="1">
              <a:off x="1344" y="2064"/>
              <a:ext cx="1008" cy="384"/>
            </a:xfrm>
            <a:prstGeom prst="line">
              <a:avLst/>
            </a:prstGeom>
            <a:noFill/>
            <a:ln w="12700">
              <a:solidFill>
                <a:srgbClr val="777777"/>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grpSp>
        <p:nvGrpSpPr>
          <p:cNvPr id="478341" name="Group 133"/>
          <p:cNvGrpSpPr>
            <a:grpSpLocks/>
          </p:cNvGrpSpPr>
          <p:nvPr/>
        </p:nvGrpSpPr>
        <p:grpSpPr bwMode="auto">
          <a:xfrm>
            <a:off x="1828800" y="3429000"/>
            <a:ext cx="2209800" cy="609600"/>
            <a:chOff x="1152" y="2160"/>
            <a:chExt cx="1392" cy="384"/>
          </a:xfrm>
        </p:grpSpPr>
        <p:sp>
          <p:nvSpPr>
            <p:cNvPr id="51220" name="Oval 129"/>
            <p:cNvSpPr>
              <a:spLocks noChangeArrowheads="1"/>
            </p:cNvSpPr>
            <p:nvPr/>
          </p:nvSpPr>
          <p:spPr bwMode="auto">
            <a:xfrm>
              <a:off x="1152" y="2352"/>
              <a:ext cx="192" cy="192"/>
            </a:xfrm>
            <a:prstGeom prst="ellipse">
              <a:avLst/>
            </a:prstGeom>
            <a:noFill/>
            <a:ln w="12700" algn="ctr">
              <a:solidFill>
                <a:srgbClr val="777777"/>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endParaRPr lang="en-US" altLang="en-US"/>
            </a:p>
          </p:txBody>
        </p:sp>
        <p:sp>
          <p:nvSpPr>
            <p:cNvPr id="51221" name="Oval 130"/>
            <p:cNvSpPr>
              <a:spLocks noChangeArrowheads="1"/>
            </p:cNvSpPr>
            <p:nvPr/>
          </p:nvSpPr>
          <p:spPr bwMode="auto">
            <a:xfrm>
              <a:off x="2352" y="2160"/>
              <a:ext cx="192" cy="192"/>
            </a:xfrm>
            <a:prstGeom prst="ellipse">
              <a:avLst/>
            </a:prstGeom>
            <a:noFill/>
            <a:ln w="12700" algn="ctr">
              <a:solidFill>
                <a:srgbClr val="777777"/>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endParaRPr lang="en-US" altLang="en-US"/>
            </a:p>
          </p:txBody>
        </p:sp>
        <p:sp>
          <p:nvSpPr>
            <p:cNvPr id="51222" name="Line 131"/>
            <p:cNvSpPr>
              <a:spLocks noChangeShapeType="1"/>
            </p:cNvSpPr>
            <p:nvPr/>
          </p:nvSpPr>
          <p:spPr bwMode="auto">
            <a:xfrm flipV="1">
              <a:off x="1344" y="2256"/>
              <a:ext cx="1008" cy="192"/>
            </a:xfrm>
            <a:prstGeom prst="line">
              <a:avLst/>
            </a:prstGeom>
            <a:noFill/>
            <a:ln w="12700">
              <a:solidFill>
                <a:srgbClr val="777777"/>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41</a:t>
            </a:fld>
            <a:endParaRPr lang="en-US" altLang="en-US"/>
          </a:p>
        </p:txBody>
      </p:sp>
    </p:spTree>
    <p:extLst>
      <p:ext uri="{BB962C8B-B14F-4D97-AF65-F5344CB8AC3E}">
        <p14:creationId xmlns:p14="http://schemas.microsoft.com/office/powerpoint/2010/main" val="33589413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7830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783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831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xit" presetSubtype="0" fill="hold" nodeType="clickEffect">
                                  <p:stCondLst>
                                    <p:cond delay="0"/>
                                  </p:stCondLst>
                                  <p:childTnLst>
                                    <p:set>
                                      <p:cBhvr>
                                        <p:cTn id="16" dur="1" fill="hold">
                                          <p:stCondLst>
                                            <p:cond delay="0"/>
                                          </p:stCondLst>
                                        </p:cTn>
                                        <p:tgtEl>
                                          <p:spTgt spid="478314"/>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4783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832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xit" presetSubtype="0" fill="hold" nodeType="clickEffect">
                                  <p:stCondLst>
                                    <p:cond delay="0"/>
                                  </p:stCondLst>
                                  <p:childTnLst>
                                    <p:set>
                                      <p:cBhvr>
                                        <p:cTn id="24" dur="1" fill="hold">
                                          <p:stCondLst>
                                            <p:cond delay="0"/>
                                          </p:stCondLst>
                                        </p:cTn>
                                        <p:tgtEl>
                                          <p:spTgt spid="478319"/>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47832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xit" presetSubtype="0" fill="hold" nodeType="clickEffect">
                                  <p:stCondLst>
                                    <p:cond delay="0"/>
                                  </p:stCondLst>
                                  <p:childTnLst>
                                    <p:set>
                                      <p:cBhvr>
                                        <p:cTn id="30" dur="1" fill="hold">
                                          <p:stCondLst>
                                            <p:cond delay="0"/>
                                          </p:stCondLst>
                                        </p:cTn>
                                        <p:tgtEl>
                                          <p:spTgt spid="478325"/>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47833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7833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xit" presetSubtype="0" fill="hold" nodeType="clickEffect">
                                  <p:stCondLst>
                                    <p:cond delay="0"/>
                                  </p:stCondLst>
                                  <p:childTnLst>
                                    <p:set>
                                      <p:cBhvr>
                                        <p:cTn id="38" dur="1" fill="hold">
                                          <p:stCondLst>
                                            <p:cond delay="0"/>
                                          </p:stCondLst>
                                        </p:cTn>
                                        <p:tgtEl>
                                          <p:spTgt spid="478331"/>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47834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7834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2" fill="hold" nodeType="clickEffect">
                                  <p:stCondLst>
                                    <p:cond delay="0"/>
                                  </p:stCondLst>
                                  <p:childTnLst>
                                    <p:set>
                                      <p:cBhvr>
                                        <p:cTn id="46" dur="1" fill="hold">
                                          <p:stCondLst>
                                            <p:cond delay="0"/>
                                          </p:stCondLst>
                                        </p:cTn>
                                        <p:tgtEl>
                                          <p:spTgt spid="478305"/>
                                        </p:tgtEl>
                                        <p:attrNameLst>
                                          <p:attrName>style.visibility</p:attrName>
                                        </p:attrNameLst>
                                      </p:cBhvr>
                                      <p:to>
                                        <p:strVal val="visible"/>
                                      </p:to>
                                    </p:set>
                                    <p:anim calcmode="lin" valueType="num">
                                      <p:cBhvr additive="base">
                                        <p:cTn id="47" dur="500" fill="hold"/>
                                        <p:tgtEl>
                                          <p:spTgt spid="478305"/>
                                        </p:tgtEl>
                                        <p:attrNameLst>
                                          <p:attrName>ppt_x</p:attrName>
                                        </p:attrNameLst>
                                      </p:cBhvr>
                                      <p:tavLst>
                                        <p:tav tm="0">
                                          <p:val>
                                            <p:strVal val="1+#ppt_w/2"/>
                                          </p:val>
                                        </p:tav>
                                        <p:tav tm="100000">
                                          <p:val>
                                            <p:strVal val="#ppt_x"/>
                                          </p:val>
                                        </p:tav>
                                      </p:tavLst>
                                    </p:anim>
                                    <p:anim calcmode="lin" valueType="num">
                                      <p:cBhvr additive="base">
                                        <p:cTn id="48" dur="500" fill="hold"/>
                                        <p:tgtEl>
                                          <p:spTgt spid="4783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76"/>
          <p:cNvSpPr>
            <a:spLocks noChangeArrowheads="1"/>
          </p:cNvSpPr>
          <p:nvPr/>
        </p:nvSpPr>
        <p:spPr bwMode="auto">
          <a:xfrm>
            <a:off x="3657600" y="4572000"/>
            <a:ext cx="457200" cy="1295400"/>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52227" name="Rectangle 177"/>
          <p:cNvSpPr>
            <a:spLocks noChangeArrowheads="1"/>
          </p:cNvSpPr>
          <p:nvPr/>
        </p:nvSpPr>
        <p:spPr bwMode="auto">
          <a:xfrm>
            <a:off x="2209800" y="4572000"/>
            <a:ext cx="457200" cy="1600200"/>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52228" name="Rectangle 174"/>
          <p:cNvSpPr>
            <a:spLocks noChangeArrowheads="1"/>
          </p:cNvSpPr>
          <p:nvPr/>
        </p:nvSpPr>
        <p:spPr bwMode="auto">
          <a:xfrm>
            <a:off x="3581400" y="2133600"/>
            <a:ext cx="457200" cy="1295400"/>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52229" name="Rectangle 175"/>
          <p:cNvSpPr>
            <a:spLocks noChangeArrowheads="1"/>
          </p:cNvSpPr>
          <p:nvPr/>
        </p:nvSpPr>
        <p:spPr bwMode="auto">
          <a:xfrm>
            <a:off x="2133600" y="2133600"/>
            <a:ext cx="457200" cy="1600200"/>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52230"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a:solidFill>
                  <a:schemeClr val="tx1"/>
                </a:solidFill>
              </a:rPr>
              <a:t>7.2. </a:t>
            </a:r>
            <a:r>
              <a:rPr lang="en-US" altLang="en-US" sz="3500" b="1" dirty="0" err="1">
                <a:solidFill>
                  <a:schemeClr val="tx1"/>
                </a:solidFill>
              </a:rPr>
              <a:t>Phép</a:t>
            </a:r>
            <a:r>
              <a:rPr lang="en-US" altLang="en-US" sz="3500" b="1" dirty="0">
                <a:solidFill>
                  <a:schemeClr val="tx1"/>
                </a:solidFill>
              </a:rPr>
              <a:t> </a:t>
            </a:r>
            <a:r>
              <a:rPr lang="en-US" altLang="en-US" sz="3500" b="1" dirty="0" err="1">
                <a:solidFill>
                  <a:schemeClr val="tx1"/>
                </a:solidFill>
              </a:rPr>
              <a:t>kết</a:t>
            </a:r>
            <a:r>
              <a:rPr lang="en-US" altLang="en-US" sz="3500" b="1" dirty="0">
                <a:solidFill>
                  <a:schemeClr val="tx1"/>
                </a:solidFill>
              </a:rPr>
              <a:t> </a:t>
            </a:r>
            <a:r>
              <a:rPr lang="en-US" altLang="en-US" sz="3500" b="1" dirty="0" err="1">
                <a:solidFill>
                  <a:schemeClr val="tx1"/>
                </a:solidFill>
              </a:rPr>
              <a:t>bằng</a:t>
            </a:r>
            <a:endParaRPr lang="en-US" altLang="en-US" sz="3500" b="1" dirty="0">
              <a:solidFill>
                <a:schemeClr val="tx1"/>
              </a:solidFill>
            </a:endParaRPr>
          </a:p>
        </p:txBody>
      </p:sp>
      <p:sp>
        <p:nvSpPr>
          <p:cNvPr id="52231" name="Rectangle 3"/>
          <p:cNvSpPr>
            <a:spLocks noGrp="1" noChangeArrowheads="1"/>
          </p:cNvSpPr>
          <p:nvPr>
            <p:ph sz="quarter" idx="1"/>
          </p:nvPr>
        </p:nvSpPr>
        <p:spPr>
          <a:xfrm>
            <a:off x="457200" y="1295400"/>
            <a:ext cx="8229600" cy="4835525"/>
          </a:xfrm>
        </p:spPr>
        <p:txBody>
          <a:bodyPr/>
          <a:lstStyle/>
          <a:p>
            <a:pPr eaLnBrk="1" hangingPunct="1"/>
            <a:r>
              <a:rPr lang="en-US" altLang="en-US" dirty="0" err="1"/>
              <a:t>Ví</a:t>
            </a:r>
            <a:r>
              <a:rPr lang="en-US" altLang="en-US" dirty="0"/>
              <a:t> </a:t>
            </a:r>
            <a:r>
              <a:rPr lang="en-US" altLang="en-US" dirty="0" err="1"/>
              <a:t>dụ</a:t>
            </a:r>
            <a:r>
              <a:rPr lang="en-US" altLang="en-US" dirty="0"/>
              <a:t>:</a:t>
            </a:r>
          </a:p>
        </p:txBody>
      </p:sp>
      <p:grpSp>
        <p:nvGrpSpPr>
          <p:cNvPr id="52232" name="Group 4"/>
          <p:cNvGrpSpPr>
            <a:grpSpLocks/>
          </p:cNvGrpSpPr>
          <p:nvPr/>
        </p:nvGrpSpPr>
        <p:grpSpPr bwMode="auto">
          <a:xfrm>
            <a:off x="3048000" y="2286000"/>
            <a:ext cx="1447800" cy="990600"/>
            <a:chOff x="528" y="1248"/>
            <a:chExt cx="912" cy="624"/>
          </a:xfrm>
        </p:grpSpPr>
        <p:sp>
          <p:nvSpPr>
            <p:cNvPr id="52375" name="Line 5"/>
            <p:cNvSpPr>
              <a:spLocks noChangeShapeType="1"/>
            </p:cNvSpPr>
            <p:nvPr/>
          </p:nvSpPr>
          <p:spPr bwMode="auto">
            <a:xfrm>
              <a:off x="528" y="1440"/>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376" name="Text Box 6"/>
            <p:cNvSpPr txBox="1">
              <a:spLocks noChangeArrowheads="1"/>
            </p:cNvSpPr>
            <p:nvPr/>
          </p:nvSpPr>
          <p:spPr bwMode="auto">
            <a:xfrm>
              <a:off x="864" y="124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D</a:t>
              </a:r>
            </a:p>
          </p:txBody>
        </p:sp>
        <p:sp>
          <p:nvSpPr>
            <p:cNvPr id="52377" name="Text Box 7"/>
            <p:cNvSpPr txBox="1">
              <a:spLocks noChangeArrowheads="1"/>
            </p:cNvSpPr>
            <p:nvPr/>
          </p:nvSpPr>
          <p:spPr bwMode="auto">
            <a:xfrm>
              <a:off x="1152" y="124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E</a:t>
              </a:r>
            </a:p>
          </p:txBody>
        </p:sp>
        <p:sp>
          <p:nvSpPr>
            <p:cNvPr id="52378" name="Text Box 8"/>
            <p:cNvSpPr txBox="1">
              <a:spLocks noChangeArrowheads="1"/>
            </p:cNvSpPr>
            <p:nvPr/>
          </p:nvSpPr>
          <p:spPr bwMode="auto">
            <a:xfrm>
              <a:off x="864" y="14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3</a:t>
              </a:r>
            </a:p>
          </p:txBody>
        </p:sp>
        <p:sp>
          <p:nvSpPr>
            <p:cNvPr id="52379" name="Line 9"/>
            <p:cNvSpPr>
              <a:spLocks noChangeShapeType="1"/>
            </p:cNvSpPr>
            <p:nvPr/>
          </p:nvSpPr>
          <p:spPr bwMode="auto">
            <a:xfrm>
              <a:off x="528" y="1248"/>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380" name="Line 10"/>
            <p:cNvSpPr>
              <a:spLocks noChangeShapeType="1"/>
            </p:cNvSpPr>
            <p:nvPr/>
          </p:nvSpPr>
          <p:spPr bwMode="auto">
            <a:xfrm>
              <a:off x="864" y="1872"/>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381" name="Text Box 11"/>
            <p:cNvSpPr txBox="1">
              <a:spLocks noChangeArrowheads="1"/>
            </p:cNvSpPr>
            <p:nvPr/>
          </p:nvSpPr>
          <p:spPr bwMode="auto">
            <a:xfrm>
              <a:off x="528" y="1248"/>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t>S</a:t>
              </a:r>
            </a:p>
          </p:txBody>
        </p:sp>
        <p:sp>
          <p:nvSpPr>
            <p:cNvPr id="52382" name="Line 12"/>
            <p:cNvSpPr>
              <a:spLocks noChangeShapeType="1"/>
            </p:cNvSpPr>
            <p:nvPr/>
          </p:nvSpPr>
          <p:spPr bwMode="auto">
            <a:xfrm>
              <a:off x="528" y="1248"/>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383" name="Text Box 13"/>
            <p:cNvSpPr txBox="1">
              <a:spLocks noChangeArrowheads="1"/>
            </p:cNvSpPr>
            <p:nvPr/>
          </p:nvSpPr>
          <p:spPr bwMode="auto">
            <a:xfrm>
              <a:off x="864"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6</a:t>
              </a:r>
            </a:p>
          </p:txBody>
        </p:sp>
        <p:grpSp>
          <p:nvGrpSpPr>
            <p:cNvPr id="52384" name="Group 14"/>
            <p:cNvGrpSpPr>
              <a:grpSpLocks/>
            </p:cNvGrpSpPr>
            <p:nvPr/>
          </p:nvGrpSpPr>
          <p:grpSpPr bwMode="auto">
            <a:xfrm>
              <a:off x="864" y="1248"/>
              <a:ext cx="576" cy="624"/>
              <a:chOff x="960" y="2880"/>
              <a:chExt cx="576" cy="1008"/>
            </a:xfrm>
          </p:grpSpPr>
          <p:sp>
            <p:nvSpPr>
              <p:cNvPr id="52387" name="Line 15"/>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388" name="Line 16"/>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389" name="Line 17"/>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52385" name="Text Box 18"/>
            <p:cNvSpPr txBox="1">
              <a:spLocks noChangeArrowheads="1"/>
            </p:cNvSpPr>
            <p:nvPr/>
          </p:nvSpPr>
          <p:spPr bwMode="auto">
            <a:xfrm>
              <a:off x="1152" y="14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52386" name="Text Box 19"/>
            <p:cNvSpPr txBox="1">
              <a:spLocks noChangeArrowheads="1"/>
            </p:cNvSpPr>
            <p:nvPr/>
          </p:nvSpPr>
          <p:spPr bwMode="auto">
            <a:xfrm>
              <a:off x="1152"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grpSp>
      <p:grpSp>
        <p:nvGrpSpPr>
          <p:cNvPr id="52233" name="Group 20"/>
          <p:cNvGrpSpPr>
            <a:grpSpLocks/>
          </p:cNvGrpSpPr>
          <p:nvPr/>
        </p:nvGrpSpPr>
        <p:grpSpPr bwMode="auto">
          <a:xfrm>
            <a:off x="685800" y="2286000"/>
            <a:ext cx="1905000" cy="1295400"/>
            <a:chOff x="384" y="1344"/>
            <a:chExt cx="1200" cy="816"/>
          </a:xfrm>
        </p:grpSpPr>
        <p:sp>
          <p:nvSpPr>
            <p:cNvPr id="52353" name="Line 21"/>
            <p:cNvSpPr>
              <a:spLocks noChangeShapeType="1"/>
            </p:cNvSpPr>
            <p:nvPr/>
          </p:nvSpPr>
          <p:spPr bwMode="auto">
            <a:xfrm>
              <a:off x="384" y="1536"/>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354" name="Text Box 22"/>
            <p:cNvSpPr txBox="1">
              <a:spLocks noChangeArrowheads="1"/>
            </p:cNvSpPr>
            <p:nvPr/>
          </p:nvSpPr>
          <p:spPr bwMode="auto">
            <a:xfrm>
              <a:off x="720" y="13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A</a:t>
              </a:r>
            </a:p>
          </p:txBody>
        </p:sp>
        <p:sp>
          <p:nvSpPr>
            <p:cNvPr id="52355" name="Text Box 23"/>
            <p:cNvSpPr txBox="1">
              <a:spLocks noChangeArrowheads="1"/>
            </p:cNvSpPr>
            <p:nvPr/>
          </p:nvSpPr>
          <p:spPr bwMode="auto">
            <a:xfrm>
              <a:off x="1008" y="13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B</a:t>
              </a:r>
            </a:p>
          </p:txBody>
        </p:sp>
        <p:sp>
          <p:nvSpPr>
            <p:cNvPr id="52356" name="Text Box 24"/>
            <p:cNvSpPr txBox="1">
              <a:spLocks noChangeArrowheads="1"/>
            </p:cNvSpPr>
            <p:nvPr/>
          </p:nvSpPr>
          <p:spPr bwMode="auto">
            <a:xfrm>
              <a:off x="720" y="15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52357" name="Line 25"/>
            <p:cNvSpPr>
              <a:spLocks noChangeShapeType="1"/>
            </p:cNvSpPr>
            <p:nvPr/>
          </p:nvSpPr>
          <p:spPr bwMode="auto">
            <a:xfrm>
              <a:off x="384" y="1344"/>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358" name="Line 26"/>
            <p:cNvSpPr>
              <a:spLocks noChangeShapeType="1"/>
            </p:cNvSpPr>
            <p:nvPr/>
          </p:nvSpPr>
          <p:spPr bwMode="auto">
            <a:xfrm>
              <a:off x="720" y="2160"/>
              <a:ext cx="86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359" name="Text Box 27"/>
            <p:cNvSpPr txBox="1">
              <a:spLocks noChangeArrowheads="1"/>
            </p:cNvSpPr>
            <p:nvPr/>
          </p:nvSpPr>
          <p:spPr bwMode="auto">
            <a:xfrm>
              <a:off x="384" y="1344"/>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t>R</a:t>
              </a:r>
            </a:p>
          </p:txBody>
        </p:sp>
        <p:sp>
          <p:nvSpPr>
            <p:cNvPr id="52360" name="Line 28"/>
            <p:cNvSpPr>
              <a:spLocks noChangeShapeType="1"/>
            </p:cNvSpPr>
            <p:nvPr/>
          </p:nvSpPr>
          <p:spPr bwMode="auto">
            <a:xfrm>
              <a:off x="384" y="1344"/>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361" name="Text Box 29"/>
            <p:cNvSpPr txBox="1">
              <a:spLocks noChangeArrowheads="1"/>
            </p:cNvSpPr>
            <p:nvPr/>
          </p:nvSpPr>
          <p:spPr bwMode="auto">
            <a:xfrm>
              <a:off x="720" y="17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4</a:t>
              </a:r>
            </a:p>
          </p:txBody>
        </p:sp>
        <p:sp>
          <p:nvSpPr>
            <p:cNvPr id="52362" name="Text Box 30"/>
            <p:cNvSpPr txBox="1">
              <a:spLocks noChangeArrowheads="1"/>
            </p:cNvSpPr>
            <p:nvPr/>
          </p:nvSpPr>
          <p:spPr bwMode="auto">
            <a:xfrm>
              <a:off x="1008" y="15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sp>
          <p:nvSpPr>
            <p:cNvPr id="52363" name="Text Box 31"/>
            <p:cNvSpPr txBox="1">
              <a:spLocks noChangeArrowheads="1"/>
            </p:cNvSpPr>
            <p:nvPr/>
          </p:nvSpPr>
          <p:spPr bwMode="auto">
            <a:xfrm>
              <a:off x="1008" y="17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5</a:t>
              </a:r>
            </a:p>
          </p:txBody>
        </p:sp>
        <p:sp>
          <p:nvSpPr>
            <p:cNvPr id="52364" name="Text Box 32"/>
            <p:cNvSpPr txBox="1">
              <a:spLocks noChangeArrowheads="1"/>
            </p:cNvSpPr>
            <p:nvPr/>
          </p:nvSpPr>
          <p:spPr bwMode="auto">
            <a:xfrm>
              <a:off x="1296" y="13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C</a:t>
              </a:r>
            </a:p>
          </p:txBody>
        </p:sp>
        <p:sp>
          <p:nvSpPr>
            <p:cNvPr id="52365" name="Text Box 33"/>
            <p:cNvSpPr txBox="1">
              <a:spLocks noChangeArrowheads="1"/>
            </p:cNvSpPr>
            <p:nvPr/>
          </p:nvSpPr>
          <p:spPr bwMode="auto">
            <a:xfrm>
              <a:off x="1296" y="15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3</a:t>
              </a:r>
            </a:p>
          </p:txBody>
        </p:sp>
        <p:sp>
          <p:nvSpPr>
            <p:cNvPr id="52366" name="Text Box 34"/>
            <p:cNvSpPr txBox="1">
              <a:spLocks noChangeArrowheads="1"/>
            </p:cNvSpPr>
            <p:nvPr/>
          </p:nvSpPr>
          <p:spPr bwMode="auto">
            <a:xfrm>
              <a:off x="1296" y="17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6</a:t>
              </a:r>
            </a:p>
          </p:txBody>
        </p:sp>
        <p:grpSp>
          <p:nvGrpSpPr>
            <p:cNvPr id="52367" name="Group 35"/>
            <p:cNvGrpSpPr>
              <a:grpSpLocks/>
            </p:cNvGrpSpPr>
            <p:nvPr/>
          </p:nvGrpSpPr>
          <p:grpSpPr bwMode="auto">
            <a:xfrm>
              <a:off x="720" y="1344"/>
              <a:ext cx="864" cy="816"/>
              <a:chOff x="1968" y="1248"/>
              <a:chExt cx="864" cy="672"/>
            </a:xfrm>
          </p:grpSpPr>
          <p:sp>
            <p:nvSpPr>
              <p:cNvPr id="52371" name="Line 36"/>
              <p:cNvSpPr>
                <a:spLocks noChangeShapeType="1"/>
              </p:cNvSpPr>
              <p:nvPr/>
            </p:nvSpPr>
            <p:spPr bwMode="auto">
              <a:xfrm>
                <a:off x="2256"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372" name="Line 37"/>
              <p:cNvSpPr>
                <a:spLocks noChangeShapeType="1"/>
              </p:cNvSpPr>
              <p:nvPr/>
            </p:nvSpPr>
            <p:spPr bwMode="auto">
              <a:xfrm>
                <a:off x="1968"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373" name="Line 38"/>
              <p:cNvSpPr>
                <a:spLocks noChangeShapeType="1"/>
              </p:cNvSpPr>
              <p:nvPr/>
            </p:nvSpPr>
            <p:spPr bwMode="auto">
              <a:xfrm>
                <a:off x="2544"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374" name="Line 39"/>
              <p:cNvSpPr>
                <a:spLocks noChangeShapeType="1"/>
              </p:cNvSpPr>
              <p:nvPr/>
            </p:nvSpPr>
            <p:spPr bwMode="auto">
              <a:xfrm>
                <a:off x="2832"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52368" name="Text Box 40"/>
            <p:cNvSpPr txBox="1">
              <a:spLocks noChangeArrowheads="1"/>
            </p:cNvSpPr>
            <p:nvPr/>
          </p:nvSpPr>
          <p:spPr bwMode="auto">
            <a:xfrm>
              <a:off x="720"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7</a:t>
              </a:r>
            </a:p>
          </p:txBody>
        </p:sp>
        <p:sp>
          <p:nvSpPr>
            <p:cNvPr id="52369" name="Text Box 41"/>
            <p:cNvSpPr txBox="1">
              <a:spLocks noChangeArrowheads="1"/>
            </p:cNvSpPr>
            <p:nvPr/>
          </p:nvSpPr>
          <p:spPr bwMode="auto">
            <a:xfrm>
              <a:off x="1008"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8</a:t>
              </a:r>
            </a:p>
          </p:txBody>
        </p:sp>
        <p:sp>
          <p:nvSpPr>
            <p:cNvPr id="52370" name="Text Box 42"/>
            <p:cNvSpPr txBox="1">
              <a:spLocks noChangeArrowheads="1"/>
            </p:cNvSpPr>
            <p:nvPr/>
          </p:nvSpPr>
          <p:spPr bwMode="auto">
            <a:xfrm>
              <a:off x="1296"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9</a:t>
              </a:r>
            </a:p>
          </p:txBody>
        </p:sp>
      </p:grpSp>
      <p:grpSp>
        <p:nvGrpSpPr>
          <p:cNvPr id="52234" name="Group 43"/>
          <p:cNvGrpSpPr>
            <a:grpSpLocks/>
          </p:cNvGrpSpPr>
          <p:nvPr/>
        </p:nvGrpSpPr>
        <p:grpSpPr bwMode="auto">
          <a:xfrm>
            <a:off x="6248400" y="1752600"/>
            <a:ext cx="1524000" cy="427038"/>
            <a:chOff x="3648" y="1152"/>
            <a:chExt cx="960" cy="269"/>
          </a:xfrm>
        </p:grpSpPr>
        <p:sp>
          <p:nvSpPr>
            <p:cNvPr id="52351" name="Text Box 44"/>
            <p:cNvSpPr txBox="1">
              <a:spLocks noChangeArrowheads="1"/>
            </p:cNvSpPr>
            <p:nvPr/>
          </p:nvSpPr>
          <p:spPr bwMode="auto">
            <a:xfrm>
              <a:off x="3648" y="1152"/>
              <a:ext cx="96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a:sym typeface="Symbol" pitchFamily="18" charset="2"/>
                </a:rPr>
                <a:t>R     </a:t>
              </a:r>
              <a:r>
                <a:rPr lang="en-US" altLang="en-US" sz="2200" baseline="-25000">
                  <a:sym typeface="Symbol" pitchFamily="18" charset="2"/>
                </a:rPr>
                <a:t>C=D</a:t>
              </a:r>
              <a:r>
                <a:rPr lang="en-US" altLang="en-US" sz="2200">
                  <a:sym typeface="Symbol" pitchFamily="18" charset="2"/>
                </a:rPr>
                <a:t> S</a:t>
              </a:r>
            </a:p>
          </p:txBody>
        </p:sp>
        <p:sp>
          <p:nvSpPr>
            <p:cNvPr id="52352" name="AutoShape 45"/>
            <p:cNvSpPr>
              <a:spLocks noChangeArrowheads="1"/>
            </p:cNvSpPr>
            <p:nvPr/>
          </p:nvSpPr>
          <p:spPr bwMode="auto">
            <a:xfrm rot="16200000">
              <a:off x="3912" y="1224"/>
              <a:ext cx="96" cy="144"/>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grpSp>
      <p:grpSp>
        <p:nvGrpSpPr>
          <p:cNvPr id="496724" name="Group 84"/>
          <p:cNvGrpSpPr>
            <a:grpSpLocks/>
          </p:cNvGrpSpPr>
          <p:nvPr/>
        </p:nvGrpSpPr>
        <p:grpSpPr bwMode="auto">
          <a:xfrm>
            <a:off x="5867400" y="2286000"/>
            <a:ext cx="2286000" cy="990600"/>
            <a:chOff x="3744" y="1728"/>
            <a:chExt cx="1440" cy="624"/>
          </a:xfrm>
        </p:grpSpPr>
        <p:sp>
          <p:nvSpPr>
            <p:cNvPr id="52324" name="Text Box 47"/>
            <p:cNvSpPr txBox="1">
              <a:spLocks noChangeArrowheads="1"/>
            </p:cNvSpPr>
            <p:nvPr/>
          </p:nvSpPr>
          <p:spPr bwMode="auto">
            <a:xfrm>
              <a:off x="3744"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A</a:t>
              </a:r>
            </a:p>
          </p:txBody>
        </p:sp>
        <p:sp>
          <p:nvSpPr>
            <p:cNvPr id="52325" name="Text Box 48"/>
            <p:cNvSpPr txBox="1">
              <a:spLocks noChangeArrowheads="1"/>
            </p:cNvSpPr>
            <p:nvPr/>
          </p:nvSpPr>
          <p:spPr bwMode="auto">
            <a:xfrm>
              <a:off x="4032"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B</a:t>
              </a:r>
            </a:p>
          </p:txBody>
        </p:sp>
        <p:sp>
          <p:nvSpPr>
            <p:cNvPr id="52326" name="Text Box 49"/>
            <p:cNvSpPr txBox="1">
              <a:spLocks noChangeArrowheads="1"/>
            </p:cNvSpPr>
            <p:nvPr/>
          </p:nvSpPr>
          <p:spPr bwMode="auto">
            <a:xfrm>
              <a:off x="3744"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grpSp>
          <p:nvGrpSpPr>
            <p:cNvPr id="52327" name="Group 50"/>
            <p:cNvGrpSpPr>
              <a:grpSpLocks/>
            </p:cNvGrpSpPr>
            <p:nvPr/>
          </p:nvGrpSpPr>
          <p:grpSpPr bwMode="auto">
            <a:xfrm>
              <a:off x="3744" y="1728"/>
              <a:ext cx="1440" cy="192"/>
              <a:chOff x="3120" y="1872"/>
              <a:chExt cx="1200" cy="192"/>
            </a:xfrm>
          </p:grpSpPr>
          <p:sp>
            <p:nvSpPr>
              <p:cNvPr id="52349" name="Line 51"/>
              <p:cNvSpPr>
                <a:spLocks noChangeShapeType="1"/>
              </p:cNvSpPr>
              <p:nvPr/>
            </p:nvSpPr>
            <p:spPr bwMode="auto">
              <a:xfrm>
                <a:off x="3120" y="2064"/>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350" name="Line 52"/>
              <p:cNvSpPr>
                <a:spLocks noChangeShapeType="1"/>
              </p:cNvSpPr>
              <p:nvPr/>
            </p:nvSpPr>
            <p:spPr bwMode="auto">
              <a:xfrm>
                <a:off x="3120" y="1872"/>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52328" name="Line 53"/>
            <p:cNvSpPr>
              <a:spLocks noChangeShapeType="1"/>
            </p:cNvSpPr>
            <p:nvPr/>
          </p:nvSpPr>
          <p:spPr bwMode="auto">
            <a:xfrm>
              <a:off x="3744" y="2352"/>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329" name="Text Box 55"/>
            <p:cNvSpPr txBox="1">
              <a:spLocks noChangeArrowheads="1"/>
            </p:cNvSpPr>
            <p:nvPr/>
          </p:nvSpPr>
          <p:spPr bwMode="auto">
            <a:xfrm>
              <a:off x="4032"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sp>
          <p:nvSpPr>
            <p:cNvPr id="52330" name="Text Box 57"/>
            <p:cNvSpPr txBox="1">
              <a:spLocks noChangeArrowheads="1"/>
            </p:cNvSpPr>
            <p:nvPr/>
          </p:nvSpPr>
          <p:spPr bwMode="auto">
            <a:xfrm>
              <a:off x="4320"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C</a:t>
              </a:r>
            </a:p>
          </p:txBody>
        </p:sp>
        <p:sp>
          <p:nvSpPr>
            <p:cNvPr id="52331" name="Text Box 58"/>
            <p:cNvSpPr txBox="1">
              <a:spLocks noChangeArrowheads="1"/>
            </p:cNvSpPr>
            <p:nvPr/>
          </p:nvSpPr>
          <p:spPr bwMode="auto">
            <a:xfrm>
              <a:off x="4320"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3</a:t>
              </a:r>
            </a:p>
          </p:txBody>
        </p:sp>
        <p:sp>
          <p:nvSpPr>
            <p:cNvPr id="52332" name="Text Box 60"/>
            <p:cNvSpPr txBox="1">
              <a:spLocks noChangeArrowheads="1"/>
            </p:cNvSpPr>
            <p:nvPr/>
          </p:nvSpPr>
          <p:spPr bwMode="auto">
            <a:xfrm>
              <a:off x="3744"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4</a:t>
              </a:r>
            </a:p>
          </p:txBody>
        </p:sp>
        <p:sp>
          <p:nvSpPr>
            <p:cNvPr id="52333" name="Text Box 61"/>
            <p:cNvSpPr txBox="1">
              <a:spLocks noChangeArrowheads="1"/>
            </p:cNvSpPr>
            <p:nvPr/>
          </p:nvSpPr>
          <p:spPr bwMode="auto">
            <a:xfrm>
              <a:off x="4032"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5</a:t>
              </a:r>
            </a:p>
          </p:txBody>
        </p:sp>
        <p:sp>
          <p:nvSpPr>
            <p:cNvPr id="52334" name="Text Box 62"/>
            <p:cNvSpPr txBox="1">
              <a:spLocks noChangeArrowheads="1"/>
            </p:cNvSpPr>
            <p:nvPr/>
          </p:nvSpPr>
          <p:spPr bwMode="auto">
            <a:xfrm>
              <a:off x="4320"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6</a:t>
              </a:r>
            </a:p>
          </p:txBody>
        </p:sp>
        <p:sp>
          <p:nvSpPr>
            <p:cNvPr id="52335" name="Text Box 63"/>
            <p:cNvSpPr txBox="1">
              <a:spLocks noChangeArrowheads="1"/>
            </p:cNvSpPr>
            <p:nvPr/>
          </p:nvSpPr>
          <p:spPr bwMode="auto">
            <a:xfrm>
              <a:off x="4608"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D</a:t>
              </a:r>
            </a:p>
          </p:txBody>
        </p:sp>
        <p:sp>
          <p:nvSpPr>
            <p:cNvPr id="52336" name="Text Box 64"/>
            <p:cNvSpPr txBox="1">
              <a:spLocks noChangeArrowheads="1"/>
            </p:cNvSpPr>
            <p:nvPr/>
          </p:nvSpPr>
          <p:spPr bwMode="auto">
            <a:xfrm>
              <a:off x="4608"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3</a:t>
              </a:r>
            </a:p>
          </p:txBody>
        </p:sp>
        <p:sp>
          <p:nvSpPr>
            <p:cNvPr id="52337" name="Text Box 66"/>
            <p:cNvSpPr txBox="1">
              <a:spLocks noChangeArrowheads="1"/>
            </p:cNvSpPr>
            <p:nvPr/>
          </p:nvSpPr>
          <p:spPr bwMode="auto">
            <a:xfrm>
              <a:off x="4896"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E</a:t>
              </a:r>
            </a:p>
          </p:txBody>
        </p:sp>
        <p:sp>
          <p:nvSpPr>
            <p:cNvPr id="52338" name="Text Box 67"/>
            <p:cNvSpPr txBox="1">
              <a:spLocks noChangeArrowheads="1"/>
            </p:cNvSpPr>
            <p:nvPr/>
          </p:nvSpPr>
          <p:spPr bwMode="auto">
            <a:xfrm>
              <a:off x="4896"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52339" name="Text Box 69"/>
            <p:cNvSpPr txBox="1">
              <a:spLocks noChangeArrowheads="1"/>
            </p:cNvSpPr>
            <p:nvPr/>
          </p:nvSpPr>
          <p:spPr bwMode="auto">
            <a:xfrm>
              <a:off x="4608"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6</a:t>
              </a:r>
            </a:p>
          </p:txBody>
        </p:sp>
        <p:sp>
          <p:nvSpPr>
            <p:cNvPr id="52340" name="Text Box 70"/>
            <p:cNvSpPr txBox="1">
              <a:spLocks noChangeArrowheads="1"/>
            </p:cNvSpPr>
            <p:nvPr/>
          </p:nvSpPr>
          <p:spPr bwMode="auto">
            <a:xfrm>
              <a:off x="4896"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grpSp>
          <p:nvGrpSpPr>
            <p:cNvPr id="52341" name="Group 71"/>
            <p:cNvGrpSpPr>
              <a:grpSpLocks/>
            </p:cNvGrpSpPr>
            <p:nvPr/>
          </p:nvGrpSpPr>
          <p:grpSpPr bwMode="auto">
            <a:xfrm>
              <a:off x="3744" y="1728"/>
              <a:ext cx="1440" cy="624"/>
              <a:chOff x="3456" y="1872"/>
              <a:chExt cx="1440" cy="816"/>
            </a:xfrm>
          </p:grpSpPr>
          <p:grpSp>
            <p:nvGrpSpPr>
              <p:cNvPr id="52342" name="Group 72"/>
              <p:cNvGrpSpPr>
                <a:grpSpLocks/>
              </p:cNvGrpSpPr>
              <p:nvPr/>
            </p:nvGrpSpPr>
            <p:grpSpPr bwMode="auto">
              <a:xfrm>
                <a:off x="3456" y="1872"/>
                <a:ext cx="864" cy="816"/>
                <a:chOff x="1968" y="1248"/>
                <a:chExt cx="864" cy="672"/>
              </a:xfrm>
            </p:grpSpPr>
            <p:sp>
              <p:nvSpPr>
                <p:cNvPr id="52345" name="Line 73"/>
                <p:cNvSpPr>
                  <a:spLocks noChangeShapeType="1"/>
                </p:cNvSpPr>
                <p:nvPr/>
              </p:nvSpPr>
              <p:spPr bwMode="auto">
                <a:xfrm>
                  <a:off x="2256"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346" name="Line 74"/>
                <p:cNvSpPr>
                  <a:spLocks noChangeShapeType="1"/>
                </p:cNvSpPr>
                <p:nvPr/>
              </p:nvSpPr>
              <p:spPr bwMode="auto">
                <a:xfrm>
                  <a:off x="1968"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347" name="Line 75"/>
                <p:cNvSpPr>
                  <a:spLocks noChangeShapeType="1"/>
                </p:cNvSpPr>
                <p:nvPr/>
              </p:nvSpPr>
              <p:spPr bwMode="auto">
                <a:xfrm>
                  <a:off x="2544"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348" name="Line 76"/>
                <p:cNvSpPr>
                  <a:spLocks noChangeShapeType="1"/>
                </p:cNvSpPr>
                <p:nvPr/>
              </p:nvSpPr>
              <p:spPr bwMode="auto">
                <a:xfrm>
                  <a:off x="2832"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52343" name="Line 77"/>
              <p:cNvSpPr>
                <a:spLocks noChangeShapeType="1"/>
              </p:cNvSpPr>
              <p:nvPr/>
            </p:nvSpPr>
            <p:spPr bwMode="auto">
              <a:xfrm>
                <a:off x="4896" y="1872"/>
                <a:ext cx="0" cy="81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344" name="Line 78"/>
              <p:cNvSpPr>
                <a:spLocks noChangeShapeType="1"/>
              </p:cNvSpPr>
              <p:nvPr/>
            </p:nvSpPr>
            <p:spPr bwMode="auto">
              <a:xfrm>
                <a:off x="4608" y="1872"/>
                <a:ext cx="0" cy="81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grpSp>
        <p:nvGrpSpPr>
          <p:cNvPr id="496725" name="Group 85"/>
          <p:cNvGrpSpPr>
            <a:grpSpLocks/>
          </p:cNvGrpSpPr>
          <p:nvPr/>
        </p:nvGrpSpPr>
        <p:grpSpPr bwMode="auto">
          <a:xfrm>
            <a:off x="3124200" y="4724400"/>
            <a:ext cx="1447800" cy="990600"/>
            <a:chOff x="528" y="1248"/>
            <a:chExt cx="912" cy="624"/>
          </a:xfrm>
        </p:grpSpPr>
        <p:sp>
          <p:nvSpPr>
            <p:cNvPr id="52309" name="Line 86"/>
            <p:cNvSpPr>
              <a:spLocks noChangeShapeType="1"/>
            </p:cNvSpPr>
            <p:nvPr/>
          </p:nvSpPr>
          <p:spPr bwMode="auto">
            <a:xfrm>
              <a:off x="528" y="1440"/>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310" name="Text Box 87"/>
            <p:cNvSpPr txBox="1">
              <a:spLocks noChangeArrowheads="1"/>
            </p:cNvSpPr>
            <p:nvPr/>
          </p:nvSpPr>
          <p:spPr bwMode="auto">
            <a:xfrm>
              <a:off x="864" y="124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C</a:t>
              </a:r>
            </a:p>
          </p:txBody>
        </p:sp>
        <p:sp>
          <p:nvSpPr>
            <p:cNvPr id="52311" name="Text Box 88"/>
            <p:cNvSpPr txBox="1">
              <a:spLocks noChangeArrowheads="1"/>
            </p:cNvSpPr>
            <p:nvPr/>
          </p:nvSpPr>
          <p:spPr bwMode="auto">
            <a:xfrm>
              <a:off x="1152" y="124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D</a:t>
              </a:r>
            </a:p>
          </p:txBody>
        </p:sp>
        <p:sp>
          <p:nvSpPr>
            <p:cNvPr id="52312" name="Text Box 89"/>
            <p:cNvSpPr txBox="1">
              <a:spLocks noChangeArrowheads="1"/>
            </p:cNvSpPr>
            <p:nvPr/>
          </p:nvSpPr>
          <p:spPr bwMode="auto">
            <a:xfrm>
              <a:off x="864" y="14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3</a:t>
              </a:r>
            </a:p>
          </p:txBody>
        </p:sp>
        <p:sp>
          <p:nvSpPr>
            <p:cNvPr id="52313" name="Line 90"/>
            <p:cNvSpPr>
              <a:spLocks noChangeShapeType="1"/>
            </p:cNvSpPr>
            <p:nvPr/>
          </p:nvSpPr>
          <p:spPr bwMode="auto">
            <a:xfrm>
              <a:off x="528" y="1248"/>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314" name="Line 91"/>
            <p:cNvSpPr>
              <a:spLocks noChangeShapeType="1"/>
            </p:cNvSpPr>
            <p:nvPr/>
          </p:nvSpPr>
          <p:spPr bwMode="auto">
            <a:xfrm>
              <a:off x="864" y="1872"/>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315" name="Text Box 92"/>
            <p:cNvSpPr txBox="1">
              <a:spLocks noChangeArrowheads="1"/>
            </p:cNvSpPr>
            <p:nvPr/>
          </p:nvSpPr>
          <p:spPr bwMode="auto">
            <a:xfrm>
              <a:off x="528" y="1248"/>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t>S</a:t>
              </a:r>
            </a:p>
          </p:txBody>
        </p:sp>
        <p:sp>
          <p:nvSpPr>
            <p:cNvPr id="52316" name="Line 93"/>
            <p:cNvSpPr>
              <a:spLocks noChangeShapeType="1"/>
            </p:cNvSpPr>
            <p:nvPr/>
          </p:nvSpPr>
          <p:spPr bwMode="auto">
            <a:xfrm>
              <a:off x="528" y="1248"/>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317" name="Text Box 94"/>
            <p:cNvSpPr txBox="1">
              <a:spLocks noChangeArrowheads="1"/>
            </p:cNvSpPr>
            <p:nvPr/>
          </p:nvSpPr>
          <p:spPr bwMode="auto">
            <a:xfrm>
              <a:off x="864"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6</a:t>
              </a:r>
            </a:p>
          </p:txBody>
        </p:sp>
        <p:grpSp>
          <p:nvGrpSpPr>
            <p:cNvPr id="52318" name="Group 95"/>
            <p:cNvGrpSpPr>
              <a:grpSpLocks/>
            </p:cNvGrpSpPr>
            <p:nvPr/>
          </p:nvGrpSpPr>
          <p:grpSpPr bwMode="auto">
            <a:xfrm>
              <a:off x="864" y="1248"/>
              <a:ext cx="576" cy="624"/>
              <a:chOff x="960" y="2880"/>
              <a:chExt cx="576" cy="1008"/>
            </a:xfrm>
          </p:grpSpPr>
          <p:sp>
            <p:nvSpPr>
              <p:cNvPr id="52321" name="Line 96"/>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322" name="Line 97"/>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323" name="Line 98"/>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52319" name="Text Box 99"/>
            <p:cNvSpPr txBox="1">
              <a:spLocks noChangeArrowheads="1"/>
            </p:cNvSpPr>
            <p:nvPr/>
          </p:nvSpPr>
          <p:spPr bwMode="auto">
            <a:xfrm>
              <a:off x="1152" y="14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52320" name="Text Box 100"/>
            <p:cNvSpPr txBox="1">
              <a:spLocks noChangeArrowheads="1"/>
            </p:cNvSpPr>
            <p:nvPr/>
          </p:nvSpPr>
          <p:spPr bwMode="auto">
            <a:xfrm>
              <a:off x="1152"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grpSp>
      <p:grpSp>
        <p:nvGrpSpPr>
          <p:cNvPr id="52237" name="Group 101"/>
          <p:cNvGrpSpPr>
            <a:grpSpLocks/>
          </p:cNvGrpSpPr>
          <p:nvPr/>
        </p:nvGrpSpPr>
        <p:grpSpPr bwMode="auto">
          <a:xfrm>
            <a:off x="762000" y="4724400"/>
            <a:ext cx="1905000" cy="1295400"/>
            <a:chOff x="384" y="1344"/>
            <a:chExt cx="1200" cy="816"/>
          </a:xfrm>
        </p:grpSpPr>
        <p:sp>
          <p:nvSpPr>
            <p:cNvPr id="52287" name="Line 102"/>
            <p:cNvSpPr>
              <a:spLocks noChangeShapeType="1"/>
            </p:cNvSpPr>
            <p:nvPr/>
          </p:nvSpPr>
          <p:spPr bwMode="auto">
            <a:xfrm>
              <a:off x="384" y="1536"/>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288" name="Text Box 103"/>
            <p:cNvSpPr txBox="1">
              <a:spLocks noChangeArrowheads="1"/>
            </p:cNvSpPr>
            <p:nvPr/>
          </p:nvSpPr>
          <p:spPr bwMode="auto">
            <a:xfrm>
              <a:off x="720" y="13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A</a:t>
              </a:r>
            </a:p>
          </p:txBody>
        </p:sp>
        <p:sp>
          <p:nvSpPr>
            <p:cNvPr id="52289" name="Text Box 104"/>
            <p:cNvSpPr txBox="1">
              <a:spLocks noChangeArrowheads="1"/>
            </p:cNvSpPr>
            <p:nvPr/>
          </p:nvSpPr>
          <p:spPr bwMode="auto">
            <a:xfrm>
              <a:off x="1008" y="13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B</a:t>
              </a:r>
            </a:p>
          </p:txBody>
        </p:sp>
        <p:sp>
          <p:nvSpPr>
            <p:cNvPr id="52290" name="Text Box 105"/>
            <p:cNvSpPr txBox="1">
              <a:spLocks noChangeArrowheads="1"/>
            </p:cNvSpPr>
            <p:nvPr/>
          </p:nvSpPr>
          <p:spPr bwMode="auto">
            <a:xfrm>
              <a:off x="720" y="15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52291" name="Line 106"/>
            <p:cNvSpPr>
              <a:spLocks noChangeShapeType="1"/>
            </p:cNvSpPr>
            <p:nvPr/>
          </p:nvSpPr>
          <p:spPr bwMode="auto">
            <a:xfrm>
              <a:off x="384" y="1344"/>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292" name="Line 107"/>
            <p:cNvSpPr>
              <a:spLocks noChangeShapeType="1"/>
            </p:cNvSpPr>
            <p:nvPr/>
          </p:nvSpPr>
          <p:spPr bwMode="auto">
            <a:xfrm>
              <a:off x="720" y="2160"/>
              <a:ext cx="86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293" name="Text Box 108"/>
            <p:cNvSpPr txBox="1">
              <a:spLocks noChangeArrowheads="1"/>
            </p:cNvSpPr>
            <p:nvPr/>
          </p:nvSpPr>
          <p:spPr bwMode="auto">
            <a:xfrm>
              <a:off x="384" y="1344"/>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t>R</a:t>
              </a:r>
            </a:p>
          </p:txBody>
        </p:sp>
        <p:sp>
          <p:nvSpPr>
            <p:cNvPr id="52294" name="Line 109"/>
            <p:cNvSpPr>
              <a:spLocks noChangeShapeType="1"/>
            </p:cNvSpPr>
            <p:nvPr/>
          </p:nvSpPr>
          <p:spPr bwMode="auto">
            <a:xfrm>
              <a:off x="384" y="1344"/>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295" name="Text Box 110"/>
            <p:cNvSpPr txBox="1">
              <a:spLocks noChangeArrowheads="1"/>
            </p:cNvSpPr>
            <p:nvPr/>
          </p:nvSpPr>
          <p:spPr bwMode="auto">
            <a:xfrm>
              <a:off x="720" y="17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4</a:t>
              </a:r>
            </a:p>
          </p:txBody>
        </p:sp>
        <p:sp>
          <p:nvSpPr>
            <p:cNvPr id="52296" name="Text Box 111"/>
            <p:cNvSpPr txBox="1">
              <a:spLocks noChangeArrowheads="1"/>
            </p:cNvSpPr>
            <p:nvPr/>
          </p:nvSpPr>
          <p:spPr bwMode="auto">
            <a:xfrm>
              <a:off x="1008" y="15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sp>
          <p:nvSpPr>
            <p:cNvPr id="52297" name="Text Box 112"/>
            <p:cNvSpPr txBox="1">
              <a:spLocks noChangeArrowheads="1"/>
            </p:cNvSpPr>
            <p:nvPr/>
          </p:nvSpPr>
          <p:spPr bwMode="auto">
            <a:xfrm>
              <a:off x="1008" y="17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5</a:t>
              </a:r>
            </a:p>
          </p:txBody>
        </p:sp>
        <p:sp>
          <p:nvSpPr>
            <p:cNvPr id="52298" name="Text Box 113"/>
            <p:cNvSpPr txBox="1">
              <a:spLocks noChangeArrowheads="1"/>
            </p:cNvSpPr>
            <p:nvPr/>
          </p:nvSpPr>
          <p:spPr bwMode="auto">
            <a:xfrm>
              <a:off x="1296" y="13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C</a:t>
              </a:r>
            </a:p>
          </p:txBody>
        </p:sp>
        <p:sp>
          <p:nvSpPr>
            <p:cNvPr id="52299" name="Text Box 114"/>
            <p:cNvSpPr txBox="1">
              <a:spLocks noChangeArrowheads="1"/>
            </p:cNvSpPr>
            <p:nvPr/>
          </p:nvSpPr>
          <p:spPr bwMode="auto">
            <a:xfrm>
              <a:off x="1296" y="15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3</a:t>
              </a:r>
            </a:p>
          </p:txBody>
        </p:sp>
        <p:sp>
          <p:nvSpPr>
            <p:cNvPr id="52300" name="Text Box 115"/>
            <p:cNvSpPr txBox="1">
              <a:spLocks noChangeArrowheads="1"/>
            </p:cNvSpPr>
            <p:nvPr/>
          </p:nvSpPr>
          <p:spPr bwMode="auto">
            <a:xfrm>
              <a:off x="1296" y="17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6</a:t>
              </a:r>
            </a:p>
          </p:txBody>
        </p:sp>
        <p:grpSp>
          <p:nvGrpSpPr>
            <p:cNvPr id="52301" name="Group 116"/>
            <p:cNvGrpSpPr>
              <a:grpSpLocks/>
            </p:cNvGrpSpPr>
            <p:nvPr/>
          </p:nvGrpSpPr>
          <p:grpSpPr bwMode="auto">
            <a:xfrm>
              <a:off x="720" y="1344"/>
              <a:ext cx="864" cy="816"/>
              <a:chOff x="1968" y="1248"/>
              <a:chExt cx="864" cy="672"/>
            </a:xfrm>
          </p:grpSpPr>
          <p:sp>
            <p:nvSpPr>
              <p:cNvPr id="52305" name="Line 117"/>
              <p:cNvSpPr>
                <a:spLocks noChangeShapeType="1"/>
              </p:cNvSpPr>
              <p:nvPr/>
            </p:nvSpPr>
            <p:spPr bwMode="auto">
              <a:xfrm>
                <a:off x="2256"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306" name="Line 118"/>
              <p:cNvSpPr>
                <a:spLocks noChangeShapeType="1"/>
              </p:cNvSpPr>
              <p:nvPr/>
            </p:nvSpPr>
            <p:spPr bwMode="auto">
              <a:xfrm>
                <a:off x="1968"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307" name="Line 119"/>
              <p:cNvSpPr>
                <a:spLocks noChangeShapeType="1"/>
              </p:cNvSpPr>
              <p:nvPr/>
            </p:nvSpPr>
            <p:spPr bwMode="auto">
              <a:xfrm>
                <a:off x="2544"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308" name="Line 120"/>
              <p:cNvSpPr>
                <a:spLocks noChangeShapeType="1"/>
              </p:cNvSpPr>
              <p:nvPr/>
            </p:nvSpPr>
            <p:spPr bwMode="auto">
              <a:xfrm>
                <a:off x="2832"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52302" name="Text Box 121"/>
            <p:cNvSpPr txBox="1">
              <a:spLocks noChangeArrowheads="1"/>
            </p:cNvSpPr>
            <p:nvPr/>
          </p:nvSpPr>
          <p:spPr bwMode="auto">
            <a:xfrm>
              <a:off x="720"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7</a:t>
              </a:r>
            </a:p>
          </p:txBody>
        </p:sp>
        <p:sp>
          <p:nvSpPr>
            <p:cNvPr id="52303" name="Text Box 122"/>
            <p:cNvSpPr txBox="1">
              <a:spLocks noChangeArrowheads="1"/>
            </p:cNvSpPr>
            <p:nvPr/>
          </p:nvSpPr>
          <p:spPr bwMode="auto">
            <a:xfrm>
              <a:off x="1008"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8</a:t>
              </a:r>
            </a:p>
          </p:txBody>
        </p:sp>
        <p:sp>
          <p:nvSpPr>
            <p:cNvPr id="52304" name="Text Box 123"/>
            <p:cNvSpPr txBox="1">
              <a:spLocks noChangeArrowheads="1"/>
            </p:cNvSpPr>
            <p:nvPr/>
          </p:nvSpPr>
          <p:spPr bwMode="auto">
            <a:xfrm>
              <a:off x="1296"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9</a:t>
              </a:r>
            </a:p>
          </p:txBody>
        </p:sp>
      </p:grpSp>
      <p:grpSp>
        <p:nvGrpSpPr>
          <p:cNvPr id="496795" name="Group 155"/>
          <p:cNvGrpSpPr>
            <a:grpSpLocks/>
          </p:cNvGrpSpPr>
          <p:nvPr/>
        </p:nvGrpSpPr>
        <p:grpSpPr bwMode="auto">
          <a:xfrm>
            <a:off x="6248400" y="4068763"/>
            <a:ext cx="1981200" cy="427037"/>
            <a:chOff x="3936" y="2563"/>
            <a:chExt cx="1248" cy="269"/>
          </a:xfrm>
        </p:grpSpPr>
        <p:sp>
          <p:nvSpPr>
            <p:cNvPr id="52285" name="Text Box 125"/>
            <p:cNvSpPr txBox="1">
              <a:spLocks noChangeArrowheads="1"/>
            </p:cNvSpPr>
            <p:nvPr/>
          </p:nvSpPr>
          <p:spPr bwMode="auto">
            <a:xfrm>
              <a:off x="3936" y="2563"/>
              <a:ext cx="124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a:sym typeface="Symbol" pitchFamily="18" charset="2"/>
                </a:rPr>
                <a:t>R     </a:t>
              </a:r>
              <a:r>
                <a:rPr lang="en-US" altLang="en-US" sz="2200" baseline="-25000">
                  <a:sym typeface="Symbol" pitchFamily="18" charset="2"/>
                </a:rPr>
                <a:t>C=S.C</a:t>
              </a:r>
              <a:r>
                <a:rPr lang="en-US" altLang="en-US" sz="2200">
                  <a:sym typeface="Symbol" pitchFamily="18" charset="2"/>
                </a:rPr>
                <a:t> S</a:t>
              </a:r>
            </a:p>
          </p:txBody>
        </p:sp>
        <p:sp>
          <p:nvSpPr>
            <p:cNvPr id="52286" name="AutoShape 126"/>
            <p:cNvSpPr>
              <a:spLocks noChangeArrowheads="1"/>
            </p:cNvSpPr>
            <p:nvPr/>
          </p:nvSpPr>
          <p:spPr bwMode="auto">
            <a:xfrm rot="16200000">
              <a:off x="4200" y="2635"/>
              <a:ext cx="96" cy="144"/>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grpSp>
      <p:grpSp>
        <p:nvGrpSpPr>
          <p:cNvPr id="496767" name="Group 127"/>
          <p:cNvGrpSpPr>
            <a:grpSpLocks/>
          </p:cNvGrpSpPr>
          <p:nvPr/>
        </p:nvGrpSpPr>
        <p:grpSpPr bwMode="auto">
          <a:xfrm>
            <a:off x="5943600" y="4724400"/>
            <a:ext cx="2286000" cy="990600"/>
            <a:chOff x="3744" y="1728"/>
            <a:chExt cx="1440" cy="624"/>
          </a:xfrm>
        </p:grpSpPr>
        <p:sp>
          <p:nvSpPr>
            <p:cNvPr id="52258" name="Text Box 128"/>
            <p:cNvSpPr txBox="1">
              <a:spLocks noChangeArrowheads="1"/>
            </p:cNvSpPr>
            <p:nvPr/>
          </p:nvSpPr>
          <p:spPr bwMode="auto">
            <a:xfrm>
              <a:off x="3744"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A</a:t>
              </a:r>
            </a:p>
          </p:txBody>
        </p:sp>
        <p:sp>
          <p:nvSpPr>
            <p:cNvPr id="52259" name="Text Box 129"/>
            <p:cNvSpPr txBox="1">
              <a:spLocks noChangeArrowheads="1"/>
            </p:cNvSpPr>
            <p:nvPr/>
          </p:nvSpPr>
          <p:spPr bwMode="auto">
            <a:xfrm>
              <a:off x="4032"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B</a:t>
              </a:r>
            </a:p>
          </p:txBody>
        </p:sp>
        <p:sp>
          <p:nvSpPr>
            <p:cNvPr id="52260" name="Text Box 130"/>
            <p:cNvSpPr txBox="1">
              <a:spLocks noChangeArrowheads="1"/>
            </p:cNvSpPr>
            <p:nvPr/>
          </p:nvSpPr>
          <p:spPr bwMode="auto">
            <a:xfrm>
              <a:off x="3744"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grpSp>
          <p:nvGrpSpPr>
            <p:cNvPr id="52261" name="Group 131"/>
            <p:cNvGrpSpPr>
              <a:grpSpLocks/>
            </p:cNvGrpSpPr>
            <p:nvPr/>
          </p:nvGrpSpPr>
          <p:grpSpPr bwMode="auto">
            <a:xfrm>
              <a:off x="3744" y="1728"/>
              <a:ext cx="1440" cy="192"/>
              <a:chOff x="3120" y="1872"/>
              <a:chExt cx="1200" cy="192"/>
            </a:xfrm>
          </p:grpSpPr>
          <p:sp>
            <p:nvSpPr>
              <p:cNvPr id="52283" name="Line 132"/>
              <p:cNvSpPr>
                <a:spLocks noChangeShapeType="1"/>
              </p:cNvSpPr>
              <p:nvPr/>
            </p:nvSpPr>
            <p:spPr bwMode="auto">
              <a:xfrm>
                <a:off x="3120" y="2064"/>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284" name="Line 133"/>
              <p:cNvSpPr>
                <a:spLocks noChangeShapeType="1"/>
              </p:cNvSpPr>
              <p:nvPr/>
            </p:nvSpPr>
            <p:spPr bwMode="auto">
              <a:xfrm>
                <a:off x="3120" y="1872"/>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52262" name="Line 134"/>
            <p:cNvSpPr>
              <a:spLocks noChangeShapeType="1"/>
            </p:cNvSpPr>
            <p:nvPr/>
          </p:nvSpPr>
          <p:spPr bwMode="auto">
            <a:xfrm>
              <a:off x="3744" y="2352"/>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263" name="Text Box 135"/>
            <p:cNvSpPr txBox="1">
              <a:spLocks noChangeArrowheads="1"/>
            </p:cNvSpPr>
            <p:nvPr/>
          </p:nvSpPr>
          <p:spPr bwMode="auto">
            <a:xfrm>
              <a:off x="4032"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sp>
          <p:nvSpPr>
            <p:cNvPr id="52264" name="Text Box 136"/>
            <p:cNvSpPr txBox="1">
              <a:spLocks noChangeArrowheads="1"/>
            </p:cNvSpPr>
            <p:nvPr/>
          </p:nvSpPr>
          <p:spPr bwMode="auto">
            <a:xfrm>
              <a:off x="4320"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C</a:t>
              </a:r>
            </a:p>
          </p:txBody>
        </p:sp>
        <p:sp>
          <p:nvSpPr>
            <p:cNvPr id="52265" name="Text Box 137"/>
            <p:cNvSpPr txBox="1">
              <a:spLocks noChangeArrowheads="1"/>
            </p:cNvSpPr>
            <p:nvPr/>
          </p:nvSpPr>
          <p:spPr bwMode="auto">
            <a:xfrm>
              <a:off x="4320"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3</a:t>
              </a:r>
            </a:p>
          </p:txBody>
        </p:sp>
        <p:sp>
          <p:nvSpPr>
            <p:cNvPr id="52266" name="Text Box 138"/>
            <p:cNvSpPr txBox="1">
              <a:spLocks noChangeArrowheads="1"/>
            </p:cNvSpPr>
            <p:nvPr/>
          </p:nvSpPr>
          <p:spPr bwMode="auto">
            <a:xfrm>
              <a:off x="3744"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4</a:t>
              </a:r>
            </a:p>
          </p:txBody>
        </p:sp>
        <p:sp>
          <p:nvSpPr>
            <p:cNvPr id="52267" name="Text Box 139"/>
            <p:cNvSpPr txBox="1">
              <a:spLocks noChangeArrowheads="1"/>
            </p:cNvSpPr>
            <p:nvPr/>
          </p:nvSpPr>
          <p:spPr bwMode="auto">
            <a:xfrm>
              <a:off x="4032"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5</a:t>
              </a:r>
            </a:p>
          </p:txBody>
        </p:sp>
        <p:sp>
          <p:nvSpPr>
            <p:cNvPr id="52268" name="Text Box 140"/>
            <p:cNvSpPr txBox="1">
              <a:spLocks noChangeArrowheads="1"/>
            </p:cNvSpPr>
            <p:nvPr/>
          </p:nvSpPr>
          <p:spPr bwMode="auto">
            <a:xfrm>
              <a:off x="4320"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6</a:t>
              </a:r>
            </a:p>
          </p:txBody>
        </p:sp>
        <p:sp>
          <p:nvSpPr>
            <p:cNvPr id="52269" name="Text Box 141"/>
            <p:cNvSpPr txBox="1">
              <a:spLocks noChangeArrowheads="1"/>
            </p:cNvSpPr>
            <p:nvPr/>
          </p:nvSpPr>
          <p:spPr bwMode="auto">
            <a:xfrm>
              <a:off x="4608"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S.C</a:t>
              </a:r>
            </a:p>
          </p:txBody>
        </p:sp>
        <p:sp>
          <p:nvSpPr>
            <p:cNvPr id="52270" name="Text Box 142"/>
            <p:cNvSpPr txBox="1">
              <a:spLocks noChangeArrowheads="1"/>
            </p:cNvSpPr>
            <p:nvPr/>
          </p:nvSpPr>
          <p:spPr bwMode="auto">
            <a:xfrm>
              <a:off x="4608"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3</a:t>
              </a:r>
            </a:p>
          </p:txBody>
        </p:sp>
        <p:sp>
          <p:nvSpPr>
            <p:cNvPr id="52271" name="Text Box 143"/>
            <p:cNvSpPr txBox="1">
              <a:spLocks noChangeArrowheads="1"/>
            </p:cNvSpPr>
            <p:nvPr/>
          </p:nvSpPr>
          <p:spPr bwMode="auto">
            <a:xfrm>
              <a:off x="4896"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D</a:t>
              </a:r>
            </a:p>
          </p:txBody>
        </p:sp>
        <p:sp>
          <p:nvSpPr>
            <p:cNvPr id="52272" name="Text Box 144"/>
            <p:cNvSpPr txBox="1">
              <a:spLocks noChangeArrowheads="1"/>
            </p:cNvSpPr>
            <p:nvPr/>
          </p:nvSpPr>
          <p:spPr bwMode="auto">
            <a:xfrm>
              <a:off x="4896"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52273" name="Text Box 145"/>
            <p:cNvSpPr txBox="1">
              <a:spLocks noChangeArrowheads="1"/>
            </p:cNvSpPr>
            <p:nvPr/>
          </p:nvSpPr>
          <p:spPr bwMode="auto">
            <a:xfrm>
              <a:off x="4608"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6</a:t>
              </a:r>
            </a:p>
          </p:txBody>
        </p:sp>
        <p:sp>
          <p:nvSpPr>
            <p:cNvPr id="52274" name="Text Box 146"/>
            <p:cNvSpPr txBox="1">
              <a:spLocks noChangeArrowheads="1"/>
            </p:cNvSpPr>
            <p:nvPr/>
          </p:nvSpPr>
          <p:spPr bwMode="auto">
            <a:xfrm>
              <a:off x="4896"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grpSp>
          <p:nvGrpSpPr>
            <p:cNvPr id="52275" name="Group 147"/>
            <p:cNvGrpSpPr>
              <a:grpSpLocks/>
            </p:cNvGrpSpPr>
            <p:nvPr/>
          </p:nvGrpSpPr>
          <p:grpSpPr bwMode="auto">
            <a:xfrm>
              <a:off x="3744" y="1728"/>
              <a:ext cx="1440" cy="624"/>
              <a:chOff x="3456" y="1872"/>
              <a:chExt cx="1440" cy="816"/>
            </a:xfrm>
          </p:grpSpPr>
          <p:grpSp>
            <p:nvGrpSpPr>
              <p:cNvPr id="52276" name="Group 148"/>
              <p:cNvGrpSpPr>
                <a:grpSpLocks/>
              </p:cNvGrpSpPr>
              <p:nvPr/>
            </p:nvGrpSpPr>
            <p:grpSpPr bwMode="auto">
              <a:xfrm>
                <a:off x="3456" y="1872"/>
                <a:ext cx="864" cy="816"/>
                <a:chOff x="1968" y="1248"/>
                <a:chExt cx="864" cy="672"/>
              </a:xfrm>
            </p:grpSpPr>
            <p:sp>
              <p:nvSpPr>
                <p:cNvPr id="52279" name="Line 149"/>
                <p:cNvSpPr>
                  <a:spLocks noChangeShapeType="1"/>
                </p:cNvSpPr>
                <p:nvPr/>
              </p:nvSpPr>
              <p:spPr bwMode="auto">
                <a:xfrm>
                  <a:off x="2256"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280" name="Line 150"/>
                <p:cNvSpPr>
                  <a:spLocks noChangeShapeType="1"/>
                </p:cNvSpPr>
                <p:nvPr/>
              </p:nvSpPr>
              <p:spPr bwMode="auto">
                <a:xfrm>
                  <a:off x="1968"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281" name="Line 151"/>
                <p:cNvSpPr>
                  <a:spLocks noChangeShapeType="1"/>
                </p:cNvSpPr>
                <p:nvPr/>
              </p:nvSpPr>
              <p:spPr bwMode="auto">
                <a:xfrm>
                  <a:off x="2544"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282" name="Line 152"/>
                <p:cNvSpPr>
                  <a:spLocks noChangeShapeType="1"/>
                </p:cNvSpPr>
                <p:nvPr/>
              </p:nvSpPr>
              <p:spPr bwMode="auto">
                <a:xfrm>
                  <a:off x="2832"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52277" name="Line 153"/>
              <p:cNvSpPr>
                <a:spLocks noChangeShapeType="1"/>
              </p:cNvSpPr>
              <p:nvPr/>
            </p:nvSpPr>
            <p:spPr bwMode="auto">
              <a:xfrm>
                <a:off x="4896" y="1872"/>
                <a:ext cx="0" cy="81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278" name="Line 154"/>
              <p:cNvSpPr>
                <a:spLocks noChangeShapeType="1"/>
              </p:cNvSpPr>
              <p:nvPr/>
            </p:nvSpPr>
            <p:spPr bwMode="auto">
              <a:xfrm>
                <a:off x="4608" y="1872"/>
                <a:ext cx="0" cy="81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grpSp>
        <p:nvGrpSpPr>
          <p:cNvPr id="496813" name="Group 173"/>
          <p:cNvGrpSpPr>
            <a:grpSpLocks/>
          </p:cNvGrpSpPr>
          <p:nvPr/>
        </p:nvGrpSpPr>
        <p:grpSpPr bwMode="auto">
          <a:xfrm>
            <a:off x="3124200" y="4724400"/>
            <a:ext cx="1600200" cy="1676400"/>
            <a:chOff x="1968" y="2976"/>
            <a:chExt cx="1008" cy="1056"/>
          </a:xfrm>
        </p:grpSpPr>
        <p:grpSp>
          <p:nvGrpSpPr>
            <p:cNvPr id="52241" name="Group 156"/>
            <p:cNvGrpSpPr>
              <a:grpSpLocks/>
            </p:cNvGrpSpPr>
            <p:nvPr/>
          </p:nvGrpSpPr>
          <p:grpSpPr bwMode="auto">
            <a:xfrm>
              <a:off x="1968" y="2976"/>
              <a:ext cx="912" cy="624"/>
              <a:chOff x="528" y="1248"/>
              <a:chExt cx="912" cy="624"/>
            </a:xfrm>
          </p:grpSpPr>
          <p:sp>
            <p:nvSpPr>
              <p:cNvPr id="52243" name="Line 157"/>
              <p:cNvSpPr>
                <a:spLocks noChangeShapeType="1"/>
              </p:cNvSpPr>
              <p:nvPr/>
            </p:nvSpPr>
            <p:spPr bwMode="auto">
              <a:xfrm>
                <a:off x="528" y="1440"/>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244" name="Text Box 158"/>
              <p:cNvSpPr txBox="1">
                <a:spLocks noChangeArrowheads="1"/>
              </p:cNvSpPr>
              <p:nvPr/>
            </p:nvSpPr>
            <p:spPr bwMode="auto">
              <a:xfrm>
                <a:off x="864" y="124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S.C</a:t>
                </a:r>
              </a:p>
            </p:txBody>
          </p:sp>
          <p:sp>
            <p:nvSpPr>
              <p:cNvPr id="52245" name="Text Box 159"/>
              <p:cNvSpPr txBox="1">
                <a:spLocks noChangeArrowheads="1"/>
              </p:cNvSpPr>
              <p:nvPr/>
            </p:nvSpPr>
            <p:spPr bwMode="auto">
              <a:xfrm>
                <a:off x="1152" y="124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D</a:t>
                </a:r>
              </a:p>
            </p:txBody>
          </p:sp>
          <p:sp>
            <p:nvSpPr>
              <p:cNvPr id="52246" name="Text Box 160"/>
              <p:cNvSpPr txBox="1">
                <a:spLocks noChangeArrowheads="1"/>
              </p:cNvSpPr>
              <p:nvPr/>
            </p:nvSpPr>
            <p:spPr bwMode="auto">
              <a:xfrm>
                <a:off x="864" y="14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3</a:t>
                </a:r>
              </a:p>
            </p:txBody>
          </p:sp>
          <p:sp>
            <p:nvSpPr>
              <p:cNvPr id="52247" name="Line 161"/>
              <p:cNvSpPr>
                <a:spLocks noChangeShapeType="1"/>
              </p:cNvSpPr>
              <p:nvPr/>
            </p:nvSpPr>
            <p:spPr bwMode="auto">
              <a:xfrm>
                <a:off x="528" y="1248"/>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248" name="Line 162"/>
              <p:cNvSpPr>
                <a:spLocks noChangeShapeType="1"/>
              </p:cNvSpPr>
              <p:nvPr/>
            </p:nvSpPr>
            <p:spPr bwMode="auto">
              <a:xfrm>
                <a:off x="864" y="1872"/>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249" name="Text Box 163"/>
              <p:cNvSpPr txBox="1">
                <a:spLocks noChangeArrowheads="1"/>
              </p:cNvSpPr>
              <p:nvPr/>
            </p:nvSpPr>
            <p:spPr bwMode="auto">
              <a:xfrm>
                <a:off x="528" y="1248"/>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t>S</a:t>
                </a:r>
              </a:p>
            </p:txBody>
          </p:sp>
          <p:sp>
            <p:nvSpPr>
              <p:cNvPr id="52250" name="Line 164"/>
              <p:cNvSpPr>
                <a:spLocks noChangeShapeType="1"/>
              </p:cNvSpPr>
              <p:nvPr/>
            </p:nvSpPr>
            <p:spPr bwMode="auto">
              <a:xfrm>
                <a:off x="528" y="1248"/>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2251" name="Text Box 165"/>
              <p:cNvSpPr txBox="1">
                <a:spLocks noChangeArrowheads="1"/>
              </p:cNvSpPr>
              <p:nvPr/>
            </p:nvSpPr>
            <p:spPr bwMode="auto">
              <a:xfrm>
                <a:off x="864"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6</a:t>
                </a:r>
              </a:p>
            </p:txBody>
          </p:sp>
          <p:grpSp>
            <p:nvGrpSpPr>
              <p:cNvPr id="52252" name="Group 166"/>
              <p:cNvGrpSpPr>
                <a:grpSpLocks/>
              </p:cNvGrpSpPr>
              <p:nvPr/>
            </p:nvGrpSpPr>
            <p:grpSpPr bwMode="auto">
              <a:xfrm>
                <a:off x="864" y="1248"/>
                <a:ext cx="576" cy="624"/>
                <a:chOff x="960" y="2880"/>
                <a:chExt cx="576" cy="1008"/>
              </a:xfrm>
            </p:grpSpPr>
            <p:sp>
              <p:nvSpPr>
                <p:cNvPr id="52255" name="Line 167"/>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256" name="Line 168"/>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2257" name="Line 169"/>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52253" name="Text Box 170"/>
              <p:cNvSpPr txBox="1">
                <a:spLocks noChangeArrowheads="1"/>
              </p:cNvSpPr>
              <p:nvPr/>
            </p:nvSpPr>
            <p:spPr bwMode="auto">
              <a:xfrm>
                <a:off x="1152" y="14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52254" name="Text Box 171"/>
              <p:cNvSpPr txBox="1">
                <a:spLocks noChangeArrowheads="1"/>
              </p:cNvSpPr>
              <p:nvPr/>
            </p:nvSpPr>
            <p:spPr bwMode="auto">
              <a:xfrm>
                <a:off x="1152"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grpSp>
        <p:sp>
          <p:nvSpPr>
            <p:cNvPr id="52242" name="Text Box 172"/>
            <p:cNvSpPr txBox="1">
              <a:spLocks noChangeArrowheads="1"/>
            </p:cNvSpPr>
            <p:nvPr/>
          </p:nvSpPr>
          <p:spPr bwMode="auto">
            <a:xfrm>
              <a:off x="2112" y="3686"/>
              <a:ext cx="864"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3000">
                  <a:sym typeface="Symbol" pitchFamily="18" charset="2"/>
                </a:rPr>
                <a:t></a:t>
              </a:r>
              <a:r>
                <a:rPr lang="en-US" altLang="en-US" sz="2200" baseline="-25000">
                  <a:sym typeface="Symbol" pitchFamily="18" charset="2"/>
                </a:rPr>
                <a:t>(S.C,D)</a:t>
              </a:r>
              <a:r>
                <a:rPr lang="en-US" altLang="en-US" sz="2200">
                  <a:sym typeface="Symbol" pitchFamily="18" charset="2"/>
                </a:rPr>
                <a:t> S</a:t>
              </a:r>
            </a:p>
          </p:txBody>
        </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42</a:t>
            </a:fld>
            <a:endParaRPr lang="en-US" altLang="en-US"/>
          </a:p>
        </p:txBody>
      </p:sp>
    </p:spTree>
    <p:extLst>
      <p:ext uri="{BB962C8B-B14F-4D97-AF65-F5344CB8AC3E}">
        <p14:creationId xmlns:p14="http://schemas.microsoft.com/office/powerpoint/2010/main" val="41988909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672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xit" presetSubtype="10" fill="hold" nodeType="clickEffect">
                                  <p:stCondLst>
                                    <p:cond delay="0"/>
                                  </p:stCondLst>
                                  <p:childTnLst>
                                    <p:animEffect transition="out" filter="blinds(horizontal)">
                                      <p:cBhvr>
                                        <p:cTn id="10" dur="500"/>
                                        <p:tgtEl>
                                          <p:spTgt spid="496725"/>
                                        </p:tgtEl>
                                      </p:cBhvr>
                                    </p:animEffect>
                                    <p:set>
                                      <p:cBhvr>
                                        <p:cTn id="11" dur="1" fill="hold">
                                          <p:stCondLst>
                                            <p:cond delay="499"/>
                                          </p:stCondLst>
                                        </p:cTn>
                                        <p:tgtEl>
                                          <p:spTgt spid="496725"/>
                                        </p:tgtEl>
                                        <p:attrNameLst>
                                          <p:attrName>style.visibility</p:attrName>
                                        </p:attrNameLst>
                                      </p:cBhvr>
                                      <p:to>
                                        <p:strVal val="hidden"/>
                                      </p:to>
                                    </p:set>
                                  </p:childTnLst>
                                </p:cTn>
                              </p:par>
                              <p:par>
                                <p:cTn id="12" presetID="1" presetClass="entr" presetSubtype="0" fill="hold" nodeType="withEffect">
                                  <p:stCondLst>
                                    <p:cond delay="0"/>
                                  </p:stCondLst>
                                  <p:childTnLst>
                                    <p:set>
                                      <p:cBhvr>
                                        <p:cTn id="13" dur="1" fill="hold">
                                          <p:stCondLst>
                                            <p:cond delay="0"/>
                                          </p:stCondLst>
                                        </p:cTn>
                                        <p:tgtEl>
                                          <p:spTgt spid="496813"/>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496767"/>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4967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42"/>
          <p:cNvSpPr>
            <a:spLocks noChangeArrowheads="1"/>
          </p:cNvSpPr>
          <p:nvPr/>
        </p:nvSpPr>
        <p:spPr bwMode="auto">
          <a:xfrm>
            <a:off x="3657600" y="2438400"/>
            <a:ext cx="457200" cy="1371600"/>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53251" name="Rectangle 241"/>
          <p:cNvSpPr>
            <a:spLocks noChangeArrowheads="1"/>
          </p:cNvSpPr>
          <p:nvPr/>
        </p:nvSpPr>
        <p:spPr bwMode="auto">
          <a:xfrm>
            <a:off x="2209800" y="2362200"/>
            <a:ext cx="457200" cy="1828800"/>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53252"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a:solidFill>
                  <a:schemeClr val="tx1"/>
                </a:solidFill>
              </a:rPr>
              <a:t>7.3. </a:t>
            </a:r>
            <a:r>
              <a:rPr lang="en-US" altLang="en-US" sz="3500" b="1" dirty="0" err="1">
                <a:solidFill>
                  <a:schemeClr val="tx1"/>
                </a:solidFill>
              </a:rPr>
              <a:t>Phép</a:t>
            </a:r>
            <a:r>
              <a:rPr lang="en-US" altLang="en-US" sz="3500" b="1" dirty="0">
                <a:solidFill>
                  <a:schemeClr val="tx1"/>
                </a:solidFill>
              </a:rPr>
              <a:t> </a:t>
            </a:r>
            <a:r>
              <a:rPr lang="en-US" altLang="en-US" sz="3500" b="1" dirty="0" err="1">
                <a:solidFill>
                  <a:schemeClr val="tx1"/>
                </a:solidFill>
              </a:rPr>
              <a:t>kết</a:t>
            </a:r>
            <a:r>
              <a:rPr lang="en-US" altLang="en-US" sz="3500" b="1" dirty="0">
                <a:solidFill>
                  <a:schemeClr val="tx1"/>
                </a:solidFill>
              </a:rPr>
              <a:t> </a:t>
            </a:r>
            <a:r>
              <a:rPr lang="en-US" altLang="en-US" sz="3500" b="1" dirty="0" err="1">
                <a:solidFill>
                  <a:schemeClr val="tx1"/>
                </a:solidFill>
              </a:rPr>
              <a:t>tự</a:t>
            </a:r>
            <a:r>
              <a:rPr lang="en-US" altLang="en-US" sz="3500" b="1" dirty="0">
                <a:solidFill>
                  <a:schemeClr val="tx1"/>
                </a:solidFill>
              </a:rPr>
              <a:t> </a:t>
            </a:r>
            <a:r>
              <a:rPr lang="en-US" altLang="en-US" sz="3500" b="1" dirty="0" err="1">
                <a:solidFill>
                  <a:schemeClr val="tx1"/>
                </a:solidFill>
              </a:rPr>
              <a:t>nhiên</a:t>
            </a:r>
            <a:endParaRPr lang="en-US" altLang="en-US" sz="3500" b="1" dirty="0">
              <a:solidFill>
                <a:schemeClr val="tx1"/>
              </a:solidFill>
            </a:endParaRPr>
          </a:p>
        </p:txBody>
      </p:sp>
      <p:sp>
        <p:nvSpPr>
          <p:cNvPr id="53253" name="Rectangle 3"/>
          <p:cNvSpPr>
            <a:spLocks noGrp="1" noChangeArrowheads="1"/>
          </p:cNvSpPr>
          <p:nvPr>
            <p:ph sz="quarter" idx="1"/>
          </p:nvPr>
        </p:nvSpPr>
        <p:spPr>
          <a:xfrm>
            <a:off x="457200" y="1295400"/>
            <a:ext cx="8229600" cy="4835525"/>
          </a:xfrm>
        </p:spPr>
        <p:txBody>
          <a:bodyPr/>
          <a:lstStyle/>
          <a:p>
            <a:pPr eaLnBrk="1" hangingPunct="1"/>
            <a:r>
              <a:rPr lang="en-US" altLang="en-US" dirty="0" err="1"/>
              <a:t>Ví</a:t>
            </a:r>
            <a:r>
              <a:rPr lang="en-US" altLang="en-US" dirty="0"/>
              <a:t> </a:t>
            </a:r>
            <a:r>
              <a:rPr lang="en-US" altLang="en-US" dirty="0" err="1"/>
              <a:t>dụ</a:t>
            </a:r>
            <a:r>
              <a:rPr lang="en-US" altLang="en-US" dirty="0"/>
              <a:t>:</a:t>
            </a:r>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r>
              <a:rPr lang="en-US" altLang="en-US" dirty="0"/>
              <a:t>LƯU Ý: </a:t>
            </a:r>
            <a:r>
              <a:rPr lang="en-US" altLang="en-US" dirty="0" err="1"/>
              <a:t>Thường</a:t>
            </a:r>
            <a:r>
              <a:rPr lang="en-US" altLang="en-US" dirty="0"/>
              <a:t> </a:t>
            </a:r>
            <a:r>
              <a:rPr lang="en-US" altLang="en-US" dirty="0" err="1"/>
              <a:t>dùng</a:t>
            </a:r>
            <a:r>
              <a:rPr lang="en-US" altLang="en-US" dirty="0"/>
              <a:t> </a:t>
            </a:r>
            <a:r>
              <a:rPr lang="en-US" altLang="en-US" dirty="0" err="1"/>
              <a:t>phép</a:t>
            </a:r>
            <a:r>
              <a:rPr lang="en-US" altLang="en-US" dirty="0"/>
              <a:t> </a:t>
            </a:r>
            <a:r>
              <a:rPr lang="en-US" altLang="en-US" dirty="0" err="1"/>
              <a:t>kết</a:t>
            </a:r>
            <a:r>
              <a:rPr lang="en-US" altLang="en-US" dirty="0"/>
              <a:t> </a:t>
            </a:r>
            <a:r>
              <a:rPr lang="en-US" altLang="en-US" dirty="0" err="1"/>
              <a:t>này</a:t>
            </a:r>
            <a:r>
              <a:rPr lang="en-US" altLang="en-US" dirty="0"/>
              <a:t> </a:t>
            </a:r>
            <a:r>
              <a:rPr lang="en-US" altLang="en-US" dirty="0" err="1"/>
              <a:t>trong</a:t>
            </a:r>
            <a:r>
              <a:rPr lang="en-US" altLang="en-US" dirty="0"/>
              <a:t> </a:t>
            </a:r>
            <a:r>
              <a:rPr lang="en-US" altLang="en-US" dirty="0" err="1"/>
              <a:t>câu</a:t>
            </a:r>
            <a:r>
              <a:rPr lang="en-US" altLang="en-US" dirty="0"/>
              <a:t> </a:t>
            </a:r>
            <a:r>
              <a:rPr lang="en-US" altLang="en-US" dirty="0" err="1"/>
              <a:t>truy</a:t>
            </a:r>
            <a:r>
              <a:rPr lang="en-US" altLang="en-US" dirty="0"/>
              <a:t> </a:t>
            </a:r>
            <a:r>
              <a:rPr lang="en-US" altLang="en-US" dirty="0" err="1"/>
              <a:t>vấn</a:t>
            </a:r>
            <a:endParaRPr lang="en-US" altLang="en-US" dirty="0"/>
          </a:p>
        </p:txBody>
      </p:sp>
      <p:grpSp>
        <p:nvGrpSpPr>
          <p:cNvPr id="53254" name="Group 84"/>
          <p:cNvGrpSpPr>
            <a:grpSpLocks/>
          </p:cNvGrpSpPr>
          <p:nvPr/>
        </p:nvGrpSpPr>
        <p:grpSpPr bwMode="auto">
          <a:xfrm>
            <a:off x="6477000" y="2087563"/>
            <a:ext cx="1524000" cy="427037"/>
            <a:chOff x="3936" y="1344"/>
            <a:chExt cx="960" cy="269"/>
          </a:xfrm>
        </p:grpSpPr>
        <p:sp>
          <p:nvSpPr>
            <p:cNvPr id="53348" name="Text Box 44"/>
            <p:cNvSpPr txBox="1">
              <a:spLocks noChangeArrowheads="1"/>
            </p:cNvSpPr>
            <p:nvPr/>
          </p:nvSpPr>
          <p:spPr bwMode="auto">
            <a:xfrm>
              <a:off x="3936" y="1344"/>
              <a:ext cx="96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a:sym typeface="Symbol" pitchFamily="18" charset="2"/>
                </a:rPr>
                <a:t>R     S</a:t>
              </a:r>
            </a:p>
          </p:txBody>
        </p:sp>
        <p:sp>
          <p:nvSpPr>
            <p:cNvPr id="53349" name="AutoShape 45"/>
            <p:cNvSpPr>
              <a:spLocks noChangeArrowheads="1"/>
            </p:cNvSpPr>
            <p:nvPr/>
          </p:nvSpPr>
          <p:spPr bwMode="auto">
            <a:xfrm rot="-5400000">
              <a:off x="4200" y="1416"/>
              <a:ext cx="96" cy="144"/>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grpSp>
      <p:grpSp>
        <p:nvGrpSpPr>
          <p:cNvPr id="53255" name="Group 153"/>
          <p:cNvGrpSpPr>
            <a:grpSpLocks/>
          </p:cNvGrpSpPr>
          <p:nvPr/>
        </p:nvGrpSpPr>
        <p:grpSpPr bwMode="auto">
          <a:xfrm>
            <a:off x="3124200" y="2636838"/>
            <a:ext cx="1447800" cy="990600"/>
            <a:chOff x="528" y="1248"/>
            <a:chExt cx="912" cy="624"/>
          </a:xfrm>
        </p:grpSpPr>
        <p:sp>
          <p:nvSpPr>
            <p:cNvPr id="53333" name="Line 154"/>
            <p:cNvSpPr>
              <a:spLocks noChangeShapeType="1"/>
            </p:cNvSpPr>
            <p:nvPr/>
          </p:nvSpPr>
          <p:spPr bwMode="auto">
            <a:xfrm>
              <a:off x="528" y="1440"/>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3334" name="Text Box 155"/>
            <p:cNvSpPr txBox="1">
              <a:spLocks noChangeArrowheads="1"/>
            </p:cNvSpPr>
            <p:nvPr/>
          </p:nvSpPr>
          <p:spPr bwMode="auto">
            <a:xfrm>
              <a:off x="864" y="124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C</a:t>
              </a:r>
            </a:p>
          </p:txBody>
        </p:sp>
        <p:sp>
          <p:nvSpPr>
            <p:cNvPr id="53335" name="Text Box 156"/>
            <p:cNvSpPr txBox="1">
              <a:spLocks noChangeArrowheads="1"/>
            </p:cNvSpPr>
            <p:nvPr/>
          </p:nvSpPr>
          <p:spPr bwMode="auto">
            <a:xfrm>
              <a:off x="1152" y="124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D</a:t>
              </a:r>
            </a:p>
          </p:txBody>
        </p:sp>
        <p:sp>
          <p:nvSpPr>
            <p:cNvPr id="53336" name="Text Box 157"/>
            <p:cNvSpPr txBox="1">
              <a:spLocks noChangeArrowheads="1"/>
            </p:cNvSpPr>
            <p:nvPr/>
          </p:nvSpPr>
          <p:spPr bwMode="auto">
            <a:xfrm>
              <a:off x="864" y="14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3</a:t>
              </a:r>
            </a:p>
          </p:txBody>
        </p:sp>
        <p:sp>
          <p:nvSpPr>
            <p:cNvPr id="53337" name="Line 158"/>
            <p:cNvSpPr>
              <a:spLocks noChangeShapeType="1"/>
            </p:cNvSpPr>
            <p:nvPr/>
          </p:nvSpPr>
          <p:spPr bwMode="auto">
            <a:xfrm>
              <a:off x="528" y="1248"/>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3338" name="Line 159"/>
            <p:cNvSpPr>
              <a:spLocks noChangeShapeType="1"/>
            </p:cNvSpPr>
            <p:nvPr/>
          </p:nvSpPr>
          <p:spPr bwMode="auto">
            <a:xfrm>
              <a:off x="864" y="1872"/>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3339" name="Text Box 160"/>
            <p:cNvSpPr txBox="1">
              <a:spLocks noChangeArrowheads="1"/>
            </p:cNvSpPr>
            <p:nvPr/>
          </p:nvSpPr>
          <p:spPr bwMode="auto">
            <a:xfrm>
              <a:off x="528" y="1248"/>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t>S</a:t>
              </a:r>
            </a:p>
          </p:txBody>
        </p:sp>
        <p:sp>
          <p:nvSpPr>
            <p:cNvPr id="53340" name="Line 161"/>
            <p:cNvSpPr>
              <a:spLocks noChangeShapeType="1"/>
            </p:cNvSpPr>
            <p:nvPr/>
          </p:nvSpPr>
          <p:spPr bwMode="auto">
            <a:xfrm>
              <a:off x="528" y="1248"/>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3341" name="Text Box 162"/>
            <p:cNvSpPr txBox="1">
              <a:spLocks noChangeArrowheads="1"/>
            </p:cNvSpPr>
            <p:nvPr/>
          </p:nvSpPr>
          <p:spPr bwMode="auto">
            <a:xfrm>
              <a:off x="864"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6</a:t>
              </a:r>
            </a:p>
          </p:txBody>
        </p:sp>
        <p:grpSp>
          <p:nvGrpSpPr>
            <p:cNvPr id="53342" name="Group 163"/>
            <p:cNvGrpSpPr>
              <a:grpSpLocks/>
            </p:cNvGrpSpPr>
            <p:nvPr/>
          </p:nvGrpSpPr>
          <p:grpSpPr bwMode="auto">
            <a:xfrm>
              <a:off x="864" y="1248"/>
              <a:ext cx="576" cy="624"/>
              <a:chOff x="960" y="2880"/>
              <a:chExt cx="576" cy="1008"/>
            </a:xfrm>
          </p:grpSpPr>
          <p:sp>
            <p:nvSpPr>
              <p:cNvPr id="53345" name="Line 164"/>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3346" name="Line 165"/>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3347" name="Line 166"/>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53343" name="Text Box 167"/>
            <p:cNvSpPr txBox="1">
              <a:spLocks noChangeArrowheads="1"/>
            </p:cNvSpPr>
            <p:nvPr/>
          </p:nvSpPr>
          <p:spPr bwMode="auto">
            <a:xfrm>
              <a:off x="1152" y="14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53344" name="Text Box 168"/>
            <p:cNvSpPr txBox="1">
              <a:spLocks noChangeArrowheads="1"/>
            </p:cNvSpPr>
            <p:nvPr/>
          </p:nvSpPr>
          <p:spPr bwMode="auto">
            <a:xfrm>
              <a:off x="1152"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grpSp>
      <p:grpSp>
        <p:nvGrpSpPr>
          <p:cNvPr id="53256" name="Group 169"/>
          <p:cNvGrpSpPr>
            <a:grpSpLocks/>
          </p:cNvGrpSpPr>
          <p:nvPr/>
        </p:nvGrpSpPr>
        <p:grpSpPr bwMode="auto">
          <a:xfrm>
            <a:off x="762000" y="2636838"/>
            <a:ext cx="1905000" cy="1295400"/>
            <a:chOff x="384" y="1344"/>
            <a:chExt cx="1200" cy="816"/>
          </a:xfrm>
        </p:grpSpPr>
        <p:sp>
          <p:nvSpPr>
            <p:cNvPr id="53311" name="Line 170"/>
            <p:cNvSpPr>
              <a:spLocks noChangeShapeType="1"/>
            </p:cNvSpPr>
            <p:nvPr/>
          </p:nvSpPr>
          <p:spPr bwMode="auto">
            <a:xfrm>
              <a:off x="384" y="1536"/>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3312" name="Text Box 171"/>
            <p:cNvSpPr txBox="1">
              <a:spLocks noChangeArrowheads="1"/>
            </p:cNvSpPr>
            <p:nvPr/>
          </p:nvSpPr>
          <p:spPr bwMode="auto">
            <a:xfrm>
              <a:off x="720" y="13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A</a:t>
              </a:r>
            </a:p>
          </p:txBody>
        </p:sp>
        <p:sp>
          <p:nvSpPr>
            <p:cNvPr id="53313" name="Text Box 172"/>
            <p:cNvSpPr txBox="1">
              <a:spLocks noChangeArrowheads="1"/>
            </p:cNvSpPr>
            <p:nvPr/>
          </p:nvSpPr>
          <p:spPr bwMode="auto">
            <a:xfrm>
              <a:off x="1008" y="13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B</a:t>
              </a:r>
            </a:p>
          </p:txBody>
        </p:sp>
        <p:sp>
          <p:nvSpPr>
            <p:cNvPr id="53314" name="Text Box 173"/>
            <p:cNvSpPr txBox="1">
              <a:spLocks noChangeArrowheads="1"/>
            </p:cNvSpPr>
            <p:nvPr/>
          </p:nvSpPr>
          <p:spPr bwMode="auto">
            <a:xfrm>
              <a:off x="720" y="15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53315" name="Line 174"/>
            <p:cNvSpPr>
              <a:spLocks noChangeShapeType="1"/>
            </p:cNvSpPr>
            <p:nvPr/>
          </p:nvSpPr>
          <p:spPr bwMode="auto">
            <a:xfrm>
              <a:off x="384" y="1344"/>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3316" name="Line 175"/>
            <p:cNvSpPr>
              <a:spLocks noChangeShapeType="1"/>
            </p:cNvSpPr>
            <p:nvPr/>
          </p:nvSpPr>
          <p:spPr bwMode="auto">
            <a:xfrm>
              <a:off x="720" y="2160"/>
              <a:ext cx="86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3317" name="Text Box 176"/>
            <p:cNvSpPr txBox="1">
              <a:spLocks noChangeArrowheads="1"/>
            </p:cNvSpPr>
            <p:nvPr/>
          </p:nvSpPr>
          <p:spPr bwMode="auto">
            <a:xfrm>
              <a:off x="384" y="1344"/>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t>R</a:t>
              </a:r>
            </a:p>
          </p:txBody>
        </p:sp>
        <p:sp>
          <p:nvSpPr>
            <p:cNvPr id="53318" name="Line 177"/>
            <p:cNvSpPr>
              <a:spLocks noChangeShapeType="1"/>
            </p:cNvSpPr>
            <p:nvPr/>
          </p:nvSpPr>
          <p:spPr bwMode="auto">
            <a:xfrm>
              <a:off x="384" y="1344"/>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3319" name="Text Box 178"/>
            <p:cNvSpPr txBox="1">
              <a:spLocks noChangeArrowheads="1"/>
            </p:cNvSpPr>
            <p:nvPr/>
          </p:nvSpPr>
          <p:spPr bwMode="auto">
            <a:xfrm>
              <a:off x="720" y="17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4</a:t>
              </a:r>
            </a:p>
          </p:txBody>
        </p:sp>
        <p:sp>
          <p:nvSpPr>
            <p:cNvPr id="53320" name="Text Box 179"/>
            <p:cNvSpPr txBox="1">
              <a:spLocks noChangeArrowheads="1"/>
            </p:cNvSpPr>
            <p:nvPr/>
          </p:nvSpPr>
          <p:spPr bwMode="auto">
            <a:xfrm>
              <a:off x="1008" y="15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sp>
          <p:nvSpPr>
            <p:cNvPr id="53321" name="Text Box 180"/>
            <p:cNvSpPr txBox="1">
              <a:spLocks noChangeArrowheads="1"/>
            </p:cNvSpPr>
            <p:nvPr/>
          </p:nvSpPr>
          <p:spPr bwMode="auto">
            <a:xfrm>
              <a:off x="1008" y="17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5</a:t>
              </a:r>
            </a:p>
          </p:txBody>
        </p:sp>
        <p:sp>
          <p:nvSpPr>
            <p:cNvPr id="53322" name="Text Box 181"/>
            <p:cNvSpPr txBox="1">
              <a:spLocks noChangeArrowheads="1"/>
            </p:cNvSpPr>
            <p:nvPr/>
          </p:nvSpPr>
          <p:spPr bwMode="auto">
            <a:xfrm>
              <a:off x="1296" y="134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C</a:t>
              </a:r>
            </a:p>
          </p:txBody>
        </p:sp>
        <p:sp>
          <p:nvSpPr>
            <p:cNvPr id="53323" name="Text Box 182"/>
            <p:cNvSpPr txBox="1">
              <a:spLocks noChangeArrowheads="1"/>
            </p:cNvSpPr>
            <p:nvPr/>
          </p:nvSpPr>
          <p:spPr bwMode="auto">
            <a:xfrm>
              <a:off x="1296" y="15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3</a:t>
              </a:r>
            </a:p>
          </p:txBody>
        </p:sp>
        <p:sp>
          <p:nvSpPr>
            <p:cNvPr id="53324" name="Text Box 183"/>
            <p:cNvSpPr txBox="1">
              <a:spLocks noChangeArrowheads="1"/>
            </p:cNvSpPr>
            <p:nvPr/>
          </p:nvSpPr>
          <p:spPr bwMode="auto">
            <a:xfrm>
              <a:off x="1296" y="17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6</a:t>
              </a:r>
            </a:p>
          </p:txBody>
        </p:sp>
        <p:grpSp>
          <p:nvGrpSpPr>
            <p:cNvPr id="53325" name="Group 184"/>
            <p:cNvGrpSpPr>
              <a:grpSpLocks/>
            </p:cNvGrpSpPr>
            <p:nvPr/>
          </p:nvGrpSpPr>
          <p:grpSpPr bwMode="auto">
            <a:xfrm>
              <a:off x="720" y="1344"/>
              <a:ext cx="864" cy="816"/>
              <a:chOff x="1968" y="1248"/>
              <a:chExt cx="864" cy="672"/>
            </a:xfrm>
          </p:grpSpPr>
          <p:sp>
            <p:nvSpPr>
              <p:cNvPr id="53329" name="Line 185"/>
              <p:cNvSpPr>
                <a:spLocks noChangeShapeType="1"/>
              </p:cNvSpPr>
              <p:nvPr/>
            </p:nvSpPr>
            <p:spPr bwMode="auto">
              <a:xfrm>
                <a:off x="2256"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3330" name="Line 186"/>
              <p:cNvSpPr>
                <a:spLocks noChangeShapeType="1"/>
              </p:cNvSpPr>
              <p:nvPr/>
            </p:nvSpPr>
            <p:spPr bwMode="auto">
              <a:xfrm>
                <a:off x="1968"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3331" name="Line 187"/>
              <p:cNvSpPr>
                <a:spLocks noChangeShapeType="1"/>
              </p:cNvSpPr>
              <p:nvPr/>
            </p:nvSpPr>
            <p:spPr bwMode="auto">
              <a:xfrm>
                <a:off x="2544"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3332" name="Line 188"/>
              <p:cNvSpPr>
                <a:spLocks noChangeShapeType="1"/>
              </p:cNvSpPr>
              <p:nvPr/>
            </p:nvSpPr>
            <p:spPr bwMode="auto">
              <a:xfrm>
                <a:off x="2832"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53326" name="Text Box 189"/>
            <p:cNvSpPr txBox="1">
              <a:spLocks noChangeArrowheads="1"/>
            </p:cNvSpPr>
            <p:nvPr/>
          </p:nvSpPr>
          <p:spPr bwMode="auto">
            <a:xfrm>
              <a:off x="720"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7</a:t>
              </a:r>
            </a:p>
          </p:txBody>
        </p:sp>
        <p:sp>
          <p:nvSpPr>
            <p:cNvPr id="53327" name="Text Box 190"/>
            <p:cNvSpPr txBox="1">
              <a:spLocks noChangeArrowheads="1"/>
            </p:cNvSpPr>
            <p:nvPr/>
          </p:nvSpPr>
          <p:spPr bwMode="auto">
            <a:xfrm>
              <a:off x="1008"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8</a:t>
              </a:r>
            </a:p>
          </p:txBody>
        </p:sp>
        <p:sp>
          <p:nvSpPr>
            <p:cNvPr id="53328" name="Text Box 191"/>
            <p:cNvSpPr txBox="1">
              <a:spLocks noChangeArrowheads="1"/>
            </p:cNvSpPr>
            <p:nvPr/>
          </p:nvSpPr>
          <p:spPr bwMode="auto">
            <a:xfrm>
              <a:off x="1296"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9</a:t>
              </a:r>
            </a:p>
          </p:txBody>
        </p:sp>
      </p:grpSp>
      <p:grpSp>
        <p:nvGrpSpPr>
          <p:cNvPr id="494787" name="Group 195"/>
          <p:cNvGrpSpPr>
            <a:grpSpLocks/>
          </p:cNvGrpSpPr>
          <p:nvPr/>
        </p:nvGrpSpPr>
        <p:grpSpPr bwMode="auto">
          <a:xfrm>
            <a:off x="5943600" y="2636838"/>
            <a:ext cx="2286000" cy="990600"/>
            <a:chOff x="3744" y="1728"/>
            <a:chExt cx="1440" cy="624"/>
          </a:xfrm>
        </p:grpSpPr>
        <p:sp>
          <p:nvSpPr>
            <p:cNvPr id="53284" name="Text Box 196"/>
            <p:cNvSpPr txBox="1">
              <a:spLocks noChangeArrowheads="1"/>
            </p:cNvSpPr>
            <p:nvPr/>
          </p:nvSpPr>
          <p:spPr bwMode="auto">
            <a:xfrm>
              <a:off x="3744"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A</a:t>
              </a:r>
            </a:p>
          </p:txBody>
        </p:sp>
        <p:sp>
          <p:nvSpPr>
            <p:cNvPr id="53285" name="Text Box 197"/>
            <p:cNvSpPr txBox="1">
              <a:spLocks noChangeArrowheads="1"/>
            </p:cNvSpPr>
            <p:nvPr/>
          </p:nvSpPr>
          <p:spPr bwMode="auto">
            <a:xfrm>
              <a:off x="4032"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B</a:t>
              </a:r>
            </a:p>
          </p:txBody>
        </p:sp>
        <p:sp>
          <p:nvSpPr>
            <p:cNvPr id="53286" name="Text Box 198"/>
            <p:cNvSpPr txBox="1">
              <a:spLocks noChangeArrowheads="1"/>
            </p:cNvSpPr>
            <p:nvPr/>
          </p:nvSpPr>
          <p:spPr bwMode="auto">
            <a:xfrm>
              <a:off x="3744"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grpSp>
          <p:nvGrpSpPr>
            <p:cNvPr id="53287" name="Group 199"/>
            <p:cNvGrpSpPr>
              <a:grpSpLocks/>
            </p:cNvGrpSpPr>
            <p:nvPr/>
          </p:nvGrpSpPr>
          <p:grpSpPr bwMode="auto">
            <a:xfrm>
              <a:off x="3744" y="1728"/>
              <a:ext cx="1440" cy="192"/>
              <a:chOff x="3120" y="1872"/>
              <a:chExt cx="1200" cy="192"/>
            </a:xfrm>
          </p:grpSpPr>
          <p:sp>
            <p:nvSpPr>
              <p:cNvPr id="53309" name="Line 200"/>
              <p:cNvSpPr>
                <a:spLocks noChangeShapeType="1"/>
              </p:cNvSpPr>
              <p:nvPr/>
            </p:nvSpPr>
            <p:spPr bwMode="auto">
              <a:xfrm>
                <a:off x="3120" y="2064"/>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3310" name="Line 201"/>
              <p:cNvSpPr>
                <a:spLocks noChangeShapeType="1"/>
              </p:cNvSpPr>
              <p:nvPr/>
            </p:nvSpPr>
            <p:spPr bwMode="auto">
              <a:xfrm>
                <a:off x="3120" y="1872"/>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53288" name="Line 202"/>
            <p:cNvSpPr>
              <a:spLocks noChangeShapeType="1"/>
            </p:cNvSpPr>
            <p:nvPr/>
          </p:nvSpPr>
          <p:spPr bwMode="auto">
            <a:xfrm>
              <a:off x="3744" y="2352"/>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3289" name="Text Box 203"/>
            <p:cNvSpPr txBox="1">
              <a:spLocks noChangeArrowheads="1"/>
            </p:cNvSpPr>
            <p:nvPr/>
          </p:nvSpPr>
          <p:spPr bwMode="auto">
            <a:xfrm>
              <a:off x="4032"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sp>
          <p:nvSpPr>
            <p:cNvPr id="53290" name="Text Box 204"/>
            <p:cNvSpPr txBox="1">
              <a:spLocks noChangeArrowheads="1"/>
            </p:cNvSpPr>
            <p:nvPr/>
          </p:nvSpPr>
          <p:spPr bwMode="auto">
            <a:xfrm>
              <a:off x="4320"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C</a:t>
              </a:r>
            </a:p>
          </p:txBody>
        </p:sp>
        <p:sp>
          <p:nvSpPr>
            <p:cNvPr id="53291" name="Text Box 205"/>
            <p:cNvSpPr txBox="1">
              <a:spLocks noChangeArrowheads="1"/>
            </p:cNvSpPr>
            <p:nvPr/>
          </p:nvSpPr>
          <p:spPr bwMode="auto">
            <a:xfrm>
              <a:off x="4320"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3</a:t>
              </a:r>
            </a:p>
          </p:txBody>
        </p:sp>
        <p:sp>
          <p:nvSpPr>
            <p:cNvPr id="53292" name="Text Box 206"/>
            <p:cNvSpPr txBox="1">
              <a:spLocks noChangeArrowheads="1"/>
            </p:cNvSpPr>
            <p:nvPr/>
          </p:nvSpPr>
          <p:spPr bwMode="auto">
            <a:xfrm>
              <a:off x="3744"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4</a:t>
              </a:r>
            </a:p>
          </p:txBody>
        </p:sp>
        <p:sp>
          <p:nvSpPr>
            <p:cNvPr id="53293" name="Text Box 207"/>
            <p:cNvSpPr txBox="1">
              <a:spLocks noChangeArrowheads="1"/>
            </p:cNvSpPr>
            <p:nvPr/>
          </p:nvSpPr>
          <p:spPr bwMode="auto">
            <a:xfrm>
              <a:off x="4032"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5</a:t>
              </a:r>
            </a:p>
          </p:txBody>
        </p:sp>
        <p:sp>
          <p:nvSpPr>
            <p:cNvPr id="53294" name="Text Box 208"/>
            <p:cNvSpPr txBox="1">
              <a:spLocks noChangeArrowheads="1"/>
            </p:cNvSpPr>
            <p:nvPr/>
          </p:nvSpPr>
          <p:spPr bwMode="auto">
            <a:xfrm>
              <a:off x="4320"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6</a:t>
              </a:r>
            </a:p>
          </p:txBody>
        </p:sp>
        <p:sp>
          <p:nvSpPr>
            <p:cNvPr id="53295" name="Text Box 209"/>
            <p:cNvSpPr txBox="1">
              <a:spLocks noChangeArrowheads="1"/>
            </p:cNvSpPr>
            <p:nvPr/>
          </p:nvSpPr>
          <p:spPr bwMode="auto">
            <a:xfrm>
              <a:off x="4608"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S.C</a:t>
              </a:r>
            </a:p>
          </p:txBody>
        </p:sp>
        <p:sp>
          <p:nvSpPr>
            <p:cNvPr id="53296" name="Text Box 210"/>
            <p:cNvSpPr txBox="1">
              <a:spLocks noChangeArrowheads="1"/>
            </p:cNvSpPr>
            <p:nvPr/>
          </p:nvSpPr>
          <p:spPr bwMode="auto">
            <a:xfrm>
              <a:off x="4608"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3</a:t>
              </a:r>
            </a:p>
          </p:txBody>
        </p:sp>
        <p:sp>
          <p:nvSpPr>
            <p:cNvPr id="53297" name="Text Box 211"/>
            <p:cNvSpPr txBox="1">
              <a:spLocks noChangeArrowheads="1"/>
            </p:cNvSpPr>
            <p:nvPr/>
          </p:nvSpPr>
          <p:spPr bwMode="auto">
            <a:xfrm>
              <a:off x="4896"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D</a:t>
              </a:r>
            </a:p>
          </p:txBody>
        </p:sp>
        <p:sp>
          <p:nvSpPr>
            <p:cNvPr id="53298" name="Text Box 212"/>
            <p:cNvSpPr txBox="1">
              <a:spLocks noChangeArrowheads="1"/>
            </p:cNvSpPr>
            <p:nvPr/>
          </p:nvSpPr>
          <p:spPr bwMode="auto">
            <a:xfrm>
              <a:off x="4896" y="196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53299" name="Text Box 213"/>
            <p:cNvSpPr txBox="1">
              <a:spLocks noChangeArrowheads="1"/>
            </p:cNvSpPr>
            <p:nvPr/>
          </p:nvSpPr>
          <p:spPr bwMode="auto">
            <a:xfrm>
              <a:off x="4608"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6</a:t>
              </a:r>
            </a:p>
          </p:txBody>
        </p:sp>
        <p:sp>
          <p:nvSpPr>
            <p:cNvPr id="53300" name="Text Box 214"/>
            <p:cNvSpPr txBox="1">
              <a:spLocks noChangeArrowheads="1"/>
            </p:cNvSpPr>
            <p:nvPr/>
          </p:nvSpPr>
          <p:spPr bwMode="auto">
            <a:xfrm>
              <a:off x="4896" y="216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grpSp>
          <p:nvGrpSpPr>
            <p:cNvPr id="53301" name="Group 215"/>
            <p:cNvGrpSpPr>
              <a:grpSpLocks/>
            </p:cNvGrpSpPr>
            <p:nvPr/>
          </p:nvGrpSpPr>
          <p:grpSpPr bwMode="auto">
            <a:xfrm>
              <a:off x="3744" y="1728"/>
              <a:ext cx="1440" cy="624"/>
              <a:chOff x="3456" y="1872"/>
              <a:chExt cx="1440" cy="816"/>
            </a:xfrm>
          </p:grpSpPr>
          <p:grpSp>
            <p:nvGrpSpPr>
              <p:cNvPr id="53302" name="Group 216"/>
              <p:cNvGrpSpPr>
                <a:grpSpLocks/>
              </p:cNvGrpSpPr>
              <p:nvPr/>
            </p:nvGrpSpPr>
            <p:grpSpPr bwMode="auto">
              <a:xfrm>
                <a:off x="3456" y="1872"/>
                <a:ext cx="864" cy="816"/>
                <a:chOff x="1968" y="1248"/>
                <a:chExt cx="864" cy="672"/>
              </a:xfrm>
            </p:grpSpPr>
            <p:sp>
              <p:nvSpPr>
                <p:cNvPr id="53305" name="Line 217"/>
                <p:cNvSpPr>
                  <a:spLocks noChangeShapeType="1"/>
                </p:cNvSpPr>
                <p:nvPr/>
              </p:nvSpPr>
              <p:spPr bwMode="auto">
                <a:xfrm>
                  <a:off x="2256"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3306" name="Line 218"/>
                <p:cNvSpPr>
                  <a:spLocks noChangeShapeType="1"/>
                </p:cNvSpPr>
                <p:nvPr/>
              </p:nvSpPr>
              <p:spPr bwMode="auto">
                <a:xfrm>
                  <a:off x="1968"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3307" name="Line 219"/>
                <p:cNvSpPr>
                  <a:spLocks noChangeShapeType="1"/>
                </p:cNvSpPr>
                <p:nvPr/>
              </p:nvSpPr>
              <p:spPr bwMode="auto">
                <a:xfrm>
                  <a:off x="2544"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3308" name="Line 220"/>
                <p:cNvSpPr>
                  <a:spLocks noChangeShapeType="1"/>
                </p:cNvSpPr>
                <p:nvPr/>
              </p:nvSpPr>
              <p:spPr bwMode="auto">
                <a:xfrm>
                  <a:off x="2832"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53303" name="Line 221"/>
              <p:cNvSpPr>
                <a:spLocks noChangeShapeType="1"/>
              </p:cNvSpPr>
              <p:nvPr/>
            </p:nvSpPr>
            <p:spPr bwMode="auto">
              <a:xfrm>
                <a:off x="4896" y="1872"/>
                <a:ext cx="0" cy="81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3304" name="Line 222"/>
              <p:cNvSpPr>
                <a:spLocks noChangeShapeType="1"/>
              </p:cNvSpPr>
              <p:nvPr/>
            </p:nvSpPr>
            <p:spPr bwMode="auto">
              <a:xfrm>
                <a:off x="4608" y="1872"/>
                <a:ext cx="0" cy="81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grpSp>
        <p:nvGrpSpPr>
          <p:cNvPr id="494835" name="Group 243"/>
          <p:cNvGrpSpPr>
            <a:grpSpLocks/>
          </p:cNvGrpSpPr>
          <p:nvPr/>
        </p:nvGrpSpPr>
        <p:grpSpPr bwMode="auto">
          <a:xfrm>
            <a:off x="7391400" y="2286000"/>
            <a:ext cx="304800" cy="1600200"/>
            <a:chOff x="1753" y="2000"/>
            <a:chExt cx="1359" cy="938"/>
          </a:xfrm>
        </p:grpSpPr>
        <p:sp>
          <p:nvSpPr>
            <p:cNvPr id="53282" name="Freeform 244"/>
            <p:cNvSpPr>
              <a:spLocks/>
            </p:cNvSpPr>
            <p:nvPr/>
          </p:nvSpPr>
          <p:spPr bwMode="auto">
            <a:xfrm>
              <a:off x="1753" y="2000"/>
              <a:ext cx="1359" cy="851"/>
            </a:xfrm>
            <a:custGeom>
              <a:avLst/>
              <a:gdLst>
                <a:gd name="T0" fmla="*/ 0 w 1359"/>
                <a:gd name="T1" fmla="*/ 851 h 851"/>
                <a:gd name="T2" fmla="*/ 421 w 1359"/>
                <a:gd name="T3" fmla="*/ 509 h 851"/>
                <a:gd name="T4" fmla="*/ 574 w 1359"/>
                <a:gd name="T5" fmla="*/ 444 h 851"/>
                <a:gd name="T6" fmla="*/ 916 w 1359"/>
                <a:gd name="T7" fmla="*/ 262 h 851"/>
                <a:gd name="T8" fmla="*/ 1221 w 1359"/>
                <a:gd name="T9" fmla="*/ 80 h 851"/>
                <a:gd name="T10" fmla="*/ 1308 w 1359"/>
                <a:gd name="T11" fmla="*/ 29 h 851"/>
                <a:gd name="T12" fmla="*/ 1359 w 1359"/>
                <a:gd name="T13" fmla="*/ 0 h 85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59" h="851">
                  <a:moveTo>
                    <a:pt x="0" y="851"/>
                  </a:moveTo>
                  <a:cubicBezTo>
                    <a:pt x="91" y="708"/>
                    <a:pt x="273" y="585"/>
                    <a:pt x="421" y="509"/>
                  </a:cubicBezTo>
                  <a:cubicBezTo>
                    <a:pt x="467" y="485"/>
                    <a:pt x="530" y="471"/>
                    <a:pt x="574" y="444"/>
                  </a:cubicBezTo>
                  <a:cubicBezTo>
                    <a:pt x="684" y="377"/>
                    <a:pt x="802" y="323"/>
                    <a:pt x="916" y="262"/>
                  </a:cubicBezTo>
                  <a:cubicBezTo>
                    <a:pt x="1021" y="206"/>
                    <a:pt x="1117" y="137"/>
                    <a:pt x="1221" y="80"/>
                  </a:cubicBezTo>
                  <a:cubicBezTo>
                    <a:pt x="1250" y="64"/>
                    <a:pt x="1279" y="46"/>
                    <a:pt x="1308" y="29"/>
                  </a:cubicBezTo>
                  <a:cubicBezTo>
                    <a:pt x="1325" y="19"/>
                    <a:pt x="1359" y="0"/>
                    <a:pt x="1359" y="0"/>
                  </a:cubicBez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83" name="Freeform 245"/>
            <p:cNvSpPr>
              <a:spLocks/>
            </p:cNvSpPr>
            <p:nvPr/>
          </p:nvSpPr>
          <p:spPr bwMode="auto">
            <a:xfrm>
              <a:off x="2022" y="2146"/>
              <a:ext cx="1018" cy="792"/>
            </a:xfrm>
            <a:custGeom>
              <a:avLst/>
              <a:gdLst>
                <a:gd name="T0" fmla="*/ 0 w 1018"/>
                <a:gd name="T1" fmla="*/ 0 h 792"/>
                <a:gd name="T2" fmla="*/ 167 w 1018"/>
                <a:gd name="T3" fmla="*/ 87 h 792"/>
                <a:gd name="T4" fmla="*/ 312 w 1018"/>
                <a:gd name="T5" fmla="*/ 174 h 792"/>
                <a:gd name="T6" fmla="*/ 363 w 1018"/>
                <a:gd name="T7" fmla="*/ 218 h 792"/>
                <a:gd name="T8" fmla="*/ 654 w 1018"/>
                <a:gd name="T9" fmla="*/ 458 h 792"/>
                <a:gd name="T10" fmla="*/ 749 w 1018"/>
                <a:gd name="T11" fmla="*/ 552 h 792"/>
                <a:gd name="T12" fmla="*/ 858 w 1018"/>
                <a:gd name="T13" fmla="*/ 632 h 792"/>
                <a:gd name="T14" fmla="*/ 909 w 1018"/>
                <a:gd name="T15" fmla="*/ 691 h 792"/>
                <a:gd name="T16" fmla="*/ 960 w 1018"/>
                <a:gd name="T17" fmla="*/ 727 h 792"/>
                <a:gd name="T18" fmla="*/ 1018 w 1018"/>
                <a:gd name="T19" fmla="*/ 792 h 7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18" h="792">
                  <a:moveTo>
                    <a:pt x="0" y="0"/>
                  </a:moveTo>
                  <a:cubicBezTo>
                    <a:pt x="103" y="28"/>
                    <a:pt x="87" y="33"/>
                    <a:pt x="167" y="87"/>
                  </a:cubicBezTo>
                  <a:cubicBezTo>
                    <a:pt x="213" y="118"/>
                    <a:pt x="265" y="145"/>
                    <a:pt x="312" y="174"/>
                  </a:cubicBezTo>
                  <a:cubicBezTo>
                    <a:pt x="412" y="236"/>
                    <a:pt x="278" y="158"/>
                    <a:pt x="363" y="218"/>
                  </a:cubicBezTo>
                  <a:cubicBezTo>
                    <a:pt x="466" y="291"/>
                    <a:pt x="560" y="373"/>
                    <a:pt x="654" y="458"/>
                  </a:cubicBezTo>
                  <a:cubicBezTo>
                    <a:pt x="687" y="488"/>
                    <a:pt x="713" y="526"/>
                    <a:pt x="749" y="552"/>
                  </a:cubicBezTo>
                  <a:cubicBezTo>
                    <a:pt x="785" y="579"/>
                    <a:pt x="829" y="598"/>
                    <a:pt x="858" y="632"/>
                  </a:cubicBezTo>
                  <a:cubicBezTo>
                    <a:pt x="875" y="652"/>
                    <a:pt x="890" y="673"/>
                    <a:pt x="909" y="691"/>
                  </a:cubicBezTo>
                  <a:cubicBezTo>
                    <a:pt x="924" y="705"/>
                    <a:pt x="945" y="713"/>
                    <a:pt x="960" y="727"/>
                  </a:cubicBezTo>
                  <a:cubicBezTo>
                    <a:pt x="981" y="746"/>
                    <a:pt x="997" y="772"/>
                    <a:pt x="1018" y="792"/>
                  </a:cubicBez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4866" name="Group 274"/>
          <p:cNvGrpSpPr>
            <a:grpSpLocks/>
          </p:cNvGrpSpPr>
          <p:nvPr/>
        </p:nvGrpSpPr>
        <p:grpSpPr bwMode="auto">
          <a:xfrm>
            <a:off x="6096000" y="2590800"/>
            <a:ext cx="1828800" cy="990600"/>
            <a:chOff x="3696" y="2640"/>
            <a:chExt cx="1152" cy="624"/>
          </a:xfrm>
        </p:grpSpPr>
        <p:sp>
          <p:nvSpPr>
            <p:cNvPr id="53260" name="Text Box 247"/>
            <p:cNvSpPr txBox="1">
              <a:spLocks noChangeArrowheads="1"/>
            </p:cNvSpPr>
            <p:nvPr/>
          </p:nvSpPr>
          <p:spPr bwMode="auto">
            <a:xfrm>
              <a:off x="3696" y="264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A</a:t>
              </a:r>
            </a:p>
          </p:txBody>
        </p:sp>
        <p:sp>
          <p:nvSpPr>
            <p:cNvPr id="53261" name="Text Box 248"/>
            <p:cNvSpPr txBox="1">
              <a:spLocks noChangeArrowheads="1"/>
            </p:cNvSpPr>
            <p:nvPr/>
          </p:nvSpPr>
          <p:spPr bwMode="auto">
            <a:xfrm>
              <a:off x="3984" y="264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B</a:t>
              </a:r>
            </a:p>
          </p:txBody>
        </p:sp>
        <p:sp>
          <p:nvSpPr>
            <p:cNvPr id="53262" name="Text Box 249"/>
            <p:cNvSpPr txBox="1">
              <a:spLocks noChangeArrowheads="1"/>
            </p:cNvSpPr>
            <p:nvPr/>
          </p:nvSpPr>
          <p:spPr bwMode="auto">
            <a:xfrm>
              <a:off x="3696"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grpSp>
          <p:nvGrpSpPr>
            <p:cNvPr id="53263" name="Group 250"/>
            <p:cNvGrpSpPr>
              <a:grpSpLocks/>
            </p:cNvGrpSpPr>
            <p:nvPr/>
          </p:nvGrpSpPr>
          <p:grpSpPr bwMode="auto">
            <a:xfrm>
              <a:off x="3696" y="2640"/>
              <a:ext cx="1152" cy="192"/>
              <a:chOff x="3120" y="1872"/>
              <a:chExt cx="1200" cy="192"/>
            </a:xfrm>
          </p:grpSpPr>
          <p:sp>
            <p:nvSpPr>
              <p:cNvPr id="53280" name="Line 251"/>
              <p:cNvSpPr>
                <a:spLocks noChangeShapeType="1"/>
              </p:cNvSpPr>
              <p:nvPr/>
            </p:nvSpPr>
            <p:spPr bwMode="auto">
              <a:xfrm>
                <a:off x="3120" y="2064"/>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3281" name="Line 252"/>
              <p:cNvSpPr>
                <a:spLocks noChangeShapeType="1"/>
              </p:cNvSpPr>
              <p:nvPr/>
            </p:nvSpPr>
            <p:spPr bwMode="auto">
              <a:xfrm>
                <a:off x="3120" y="1872"/>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53264" name="Line 253"/>
            <p:cNvSpPr>
              <a:spLocks noChangeShapeType="1"/>
            </p:cNvSpPr>
            <p:nvPr/>
          </p:nvSpPr>
          <p:spPr bwMode="auto">
            <a:xfrm>
              <a:off x="3696" y="3264"/>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3265" name="Text Box 254"/>
            <p:cNvSpPr txBox="1">
              <a:spLocks noChangeArrowheads="1"/>
            </p:cNvSpPr>
            <p:nvPr/>
          </p:nvSpPr>
          <p:spPr bwMode="auto">
            <a:xfrm>
              <a:off x="3984"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sp>
          <p:nvSpPr>
            <p:cNvPr id="53266" name="Text Box 255"/>
            <p:cNvSpPr txBox="1">
              <a:spLocks noChangeArrowheads="1"/>
            </p:cNvSpPr>
            <p:nvPr/>
          </p:nvSpPr>
          <p:spPr bwMode="auto">
            <a:xfrm>
              <a:off x="4272" y="264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C</a:t>
              </a:r>
            </a:p>
          </p:txBody>
        </p:sp>
        <p:sp>
          <p:nvSpPr>
            <p:cNvPr id="53267" name="Text Box 256"/>
            <p:cNvSpPr txBox="1">
              <a:spLocks noChangeArrowheads="1"/>
            </p:cNvSpPr>
            <p:nvPr/>
          </p:nvSpPr>
          <p:spPr bwMode="auto">
            <a:xfrm>
              <a:off x="4272"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3</a:t>
              </a:r>
            </a:p>
          </p:txBody>
        </p:sp>
        <p:sp>
          <p:nvSpPr>
            <p:cNvPr id="53268" name="Text Box 257"/>
            <p:cNvSpPr txBox="1">
              <a:spLocks noChangeArrowheads="1"/>
            </p:cNvSpPr>
            <p:nvPr/>
          </p:nvSpPr>
          <p:spPr bwMode="auto">
            <a:xfrm>
              <a:off x="3696" y="307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4</a:t>
              </a:r>
            </a:p>
          </p:txBody>
        </p:sp>
        <p:sp>
          <p:nvSpPr>
            <p:cNvPr id="53269" name="Text Box 258"/>
            <p:cNvSpPr txBox="1">
              <a:spLocks noChangeArrowheads="1"/>
            </p:cNvSpPr>
            <p:nvPr/>
          </p:nvSpPr>
          <p:spPr bwMode="auto">
            <a:xfrm>
              <a:off x="3984" y="307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5</a:t>
              </a:r>
            </a:p>
          </p:txBody>
        </p:sp>
        <p:sp>
          <p:nvSpPr>
            <p:cNvPr id="53270" name="Text Box 259"/>
            <p:cNvSpPr txBox="1">
              <a:spLocks noChangeArrowheads="1"/>
            </p:cNvSpPr>
            <p:nvPr/>
          </p:nvSpPr>
          <p:spPr bwMode="auto">
            <a:xfrm>
              <a:off x="4272" y="307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6</a:t>
              </a:r>
            </a:p>
          </p:txBody>
        </p:sp>
        <p:sp>
          <p:nvSpPr>
            <p:cNvPr id="53271" name="Text Box 262"/>
            <p:cNvSpPr txBox="1">
              <a:spLocks noChangeArrowheads="1"/>
            </p:cNvSpPr>
            <p:nvPr/>
          </p:nvSpPr>
          <p:spPr bwMode="auto">
            <a:xfrm>
              <a:off x="4560" y="264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D</a:t>
              </a:r>
            </a:p>
          </p:txBody>
        </p:sp>
        <p:sp>
          <p:nvSpPr>
            <p:cNvPr id="53272" name="Text Box 263"/>
            <p:cNvSpPr txBox="1">
              <a:spLocks noChangeArrowheads="1"/>
            </p:cNvSpPr>
            <p:nvPr/>
          </p:nvSpPr>
          <p:spPr bwMode="auto">
            <a:xfrm>
              <a:off x="4560"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53273" name="Text Box 265"/>
            <p:cNvSpPr txBox="1">
              <a:spLocks noChangeArrowheads="1"/>
            </p:cNvSpPr>
            <p:nvPr/>
          </p:nvSpPr>
          <p:spPr bwMode="auto">
            <a:xfrm>
              <a:off x="4560" y="307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grpSp>
          <p:nvGrpSpPr>
            <p:cNvPr id="53274" name="Group 267"/>
            <p:cNvGrpSpPr>
              <a:grpSpLocks/>
            </p:cNvGrpSpPr>
            <p:nvPr/>
          </p:nvGrpSpPr>
          <p:grpSpPr bwMode="auto">
            <a:xfrm>
              <a:off x="3696" y="2640"/>
              <a:ext cx="864" cy="624"/>
              <a:chOff x="1968" y="1248"/>
              <a:chExt cx="864" cy="672"/>
            </a:xfrm>
          </p:grpSpPr>
          <p:sp>
            <p:nvSpPr>
              <p:cNvPr id="53276" name="Line 268"/>
              <p:cNvSpPr>
                <a:spLocks noChangeShapeType="1"/>
              </p:cNvSpPr>
              <p:nvPr/>
            </p:nvSpPr>
            <p:spPr bwMode="auto">
              <a:xfrm>
                <a:off x="2256"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3277" name="Line 269"/>
              <p:cNvSpPr>
                <a:spLocks noChangeShapeType="1"/>
              </p:cNvSpPr>
              <p:nvPr/>
            </p:nvSpPr>
            <p:spPr bwMode="auto">
              <a:xfrm>
                <a:off x="1968"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3278" name="Line 270"/>
              <p:cNvSpPr>
                <a:spLocks noChangeShapeType="1"/>
              </p:cNvSpPr>
              <p:nvPr/>
            </p:nvSpPr>
            <p:spPr bwMode="auto">
              <a:xfrm>
                <a:off x="2544"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3279" name="Line 271"/>
              <p:cNvSpPr>
                <a:spLocks noChangeShapeType="1"/>
              </p:cNvSpPr>
              <p:nvPr/>
            </p:nvSpPr>
            <p:spPr bwMode="auto">
              <a:xfrm>
                <a:off x="2832" y="1248"/>
                <a:ext cx="0"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53275" name="Line 272"/>
            <p:cNvSpPr>
              <a:spLocks noChangeShapeType="1"/>
            </p:cNvSpPr>
            <p:nvPr/>
          </p:nvSpPr>
          <p:spPr bwMode="auto">
            <a:xfrm>
              <a:off x="4848" y="2640"/>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43</a:t>
            </a:fld>
            <a:endParaRPr lang="en-US" altLang="en-US"/>
          </a:p>
        </p:txBody>
      </p:sp>
    </p:spTree>
    <p:extLst>
      <p:ext uri="{BB962C8B-B14F-4D97-AF65-F5344CB8AC3E}">
        <p14:creationId xmlns:p14="http://schemas.microsoft.com/office/powerpoint/2010/main" val="37627501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494787"/>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494835"/>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4948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err="1">
                <a:solidFill>
                  <a:schemeClr val="tx1"/>
                </a:solidFill>
              </a:rPr>
              <a:t>Ví</a:t>
            </a:r>
            <a:r>
              <a:rPr lang="en-US" altLang="en-US" sz="3500" b="1" dirty="0">
                <a:solidFill>
                  <a:schemeClr val="tx1"/>
                </a:solidFill>
              </a:rPr>
              <a:t> </a:t>
            </a:r>
            <a:r>
              <a:rPr lang="en-US" altLang="en-US" sz="3500" b="1" dirty="0" err="1">
                <a:solidFill>
                  <a:schemeClr val="tx1"/>
                </a:solidFill>
              </a:rPr>
              <a:t>dụ</a:t>
            </a:r>
            <a:r>
              <a:rPr lang="en-US" altLang="en-US" sz="3500" b="1" dirty="0">
                <a:solidFill>
                  <a:schemeClr val="tx1"/>
                </a:solidFill>
              </a:rPr>
              <a:t> 1:</a:t>
            </a:r>
          </a:p>
        </p:txBody>
      </p:sp>
      <p:sp>
        <p:nvSpPr>
          <p:cNvPr id="54275" name="Rectangle 3"/>
          <p:cNvSpPr>
            <a:spLocks noGrp="1" noChangeArrowheads="1"/>
          </p:cNvSpPr>
          <p:nvPr>
            <p:ph sz="quarter" idx="1"/>
          </p:nvPr>
        </p:nvSpPr>
        <p:spPr>
          <a:xfrm>
            <a:off x="457200" y="1295400"/>
            <a:ext cx="8229600" cy="4835525"/>
          </a:xfrm>
        </p:spPr>
        <p:txBody>
          <a:bodyPr/>
          <a:lstStyle/>
          <a:p>
            <a:pPr eaLnBrk="1" hangingPunct="1"/>
            <a:r>
              <a:rPr lang="en-US" altLang="en-US"/>
              <a:t>Cho biết nhân viên có lương hơn lương của nhân viên ‘Tùng’</a:t>
            </a:r>
          </a:p>
          <a:p>
            <a:pPr lvl="1" eaLnBrk="1" hangingPunct="1"/>
            <a:r>
              <a:rPr lang="en-US" altLang="en-US"/>
              <a:t>Quan hệ: NHAN_VIEN</a:t>
            </a:r>
          </a:p>
          <a:p>
            <a:pPr lvl="1" eaLnBrk="1" hangingPunct="1"/>
            <a:r>
              <a:rPr lang="en-US" altLang="en-US"/>
              <a:t>Thuộc tính: LUONG</a:t>
            </a:r>
          </a:p>
        </p:txBody>
      </p:sp>
      <p:sp>
        <p:nvSpPr>
          <p:cNvPr id="484358" name="Text Box 6"/>
          <p:cNvSpPr txBox="1">
            <a:spLocks noChangeArrowheads="1"/>
          </p:cNvSpPr>
          <p:nvPr/>
        </p:nvSpPr>
        <p:spPr bwMode="auto">
          <a:xfrm>
            <a:off x="685800" y="2895600"/>
            <a:ext cx="75438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a:sym typeface="Symbol" pitchFamily="18" charset="2"/>
              </a:rPr>
              <a:t>NHAN_VIEN(HONV, TENNV, MANV, …, </a:t>
            </a:r>
            <a:r>
              <a:rPr lang="en-US" altLang="en-US" sz="2200" b="1">
                <a:sym typeface="Symbol" pitchFamily="18" charset="2"/>
              </a:rPr>
              <a:t>LUONG</a:t>
            </a:r>
            <a:r>
              <a:rPr lang="en-US" altLang="en-US" sz="2200">
                <a:sym typeface="Symbol" pitchFamily="18" charset="2"/>
              </a:rPr>
              <a:t>, PHG)</a:t>
            </a:r>
            <a:endParaRPr lang="en-US" altLang="en-US" sz="2200" baseline="-25000"/>
          </a:p>
        </p:txBody>
      </p:sp>
      <p:sp>
        <p:nvSpPr>
          <p:cNvPr id="484359" name="Text Box 7"/>
          <p:cNvSpPr txBox="1">
            <a:spLocks noChangeArrowheads="1"/>
          </p:cNvSpPr>
          <p:nvPr/>
        </p:nvSpPr>
        <p:spPr bwMode="auto">
          <a:xfrm>
            <a:off x="685800" y="3581400"/>
            <a:ext cx="7086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a:sym typeface="Symbol" pitchFamily="18" charset="2"/>
              </a:rPr>
              <a:t>R1(LG) </a:t>
            </a:r>
            <a:r>
              <a:rPr lang="en-US" altLang="en-US" sz="3000">
                <a:sym typeface="Symbol" pitchFamily="18" charset="2"/>
              </a:rPr>
              <a:t></a:t>
            </a:r>
            <a:r>
              <a:rPr lang="en-US" altLang="en-US" sz="2200">
                <a:sym typeface="Symbol" pitchFamily="18" charset="2"/>
              </a:rPr>
              <a:t> </a:t>
            </a:r>
            <a:r>
              <a:rPr lang="en-US" altLang="en-US" sz="4000">
                <a:sym typeface="Symbol" pitchFamily="18" charset="2"/>
              </a:rPr>
              <a:t></a:t>
            </a:r>
            <a:r>
              <a:rPr lang="en-US" altLang="en-US" sz="2200" baseline="-25000">
                <a:sym typeface="Symbol" pitchFamily="18" charset="2"/>
              </a:rPr>
              <a:t>LUONG </a:t>
            </a:r>
            <a:r>
              <a:rPr lang="en-US" altLang="en-US" sz="2200">
                <a:sym typeface="Symbol" pitchFamily="18" charset="2"/>
              </a:rPr>
              <a:t>(</a:t>
            </a:r>
            <a:r>
              <a:rPr lang="en-US" altLang="en-US" sz="4000">
                <a:sym typeface="Symbol" pitchFamily="18" charset="2"/>
              </a:rPr>
              <a:t></a:t>
            </a:r>
            <a:r>
              <a:rPr lang="en-US" altLang="en-US" sz="2200" baseline="-25000">
                <a:sym typeface="Symbol" pitchFamily="18" charset="2"/>
              </a:rPr>
              <a:t>TENNV=‘Tung’ </a:t>
            </a:r>
            <a:r>
              <a:rPr lang="en-US" altLang="en-US" sz="2200">
                <a:sym typeface="Symbol" pitchFamily="18" charset="2"/>
              </a:rPr>
              <a:t>(NHAN_VIEN))</a:t>
            </a:r>
          </a:p>
        </p:txBody>
      </p:sp>
      <p:grpSp>
        <p:nvGrpSpPr>
          <p:cNvPr id="484360" name="Group 8"/>
          <p:cNvGrpSpPr>
            <a:grpSpLocks/>
          </p:cNvGrpSpPr>
          <p:nvPr/>
        </p:nvGrpSpPr>
        <p:grpSpPr bwMode="auto">
          <a:xfrm>
            <a:off x="685800" y="4327525"/>
            <a:ext cx="6096000" cy="549275"/>
            <a:chOff x="384" y="3072"/>
            <a:chExt cx="3840" cy="346"/>
          </a:xfrm>
        </p:grpSpPr>
        <p:sp>
          <p:nvSpPr>
            <p:cNvPr id="54280" name="Text Box 9"/>
            <p:cNvSpPr txBox="1">
              <a:spLocks noChangeArrowheads="1"/>
            </p:cNvSpPr>
            <p:nvPr/>
          </p:nvSpPr>
          <p:spPr bwMode="auto">
            <a:xfrm>
              <a:off x="384" y="3072"/>
              <a:ext cx="3840"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a:sym typeface="Symbol" pitchFamily="18" charset="2"/>
                </a:rPr>
                <a:t>KQ </a:t>
              </a:r>
              <a:r>
                <a:rPr lang="en-US" altLang="en-US" sz="3000">
                  <a:sym typeface="Symbol" pitchFamily="18" charset="2"/>
                </a:rPr>
                <a:t></a:t>
              </a:r>
              <a:r>
                <a:rPr lang="en-US" altLang="en-US" sz="2200">
                  <a:sym typeface="Symbol" pitchFamily="18" charset="2"/>
                </a:rPr>
                <a:t> </a:t>
              </a:r>
              <a:r>
                <a:rPr lang="en-US" altLang="en-US" sz="2200"/>
                <a:t>NHAN_VIEN      </a:t>
              </a:r>
              <a:r>
                <a:rPr lang="en-US" altLang="en-US" sz="2200" baseline="-25000"/>
                <a:t>LUONG&gt;LG</a:t>
              </a:r>
              <a:r>
                <a:rPr lang="en-US" altLang="en-US" sz="2200"/>
                <a:t> R1</a:t>
              </a:r>
            </a:p>
          </p:txBody>
        </p:sp>
        <p:sp>
          <p:nvSpPr>
            <p:cNvPr id="54281" name="AutoShape 10"/>
            <p:cNvSpPr>
              <a:spLocks noChangeArrowheads="1"/>
            </p:cNvSpPr>
            <p:nvPr/>
          </p:nvSpPr>
          <p:spPr bwMode="auto">
            <a:xfrm rot="-5400000">
              <a:off x="2082" y="3177"/>
              <a:ext cx="120" cy="192"/>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grpSp>
      <p:sp>
        <p:nvSpPr>
          <p:cNvPr id="484363" name="Text Box 11"/>
          <p:cNvSpPr txBox="1">
            <a:spLocks noChangeArrowheads="1"/>
          </p:cNvSpPr>
          <p:nvPr/>
        </p:nvSpPr>
        <p:spPr bwMode="auto">
          <a:xfrm>
            <a:off x="685800" y="5364163"/>
            <a:ext cx="784860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a:sym typeface="Symbol" pitchFamily="18" charset="2"/>
              </a:rPr>
              <a:t>KQ(HONV, TENNV, MANV, …, </a:t>
            </a:r>
            <a:r>
              <a:rPr lang="en-US" altLang="en-US" sz="2200" b="1">
                <a:sym typeface="Symbol" pitchFamily="18" charset="2"/>
              </a:rPr>
              <a:t>LUONG</a:t>
            </a:r>
            <a:r>
              <a:rPr lang="en-US" altLang="en-US" sz="2200">
                <a:sym typeface="Symbol" pitchFamily="18" charset="2"/>
              </a:rPr>
              <a:t>, </a:t>
            </a:r>
            <a:r>
              <a:rPr lang="en-US" altLang="en-US" sz="2200" b="1">
                <a:sym typeface="Symbol" pitchFamily="18" charset="2"/>
              </a:rPr>
              <a:t>LG</a:t>
            </a:r>
            <a:r>
              <a:rPr lang="en-US" altLang="en-US" sz="2200">
                <a:sym typeface="Symbol" pitchFamily="18" charset="2"/>
              </a:rPr>
              <a:t>)</a:t>
            </a:r>
            <a:endParaRPr lang="en-US" altLang="en-US" sz="2200" baseline="-25000"/>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44</a:t>
            </a:fld>
            <a:endParaRPr lang="en-US" altLang="en-US"/>
          </a:p>
        </p:txBody>
      </p:sp>
    </p:spTree>
    <p:extLst>
      <p:ext uri="{BB962C8B-B14F-4D97-AF65-F5344CB8AC3E}">
        <p14:creationId xmlns:p14="http://schemas.microsoft.com/office/powerpoint/2010/main" val="26961792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435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484359"/>
                                        </p:tgtEl>
                                        <p:attrNameLst>
                                          <p:attrName>style.visibility</p:attrName>
                                        </p:attrNameLst>
                                      </p:cBhvr>
                                      <p:to>
                                        <p:strVal val="visible"/>
                                      </p:to>
                                    </p:set>
                                    <p:anim calcmode="lin" valueType="num">
                                      <p:cBhvr additive="base">
                                        <p:cTn id="11" dur="500" fill="hold"/>
                                        <p:tgtEl>
                                          <p:spTgt spid="484359"/>
                                        </p:tgtEl>
                                        <p:attrNameLst>
                                          <p:attrName>ppt_x</p:attrName>
                                        </p:attrNameLst>
                                      </p:cBhvr>
                                      <p:tavLst>
                                        <p:tav tm="0">
                                          <p:val>
                                            <p:strVal val="1+#ppt_w/2"/>
                                          </p:val>
                                        </p:tav>
                                        <p:tav tm="100000">
                                          <p:val>
                                            <p:strVal val="#ppt_x"/>
                                          </p:val>
                                        </p:tav>
                                      </p:tavLst>
                                    </p:anim>
                                    <p:anim calcmode="lin" valueType="num">
                                      <p:cBhvr additive="base">
                                        <p:cTn id="12" dur="500" fill="hold"/>
                                        <p:tgtEl>
                                          <p:spTgt spid="484359"/>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484360"/>
                                        </p:tgtEl>
                                        <p:attrNameLst>
                                          <p:attrName>style.visibility</p:attrName>
                                        </p:attrNameLst>
                                      </p:cBhvr>
                                      <p:to>
                                        <p:strVal val="visible"/>
                                      </p:to>
                                    </p:set>
                                    <p:anim calcmode="lin" valueType="num">
                                      <p:cBhvr additive="base">
                                        <p:cTn id="15" dur="500" fill="hold"/>
                                        <p:tgtEl>
                                          <p:spTgt spid="484360"/>
                                        </p:tgtEl>
                                        <p:attrNameLst>
                                          <p:attrName>ppt_x</p:attrName>
                                        </p:attrNameLst>
                                      </p:cBhvr>
                                      <p:tavLst>
                                        <p:tav tm="0">
                                          <p:val>
                                            <p:strVal val="1+#ppt_w/2"/>
                                          </p:val>
                                        </p:tav>
                                        <p:tav tm="100000">
                                          <p:val>
                                            <p:strVal val="#ppt_x"/>
                                          </p:val>
                                        </p:tav>
                                      </p:tavLst>
                                    </p:anim>
                                    <p:anim calcmode="lin" valueType="num">
                                      <p:cBhvr additive="base">
                                        <p:cTn id="16" dur="500" fill="hold"/>
                                        <p:tgtEl>
                                          <p:spTgt spid="484360"/>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843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58" grpId="0"/>
      <p:bldP spid="484359" grpId="0"/>
      <p:bldP spid="48436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err="1">
                <a:solidFill>
                  <a:schemeClr val="tx1"/>
                </a:solidFill>
              </a:rPr>
              <a:t>Ví</a:t>
            </a:r>
            <a:r>
              <a:rPr lang="en-US" altLang="en-US" sz="3500" b="1" dirty="0">
                <a:solidFill>
                  <a:schemeClr val="tx1"/>
                </a:solidFill>
              </a:rPr>
              <a:t> </a:t>
            </a:r>
            <a:r>
              <a:rPr lang="en-US" altLang="en-US" sz="3500" b="1" dirty="0" err="1">
                <a:solidFill>
                  <a:schemeClr val="tx1"/>
                </a:solidFill>
              </a:rPr>
              <a:t>dụ</a:t>
            </a:r>
            <a:r>
              <a:rPr lang="en-US" altLang="en-US" sz="3500" b="1" dirty="0">
                <a:solidFill>
                  <a:schemeClr val="tx1"/>
                </a:solidFill>
              </a:rPr>
              <a:t> 2:</a:t>
            </a:r>
          </a:p>
        </p:txBody>
      </p:sp>
      <p:sp>
        <p:nvSpPr>
          <p:cNvPr id="55299" name="Rectangle 3"/>
          <p:cNvSpPr>
            <a:spLocks noGrp="1" noChangeArrowheads="1"/>
          </p:cNvSpPr>
          <p:nvPr>
            <p:ph sz="quarter" idx="1"/>
          </p:nvPr>
        </p:nvSpPr>
        <p:spPr>
          <a:xfrm>
            <a:off x="457200" y="1295400"/>
            <a:ext cx="8229600" cy="4835525"/>
          </a:xfrm>
        </p:spPr>
        <p:txBody>
          <a:bodyPr/>
          <a:lstStyle/>
          <a:p>
            <a:pPr eaLnBrk="1" hangingPunct="1"/>
            <a:r>
              <a:rPr lang="en-US" altLang="en-US"/>
              <a:t>Với mỗi nhân viên, hãy cho biết thông tin của phòng ban mà họ đang làm việc</a:t>
            </a:r>
          </a:p>
          <a:p>
            <a:pPr lvl="1" eaLnBrk="1" hangingPunct="1"/>
            <a:r>
              <a:rPr lang="en-US" altLang="en-US"/>
              <a:t>Quan hệ: NHAN_VIEN, PHONG_BAN</a:t>
            </a:r>
          </a:p>
        </p:txBody>
      </p:sp>
      <p:sp>
        <p:nvSpPr>
          <p:cNvPr id="480260" name="Text Box 4"/>
          <p:cNvSpPr txBox="1">
            <a:spLocks noChangeArrowheads="1"/>
          </p:cNvSpPr>
          <p:nvPr/>
        </p:nvSpPr>
        <p:spPr bwMode="auto">
          <a:xfrm>
            <a:off x="609600" y="3687763"/>
            <a:ext cx="792480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a:sym typeface="Symbol" pitchFamily="18" charset="2"/>
              </a:rPr>
              <a:t>PHONG_BAN(TENPHG, </a:t>
            </a:r>
            <a:r>
              <a:rPr lang="en-US" altLang="en-US" sz="2200" b="1">
                <a:sym typeface="Symbol" pitchFamily="18" charset="2"/>
              </a:rPr>
              <a:t>MAPHG</a:t>
            </a:r>
            <a:r>
              <a:rPr lang="en-US" altLang="en-US" sz="2200">
                <a:sym typeface="Symbol" pitchFamily="18" charset="2"/>
              </a:rPr>
              <a:t>, TRPHG, NG_NHANCHUC)</a:t>
            </a:r>
            <a:endParaRPr lang="en-US" altLang="en-US" sz="2200" baseline="-25000"/>
          </a:p>
        </p:txBody>
      </p:sp>
      <p:sp>
        <p:nvSpPr>
          <p:cNvPr id="480261" name="Text Box 5"/>
          <p:cNvSpPr txBox="1">
            <a:spLocks noChangeArrowheads="1"/>
          </p:cNvSpPr>
          <p:nvPr/>
        </p:nvSpPr>
        <p:spPr bwMode="auto">
          <a:xfrm>
            <a:off x="609600" y="3200400"/>
            <a:ext cx="75438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a:sym typeface="Symbol" pitchFamily="18" charset="2"/>
              </a:rPr>
              <a:t>NHAN_VIEN(HONV, TENNV, MANV, …, </a:t>
            </a:r>
            <a:r>
              <a:rPr lang="en-US" altLang="en-US" sz="2200" b="1">
                <a:sym typeface="Symbol" pitchFamily="18" charset="2"/>
              </a:rPr>
              <a:t>PHG</a:t>
            </a:r>
            <a:r>
              <a:rPr lang="en-US" altLang="en-US" sz="2200">
                <a:sym typeface="Symbol" pitchFamily="18" charset="2"/>
              </a:rPr>
              <a:t>)</a:t>
            </a:r>
            <a:endParaRPr lang="en-US" altLang="en-US" sz="2200" baseline="-25000"/>
          </a:p>
        </p:txBody>
      </p:sp>
      <p:grpSp>
        <p:nvGrpSpPr>
          <p:cNvPr id="480267" name="Group 11"/>
          <p:cNvGrpSpPr>
            <a:grpSpLocks/>
          </p:cNvGrpSpPr>
          <p:nvPr/>
        </p:nvGrpSpPr>
        <p:grpSpPr bwMode="auto">
          <a:xfrm>
            <a:off x="609600" y="4648200"/>
            <a:ext cx="6096000" cy="549275"/>
            <a:chOff x="384" y="3072"/>
            <a:chExt cx="3840" cy="346"/>
          </a:xfrm>
        </p:grpSpPr>
        <p:sp>
          <p:nvSpPr>
            <p:cNvPr id="55304" name="Text Box 6"/>
            <p:cNvSpPr txBox="1">
              <a:spLocks noChangeArrowheads="1"/>
            </p:cNvSpPr>
            <p:nvPr/>
          </p:nvSpPr>
          <p:spPr bwMode="auto">
            <a:xfrm>
              <a:off x="384" y="3072"/>
              <a:ext cx="3840"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a:sym typeface="Symbol" pitchFamily="18" charset="2"/>
                </a:rPr>
                <a:t>KQ </a:t>
              </a:r>
              <a:r>
                <a:rPr lang="en-US" altLang="en-US" sz="3000">
                  <a:sym typeface="Symbol" pitchFamily="18" charset="2"/>
                </a:rPr>
                <a:t></a:t>
              </a:r>
              <a:r>
                <a:rPr lang="en-US" altLang="en-US" sz="2200">
                  <a:sym typeface="Symbol" pitchFamily="18" charset="2"/>
                </a:rPr>
                <a:t> </a:t>
              </a:r>
              <a:r>
                <a:rPr lang="en-US" altLang="en-US" sz="2200"/>
                <a:t>NHAN_VIEN      </a:t>
              </a:r>
              <a:r>
                <a:rPr lang="en-US" altLang="en-US" sz="2200" baseline="-25000"/>
                <a:t>PHG=MAPHG</a:t>
              </a:r>
              <a:r>
                <a:rPr lang="en-US" altLang="en-US" sz="2200"/>
                <a:t> PHONG_BAN</a:t>
              </a:r>
            </a:p>
          </p:txBody>
        </p:sp>
        <p:sp>
          <p:nvSpPr>
            <p:cNvPr id="55305" name="AutoShape 7"/>
            <p:cNvSpPr>
              <a:spLocks noChangeArrowheads="1"/>
            </p:cNvSpPr>
            <p:nvPr/>
          </p:nvSpPr>
          <p:spPr bwMode="auto">
            <a:xfrm rot="-5400000">
              <a:off x="2082" y="3177"/>
              <a:ext cx="120" cy="192"/>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grpSp>
      <p:sp>
        <p:nvSpPr>
          <p:cNvPr id="480266" name="Text Box 10"/>
          <p:cNvSpPr txBox="1">
            <a:spLocks noChangeArrowheads="1"/>
          </p:cNvSpPr>
          <p:nvPr/>
        </p:nvSpPr>
        <p:spPr bwMode="auto">
          <a:xfrm>
            <a:off x="609600" y="5638800"/>
            <a:ext cx="78486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a:sym typeface="Symbol" pitchFamily="18" charset="2"/>
              </a:rPr>
              <a:t>KQ(HONV, TENNV, MANV, …, </a:t>
            </a:r>
            <a:r>
              <a:rPr lang="en-US" altLang="en-US" sz="2200" b="1">
                <a:sym typeface="Symbol" pitchFamily="18" charset="2"/>
              </a:rPr>
              <a:t>PHG</a:t>
            </a:r>
            <a:r>
              <a:rPr lang="en-US" altLang="en-US" sz="2200">
                <a:sym typeface="Symbol" pitchFamily="18" charset="2"/>
              </a:rPr>
              <a:t>, TENPHG, </a:t>
            </a:r>
            <a:r>
              <a:rPr lang="en-US" altLang="en-US" sz="2200" b="1">
                <a:sym typeface="Symbol" pitchFamily="18" charset="2"/>
              </a:rPr>
              <a:t>MAPHG</a:t>
            </a:r>
            <a:r>
              <a:rPr lang="en-US" altLang="en-US" sz="2200">
                <a:sym typeface="Symbol" pitchFamily="18" charset="2"/>
              </a:rPr>
              <a:t>, …)</a:t>
            </a:r>
            <a:endParaRPr lang="en-US" altLang="en-US" sz="2200" baseline="-25000"/>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45</a:t>
            </a:fld>
            <a:endParaRPr lang="en-US" altLang="en-US"/>
          </a:p>
        </p:txBody>
      </p:sp>
    </p:spTree>
    <p:extLst>
      <p:ext uri="{BB962C8B-B14F-4D97-AF65-F5344CB8AC3E}">
        <p14:creationId xmlns:p14="http://schemas.microsoft.com/office/powerpoint/2010/main" val="7739909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026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026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480267"/>
                                        </p:tgtEl>
                                        <p:attrNameLst>
                                          <p:attrName>style.visibility</p:attrName>
                                        </p:attrNameLst>
                                      </p:cBhvr>
                                      <p:to>
                                        <p:strVal val="visible"/>
                                      </p:to>
                                    </p:set>
                                    <p:anim calcmode="lin" valueType="num">
                                      <p:cBhvr additive="base">
                                        <p:cTn id="13" dur="500" fill="hold"/>
                                        <p:tgtEl>
                                          <p:spTgt spid="480267"/>
                                        </p:tgtEl>
                                        <p:attrNameLst>
                                          <p:attrName>ppt_x</p:attrName>
                                        </p:attrNameLst>
                                      </p:cBhvr>
                                      <p:tavLst>
                                        <p:tav tm="0">
                                          <p:val>
                                            <p:strVal val="1+#ppt_w/2"/>
                                          </p:val>
                                        </p:tav>
                                        <p:tav tm="100000">
                                          <p:val>
                                            <p:strVal val="#ppt_x"/>
                                          </p:val>
                                        </p:tav>
                                      </p:tavLst>
                                    </p:anim>
                                    <p:anim calcmode="lin" valueType="num">
                                      <p:cBhvr additive="base">
                                        <p:cTn id="14" dur="500" fill="hold"/>
                                        <p:tgtEl>
                                          <p:spTgt spid="48026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0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60" grpId="0"/>
      <p:bldP spid="480261" grpId="0"/>
      <p:bldP spid="48026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err="1">
                <a:solidFill>
                  <a:schemeClr val="tx1"/>
                </a:solidFill>
              </a:rPr>
              <a:t>Ví</a:t>
            </a:r>
            <a:r>
              <a:rPr lang="en-US" altLang="en-US" sz="3500" b="1" dirty="0">
                <a:solidFill>
                  <a:schemeClr val="tx1"/>
                </a:solidFill>
              </a:rPr>
              <a:t> </a:t>
            </a:r>
            <a:r>
              <a:rPr lang="en-US" altLang="en-US" sz="3500" b="1" dirty="0" err="1">
                <a:solidFill>
                  <a:schemeClr val="tx1"/>
                </a:solidFill>
              </a:rPr>
              <a:t>dụ</a:t>
            </a:r>
            <a:r>
              <a:rPr lang="en-US" altLang="en-US" sz="3500" b="1" dirty="0">
                <a:solidFill>
                  <a:schemeClr val="tx1"/>
                </a:solidFill>
              </a:rPr>
              <a:t> 3:</a:t>
            </a:r>
          </a:p>
        </p:txBody>
      </p:sp>
      <p:sp>
        <p:nvSpPr>
          <p:cNvPr id="56323" name="Rectangle 3"/>
          <p:cNvSpPr>
            <a:spLocks noGrp="1" noChangeArrowheads="1"/>
          </p:cNvSpPr>
          <p:nvPr>
            <p:ph sz="quarter" idx="1"/>
          </p:nvPr>
        </p:nvSpPr>
        <p:spPr>
          <a:xfrm>
            <a:off x="457200" y="1295400"/>
            <a:ext cx="8229600" cy="4835525"/>
          </a:xfrm>
        </p:spPr>
        <p:txBody>
          <a:bodyPr/>
          <a:lstStyle/>
          <a:p>
            <a:pPr eaLnBrk="1" hangingPunct="1"/>
            <a:r>
              <a:rPr lang="en-US" altLang="en-US"/>
              <a:t>Với mỗi phòng ban hãy cho biết các địa điểm của phòng ban đó</a:t>
            </a:r>
          </a:p>
          <a:p>
            <a:pPr lvl="1" eaLnBrk="1" hangingPunct="1"/>
            <a:r>
              <a:rPr lang="en-US" altLang="en-US"/>
              <a:t>Quan hệ: PHONG_BAN, DDIEM_PHG</a:t>
            </a:r>
          </a:p>
        </p:txBody>
      </p:sp>
      <p:sp>
        <p:nvSpPr>
          <p:cNvPr id="482308" name="Text Box 4"/>
          <p:cNvSpPr txBox="1">
            <a:spLocks noChangeArrowheads="1"/>
          </p:cNvSpPr>
          <p:nvPr/>
        </p:nvSpPr>
        <p:spPr bwMode="auto">
          <a:xfrm>
            <a:off x="609600" y="3048000"/>
            <a:ext cx="79248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a:sym typeface="Symbol" pitchFamily="18" charset="2"/>
              </a:rPr>
              <a:t>PHONG_BAN(TENPHG, </a:t>
            </a:r>
            <a:r>
              <a:rPr lang="en-US" altLang="en-US" sz="2200" b="1">
                <a:sym typeface="Symbol" pitchFamily="18" charset="2"/>
              </a:rPr>
              <a:t>MAPHG</a:t>
            </a:r>
            <a:r>
              <a:rPr lang="en-US" altLang="en-US" sz="2200">
                <a:sym typeface="Symbol" pitchFamily="18" charset="2"/>
              </a:rPr>
              <a:t>, TRPHG, NGAY_NHANCHUC)</a:t>
            </a:r>
            <a:endParaRPr lang="en-US" altLang="en-US" sz="2200" baseline="-25000"/>
          </a:p>
        </p:txBody>
      </p:sp>
      <p:sp>
        <p:nvSpPr>
          <p:cNvPr id="482309" name="Text Box 5"/>
          <p:cNvSpPr txBox="1">
            <a:spLocks noChangeArrowheads="1"/>
          </p:cNvSpPr>
          <p:nvPr/>
        </p:nvSpPr>
        <p:spPr bwMode="auto">
          <a:xfrm>
            <a:off x="609600" y="3535363"/>
            <a:ext cx="472440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a:sym typeface="Symbol" pitchFamily="18" charset="2"/>
              </a:rPr>
              <a:t>DDIEM_PHG(</a:t>
            </a:r>
            <a:r>
              <a:rPr lang="en-US" altLang="en-US" sz="2200" b="1">
                <a:sym typeface="Symbol" pitchFamily="18" charset="2"/>
              </a:rPr>
              <a:t>MAPHG</a:t>
            </a:r>
            <a:r>
              <a:rPr lang="en-US" altLang="en-US" sz="2200">
                <a:sym typeface="Symbol" pitchFamily="18" charset="2"/>
              </a:rPr>
              <a:t>, DIADIEM)</a:t>
            </a:r>
            <a:endParaRPr lang="en-US" altLang="en-US" sz="2200" baseline="-25000"/>
          </a:p>
        </p:txBody>
      </p:sp>
      <p:sp>
        <p:nvSpPr>
          <p:cNvPr id="482314" name="Text Box 10"/>
          <p:cNvSpPr txBox="1">
            <a:spLocks noChangeArrowheads="1"/>
          </p:cNvSpPr>
          <p:nvPr/>
        </p:nvSpPr>
        <p:spPr bwMode="auto">
          <a:xfrm>
            <a:off x="609600" y="5486400"/>
            <a:ext cx="79248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a:sym typeface="Symbol" pitchFamily="18" charset="2"/>
              </a:rPr>
              <a:t>KQ(TENPHG, </a:t>
            </a:r>
            <a:r>
              <a:rPr lang="en-US" altLang="en-US" sz="2200" b="1">
                <a:sym typeface="Symbol" pitchFamily="18" charset="2"/>
              </a:rPr>
              <a:t>MAPHG</a:t>
            </a:r>
            <a:r>
              <a:rPr lang="en-US" altLang="en-US" sz="2200">
                <a:sym typeface="Symbol" pitchFamily="18" charset="2"/>
              </a:rPr>
              <a:t>, TRPHG, NGAY_NHANCHUC, DIADIEM)</a:t>
            </a:r>
            <a:endParaRPr lang="en-US" altLang="en-US" sz="2200" baseline="-25000"/>
          </a:p>
        </p:txBody>
      </p:sp>
      <p:grpSp>
        <p:nvGrpSpPr>
          <p:cNvPr id="482318" name="Group 14"/>
          <p:cNvGrpSpPr>
            <a:grpSpLocks/>
          </p:cNvGrpSpPr>
          <p:nvPr/>
        </p:nvGrpSpPr>
        <p:grpSpPr bwMode="auto">
          <a:xfrm>
            <a:off x="762000" y="4343400"/>
            <a:ext cx="6477000" cy="549275"/>
            <a:chOff x="384" y="2928"/>
            <a:chExt cx="4080" cy="346"/>
          </a:xfrm>
        </p:grpSpPr>
        <p:sp>
          <p:nvSpPr>
            <p:cNvPr id="56328" name="Text Box 12"/>
            <p:cNvSpPr txBox="1">
              <a:spLocks noChangeArrowheads="1"/>
            </p:cNvSpPr>
            <p:nvPr/>
          </p:nvSpPr>
          <p:spPr bwMode="auto">
            <a:xfrm>
              <a:off x="384" y="2928"/>
              <a:ext cx="4080"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a:sym typeface="Symbol" pitchFamily="18" charset="2"/>
                </a:rPr>
                <a:t>KQ </a:t>
              </a:r>
              <a:r>
                <a:rPr lang="en-US" altLang="en-US" sz="3000">
                  <a:sym typeface="Symbol" pitchFamily="18" charset="2"/>
                </a:rPr>
                <a:t></a:t>
              </a:r>
              <a:r>
                <a:rPr lang="en-US" altLang="en-US" sz="2200">
                  <a:sym typeface="Symbol" pitchFamily="18" charset="2"/>
                </a:rPr>
                <a:t> PHONG_BAN</a:t>
              </a:r>
              <a:r>
                <a:rPr lang="en-US" altLang="en-US" sz="2200"/>
                <a:t>      </a:t>
              </a:r>
              <a:r>
                <a:rPr lang="en-US" altLang="en-US" sz="2200" baseline="-25000"/>
                <a:t>MAPHG=MAPHG</a:t>
              </a:r>
              <a:r>
                <a:rPr lang="en-US" altLang="en-US" sz="2200"/>
                <a:t> DDIEM_PHG</a:t>
              </a:r>
            </a:p>
          </p:txBody>
        </p:sp>
        <p:sp>
          <p:nvSpPr>
            <p:cNvPr id="56329" name="AutoShape 13"/>
            <p:cNvSpPr>
              <a:spLocks noChangeArrowheads="1"/>
            </p:cNvSpPr>
            <p:nvPr/>
          </p:nvSpPr>
          <p:spPr bwMode="auto">
            <a:xfrm rot="-5400000">
              <a:off x="2136" y="3033"/>
              <a:ext cx="120" cy="192"/>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46</a:t>
            </a:fld>
            <a:endParaRPr lang="en-US" altLang="en-US"/>
          </a:p>
        </p:txBody>
      </p:sp>
    </p:spTree>
    <p:extLst>
      <p:ext uri="{BB962C8B-B14F-4D97-AF65-F5344CB8AC3E}">
        <p14:creationId xmlns:p14="http://schemas.microsoft.com/office/powerpoint/2010/main" val="21755585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230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230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8231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823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8" grpId="0"/>
      <p:bldP spid="482309" grpId="0"/>
      <p:bldP spid="48231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err="1">
                <a:solidFill>
                  <a:schemeClr val="tx1"/>
                </a:solidFill>
              </a:rPr>
              <a:t>Bài</a:t>
            </a:r>
            <a:r>
              <a:rPr lang="en-US" altLang="en-US" sz="3500" b="1" dirty="0">
                <a:solidFill>
                  <a:schemeClr val="tx1"/>
                </a:solidFill>
              </a:rPr>
              <a:t> </a:t>
            </a:r>
            <a:r>
              <a:rPr lang="en-US" altLang="en-US" sz="3500" b="1" dirty="0" err="1">
                <a:solidFill>
                  <a:schemeClr val="tx1"/>
                </a:solidFill>
              </a:rPr>
              <a:t>tập</a:t>
            </a:r>
            <a:r>
              <a:rPr lang="en-US" altLang="en-US" sz="3500" b="1" dirty="0">
                <a:solidFill>
                  <a:schemeClr val="tx1"/>
                </a:solidFill>
              </a:rPr>
              <a:t>:</a:t>
            </a:r>
          </a:p>
        </p:txBody>
      </p:sp>
      <p:sp>
        <p:nvSpPr>
          <p:cNvPr id="57347" name="Rectangle 3"/>
          <p:cNvSpPr>
            <a:spLocks noGrp="1" noChangeArrowheads="1"/>
          </p:cNvSpPr>
          <p:nvPr>
            <p:ph sz="quarter" idx="1"/>
          </p:nvPr>
        </p:nvSpPr>
        <p:spPr>
          <a:xfrm>
            <a:off x="457200" y="1295400"/>
            <a:ext cx="8229600" cy="4835525"/>
          </a:xfrm>
        </p:spPr>
        <p:txBody>
          <a:bodyPr/>
          <a:lstStyle/>
          <a:p>
            <a:pPr marL="0" indent="0" eaLnBrk="1" hangingPunct="1">
              <a:buNone/>
            </a:pPr>
            <a:r>
              <a:rPr lang="en-US" altLang="en-US" dirty="0"/>
              <a:t>1. </a:t>
            </a:r>
            <a:r>
              <a:rPr lang="en-US" altLang="en-US" dirty="0" err="1"/>
              <a:t>Với</a:t>
            </a:r>
            <a:r>
              <a:rPr lang="en-US" altLang="en-US" dirty="0"/>
              <a:t> </a:t>
            </a:r>
            <a:r>
              <a:rPr lang="en-US" altLang="en-US" dirty="0" err="1"/>
              <a:t>mỗi</a:t>
            </a:r>
            <a:r>
              <a:rPr lang="en-US" altLang="en-US" dirty="0"/>
              <a:t> </a:t>
            </a:r>
            <a:r>
              <a:rPr lang="en-US" altLang="en-US" dirty="0" err="1"/>
              <a:t>phòng</a:t>
            </a:r>
            <a:r>
              <a:rPr lang="en-US" altLang="en-US" dirty="0"/>
              <a:t> ban </a:t>
            </a:r>
            <a:r>
              <a:rPr lang="en-US" altLang="en-US" dirty="0" err="1"/>
              <a:t>hãy</a:t>
            </a:r>
            <a:r>
              <a:rPr lang="en-US" altLang="en-US" dirty="0"/>
              <a:t> </a:t>
            </a:r>
            <a:r>
              <a:rPr lang="en-US" altLang="en-US" dirty="0" err="1"/>
              <a:t>cho</a:t>
            </a:r>
            <a:r>
              <a:rPr lang="en-US" altLang="en-US" dirty="0"/>
              <a:t> </a:t>
            </a:r>
            <a:r>
              <a:rPr lang="en-US" altLang="en-US" dirty="0" err="1"/>
              <a:t>biết</a:t>
            </a:r>
            <a:r>
              <a:rPr lang="en-US" altLang="en-US" dirty="0"/>
              <a:t> </a:t>
            </a:r>
            <a:r>
              <a:rPr lang="en-US" altLang="en-US" dirty="0" err="1"/>
              <a:t>thông</a:t>
            </a:r>
            <a:r>
              <a:rPr lang="en-US" altLang="en-US" dirty="0"/>
              <a:t> tin </a:t>
            </a:r>
            <a:r>
              <a:rPr lang="en-US" altLang="en-US" dirty="0" err="1"/>
              <a:t>của</a:t>
            </a:r>
            <a:r>
              <a:rPr lang="en-US" altLang="en-US" dirty="0"/>
              <a:t> </a:t>
            </a:r>
            <a:r>
              <a:rPr lang="en-US" altLang="en-US" dirty="0" err="1"/>
              <a:t>người</a:t>
            </a:r>
            <a:r>
              <a:rPr lang="en-US" altLang="en-US" dirty="0"/>
              <a:t> </a:t>
            </a:r>
            <a:r>
              <a:rPr lang="en-US" altLang="en-US" dirty="0" err="1"/>
              <a:t>trưởng</a:t>
            </a:r>
            <a:r>
              <a:rPr lang="en-US" altLang="en-US" dirty="0"/>
              <a:t> </a:t>
            </a:r>
            <a:r>
              <a:rPr lang="en-US" altLang="en-US" dirty="0" err="1"/>
              <a:t>phòng</a:t>
            </a:r>
            <a:endParaRPr lang="en-US" altLang="en-US" dirty="0"/>
          </a:p>
          <a:p>
            <a:pPr lvl="1" eaLnBrk="1" hangingPunct="1"/>
            <a:r>
              <a:rPr lang="en-US" altLang="en-US" dirty="0" err="1"/>
              <a:t>Quan</a:t>
            </a:r>
            <a:r>
              <a:rPr lang="en-US" altLang="en-US" dirty="0"/>
              <a:t> </a:t>
            </a:r>
            <a:r>
              <a:rPr lang="en-US" altLang="en-US" dirty="0" err="1"/>
              <a:t>hệ</a:t>
            </a:r>
            <a:r>
              <a:rPr lang="en-US" altLang="en-US" dirty="0"/>
              <a:t>: PHONG_BAN, NHAN_VIEN</a:t>
            </a:r>
          </a:p>
          <a:p>
            <a:pPr marL="0" indent="0">
              <a:buNone/>
            </a:pPr>
            <a:r>
              <a:rPr lang="en-US" altLang="en-US" dirty="0"/>
              <a:t>2. Cho </a:t>
            </a:r>
            <a:r>
              <a:rPr lang="en-US" altLang="en-US" dirty="0" err="1"/>
              <a:t>biết</a:t>
            </a:r>
            <a:r>
              <a:rPr lang="en-US" altLang="en-US" dirty="0"/>
              <a:t> </a:t>
            </a:r>
            <a:r>
              <a:rPr lang="en-US" altLang="en-US" dirty="0" err="1"/>
              <a:t>lương</a:t>
            </a:r>
            <a:r>
              <a:rPr lang="en-US" altLang="en-US" dirty="0"/>
              <a:t> </a:t>
            </a:r>
            <a:r>
              <a:rPr lang="en-US" altLang="en-US" dirty="0" err="1"/>
              <a:t>cao</a:t>
            </a:r>
            <a:r>
              <a:rPr lang="en-US" altLang="en-US" dirty="0"/>
              <a:t> </a:t>
            </a:r>
            <a:r>
              <a:rPr lang="en-US" altLang="en-US" dirty="0" err="1"/>
              <a:t>nhất</a:t>
            </a:r>
            <a:r>
              <a:rPr lang="en-US" altLang="en-US" dirty="0"/>
              <a:t> </a:t>
            </a:r>
            <a:r>
              <a:rPr lang="en-US" altLang="en-US" dirty="0" err="1"/>
              <a:t>trong</a:t>
            </a:r>
            <a:r>
              <a:rPr lang="en-US" altLang="en-US" dirty="0"/>
              <a:t> </a:t>
            </a:r>
            <a:r>
              <a:rPr lang="en-US" altLang="en-US" dirty="0" err="1"/>
              <a:t>công</a:t>
            </a:r>
            <a:r>
              <a:rPr lang="en-US" altLang="en-US" dirty="0"/>
              <a:t> ty</a:t>
            </a:r>
          </a:p>
          <a:p>
            <a:pPr lvl="1"/>
            <a:r>
              <a:rPr lang="en-US" altLang="en-US" dirty="0" err="1"/>
              <a:t>Quan</a:t>
            </a:r>
            <a:r>
              <a:rPr lang="en-US" altLang="en-US" dirty="0"/>
              <a:t> </a:t>
            </a:r>
            <a:r>
              <a:rPr lang="en-US" altLang="en-US" dirty="0" err="1"/>
              <a:t>hệ</a:t>
            </a:r>
            <a:r>
              <a:rPr lang="en-US" altLang="en-US" dirty="0"/>
              <a:t>: NHAN_VIEN</a:t>
            </a:r>
          </a:p>
          <a:p>
            <a:pPr lvl="1"/>
            <a:r>
              <a:rPr lang="en-US" altLang="en-US" dirty="0" err="1"/>
              <a:t>Thuộc</a:t>
            </a:r>
            <a:r>
              <a:rPr lang="en-US" altLang="en-US" dirty="0"/>
              <a:t> </a:t>
            </a:r>
            <a:r>
              <a:rPr lang="en-US" altLang="en-US" dirty="0" err="1"/>
              <a:t>tính</a:t>
            </a:r>
            <a:r>
              <a:rPr lang="en-US" altLang="en-US" dirty="0"/>
              <a:t>: LUONG</a:t>
            </a:r>
          </a:p>
          <a:p>
            <a:pPr marL="0" indent="0">
              <a:buNone/>
            </a:pPr>
            <a:r>
              <a:rPr lang="en-US" altLang="en-US" dirty="0"/>
              <a:t>3. Cho </a:t>
            </a:r>
            <a:r>
              <a:rPr lang="en-US" altLang="en-US" dirty="0" err="1"/>
              <a:t>biết</a:t>
            </a:r>
            <a:r>
              <a:rPr lang="en-US" altLang="en-US" dirty="0"/>
              <a:t> </a:t>
            </a:r>
            <a:r>
              <a:rPr lang="en-US" altLang="en-US" dirty="0" err="1"/>
              <a:t>phòng</a:t>
            </a:r>
            <a:r>
              <a:rPr lang="en-US" altLang="en-US" dirty="0"/>
              <a:t> ban </a:t>
            </a:r>
            <a:r>
              <a:rPr lang="en-US" altLang="en-US" dirty="0" err="1"/>
              <a:t>có</a:t>
            </a:r>
            <a:r>
              <a:rPr lang="en-US" altLang="en-US" dirty="0"/>
              <a:t> </a:t>
            </a:r>
            <a:r>
              <a:rPr lang="en-US" altLang="en-US" dirty="0" err="1"/>
              <a:t>cùng</a:t>
            </a:r>
            <a:r>
              <a:rPr lang="en-US" altLang="en-US" dirty="0"/>
              <a:t> </a:t>
            </a:r>
            <a:r>
              <a:rPr lang="en-US" altLang="en-US" dirty="0" err="1"/>
              <a:t>địa</a:t>
            </a:r>
            <a:r>
              <a:rPr lang="en-US" altLang="en-US" dirty="0"/>
              <a:t> </a:t>
            </a:r>
            <a:r>
              <a:rPr lang="en-US" altLang="en-US" dirty="0" err="1"/>
              <a:t>điểm</a:t>
            </a:r>
            <a:r>
              <a:rPr lang="en-US" altLang="en-US" dirty="0"/>
              <a:t> </a:t>
            </a:r>
            <a:r>
              <a:rPr lang="en-US" altLang="en-US" dirty="0" err="1"/>
              <a:t>với</a:t>
            </a:r>
            <a:r>
              <a:rPr lang="en-US" altLang="en-US" dirty="0"/>
              <a:t> </a:t>
            </a:r>
            <a:r>
              <a:rPr lang="en-US" altLang="en-US" dirty="0" err="1"/>
              <a:t>phòng</a:t>
            </a:r>
            <a:r>
              <a:rPr lang="en-US" altLang="en-US" dirty="0"/>
              <a:t> 5</a:t>
            </a:r>
          </a:p>
          <a:p>
            <a:pPr lvl="1"/>
            <a:r>
              <a:rPr lang="en-US" altLang="en-US" dirty="0" err="1"/>
              <a:t>Quan</a:t>
            </a:r>
            <a:r>
              <a:rPr lang="en-US" altLang="en-US" dirty="0"/>
              <a:t> </a:t>
            </a:r>
            <a:r>
              <a:rPr lang="en-US" altLang="en-US" dirty="0" err="1"/>
              <a:t>hệ</a:t>
            </a:r>
            <a:r>
              <a:rPr lang="en-US" altLang="en-US" dirty="0"/>
              <a:t>: DDIEM_PHG</a:t>
            </a:r>
          </a:p>
          <a:p>
            <a:endParaRPr lang="en-US" altLang="en-US" dirty="0"/>
          </a:p>
          <a:p>
            <a:pPr marL="0" indent="0">
              <a:buNone/>
            </a:pPr>
            <a:endParaRPr lang="en-US" altLang="en-US" dirty="0"/>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47</a:t>
            </a:fld>
            <a:endParaRPr lang="en-US" altLang="en-US"/>
          </a:p>
        </p:txBody>
      </p:sp>
    </p:spTree>
    <p:extLst>
      <p:ext uri="{BB962C8B-B14F-4D97-AF65-F5344CB8AC3E}">
        <p14:creationId xmlns:p14="http://schemas.microsoft.com/office/powerpoint/2010/main" val="13481559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err="1">
                <a:solidFill>
                  <a:schemeClr val="tx1"/>
                </a:solidFill>
              </a:rPr>
              <a:t>Tập</a:t>
            </a:r>
            <a:r>
              <a:rPr lang="en-US" altLang="en-US" sz="3500" b="1" dirty="0">
                <a:solidFill>
                  <a:schemeClr val="tx1"/>
                </a:solidFill>
              </a:rPr>
              <a:t> </a:t>
            </a:r>
            <a:r>
              <a:rPr lang="en-US" altLang="en-US" sz="3500" b="1" dirty="0" err="1">
                <a:solidFill>
                  <a:schemeClr val="tx1"/>
                </a:solidFill>
              </a:rPr>
              <a:t>đầy</a:t>
            </a:r>
            <a:r>
              <a:rPr lang="en-US" altLang="en-US" sz="3500" b="1" dirty="0">
                <a:solidFill>
                  <a:schemeClr val="tx1"/>
                </a:solidFill>
              </a:rPr>
              <a:t> </a:t>
            </a:r>
            <a:r>
              <a:rPr lang="en-US" altLang="en-US" sz="3500" b="1" dirty="0" err="1">
                <a:solidFill>
                  <a:schemeClr val="tx1"/>
                </a:solidFill>
              </a:rPr>
              <a:t>đủ</a:t>
            </a:r>
            <a:r>
              <a:rPr lang="en-US" altLang="en-US" sz="3500" b="1" dirty="0">
                <a:solidFill>
                  <a:schemeClr val="tx1"/>
                </a:solidFill>
              </a:rPr>
              <a:t> </a:t>
            </a:r>
            <a:r>
              <a:rPr lang="en-US" altLang="en-US" sz="3500" b="1" dirty="0" err="1">
                <a:solidFill>
                  <a:schemeClr val="tx1"/>
                </a:solidFill>
              </a:rPr>
              <a:t>các</a:t>
            </a:r>
            <a:r>
              <a:rPr lang="en-US" altLang="en-US" sz="3500" b="1" dirty="0">
                <a:solidFill>
                  <a:schemeClr val="tx1"/>
                </a:solidFill>
              </a:rPr>
              <a:t> </a:t>
            </a:r>
            <a:r>
              <a:rPr lang="en-US" altLang="en-US" sz="3500" b="1" dirty="0" err="1">
                <a:solidFill>
                  <a:schemeClr val="tx1"/>
                </a:solidFill>
              </a:rPr>
              <a:t>phép</a:t>
            </a:r>
            <a:r>
              <a:rPr lang="en-US" altLang="en-US" sz="3500" b="1" dirty="0">
                <a:solidFill>
                  <a:schemeClr val="tx1"/>
                </a:solidFill>
              </a:rPr>
              <a:t> </a:t>
            </a:r>
            <a:r>
              <a:rPr lang="en-US" altLang="en-US" sz="3500" b="1" dirty="0" err="1">
                <a:solidFill>
                  <a:schemeClr val="tx1"/>
                </a:solidFill>
              </a:rPr>
              <a:t>toán</a:t>
            </a:r>
            <a:r>
              <a:rPr lang="en-US" altLang="en-US" sz="3500" b="1" dirty="0">
                <a:solidFill>
                  <a:schemeClr val="tx1"/>
                </a:solidFill>
              </a:rPr>
              <a:t> ĐSQH</a:t>
            </a:r>
          </a:p>
        </p:txBody>
      </p:sp>
      <p:sp>
        <p:nvSpPr>
          <p:cNvPr id="60419" name="Rectangle 3"/>
          <p:cNvSpPr>
            <a:spLocks noGrp="1" noChangeArrowheads="1"/>
          </p:cNvSpPr>
          <p:nvPr>
            <p:ph sz="quarter" idx="1"/>
          </p:nvPr>
        </p:nvSpPr>
        <p:spPr>
          <a:xfrm>
            <a:off x="457200" y="1295400"/>
            <a:ext cx="8229600" cy="4835525"/>
          </a:xfrm>
        </p:spPr>
        <p:txBody>
          <a:bodyPr/>
          <a:lstStyle/>
          <a:p>
            <a:pPr eaLnBrk="1" hangingPunct="1"/>
            <a:r>
              <a:rPr lang="en-US" altLang="en-US" dirty="0" err="1"/>
              <a:t>Tập</a:t>
            </a:r>
            <a:r>
              <a:rPr lang="en-US" altLang="en-US" dirty="0"/>
              <a:t> </a:t>
            </a:r>
            <a:r>
              <a:rPr lang="en-US" altLang="en-US" dirty="0" err="1"/>
              <a:t>các</a:t>
            </a:r>
            <a:r>
              <a:rPr lang="en-US" altLang="en-US" dirty="0"/>
              <a:t> </a:t>
            </a:r>
            <a:r>
              <a:rPr lang="en-US" altLang="en-US" dirty="0" err="1"/>
              <a:t>phép</a:t>
            </a:r>
            <a:r>
              <a:rPr lang="en-US" altLang="en-US" dirty="0"/>
              <a:t> </a:t>
            </a:r>
            <a:r>
              <a:rPr lang="en-US" altLang="en-US" dirty="0" err="1"/>
              <a:t>toán</a:t>
            </a:r>
            <a:r>
              <a:rPr lang="en-US" altLang="en-US" dirty="0"/>
              <a:t> </a:t>
            </a:r>
            <a:r>
              <a:rPr lang="en-US" altLang="en-US" dirty="0">
                <a:sym typeface="Symbol" pitchFamily="18" charset="2"/>
              </a:rPr>
              <a:t>, , </a:t>
            </a:r>
            <a:r>
              <a:rPr lang="en-US" altLang="en-US" b="1" dirty="0">
                <a:sym typeface="Symbol" pitchFamily="18" charset="2"/>
              </a:rPr>
              <a:t></a:t>
            </a:r>
            <a:r>
              <a:rPr lang="en-US" altLang="en-US" dirty="0">
                <a:sym typeface="Symbol" pitchFamily="18" charset="2"/>
              </a:rPr>
              <a:t>, </a:t>
            </a:r>
            <a:r>
              <a:rPr lang="en-US" altLang="en-US" b="1" dirty="0">
                <a:sym typeface="Symbol" pitchFamily="18" charset="2"/>
              </a:rPr>
              <a:t></a:t>
            </a:r>
            <a:r>
              <a:rPr lang="en-US" altLang="en-US" dirty="0">
                <a:sym typeface="Symbol" pitchFamily="18" charset="2"/>
              </a:rPr>
              <a:t>, </a:t>
            </a:r>
            <a:r>
              <a:rPr lang="en-US" altLang="en-US" b="1" dirty="0">
                <a:sym typeface="Symbol" pitchFamily="18" charset="2"/>
              </a:rPr>
              <a:t>, </a:t>
            </a:r>
            <a:r>
              <a:rPr lang="en-US" altLang="en-US" dirty="0">
                <a:sym typeface="Symbol" pitchFamily="18" charset="2"/>
              </a:rPr>
              <a:t> </a:t>
            </a:r>
            <a:r>
              <a:rPr lang="en-US" altLang="en-US" dirty="0" err="1">
                <a:sym typeface="Symbol" pitchFamily="18" charset="2"/>
              </a:rPr>
              <a:t>được</a:t>
            </a:r>
            <a:r>
              <a:rPr lang="en-US" altLang="en-US" dirty="0">
                <a:sym typeface="Symbol" pitchFamily="18" charset="2"/>
              </a:rPr>
              <a:t> </a:t>
            </a:r>
            <a:r>
              <a:rPr lang="en-US" altLang="en-US" dirty="0" err="1">
                <a:sym typeface="Symbol" pitchFamily="18" charset="2"/>
              </a:rPr>
              <a:t>gọi</a:t>
            </a:r>
            <a:r>
              <a:rPr lang="en-US" altLang="en-US" dirty="0">
                <a:sym typeface="Symbol" pitchFamily="18" charset="2"/>
              </a:rPr>
              <a:t> </a:t>
            </a:r>
            <a:r>
              <a:rPr lang="en-US" altLang="en-US" dirty="0" err="1">
                <a:sym typeface="Symbol" pitchFamily="18" charset="2"/>
              </a:rPr>
              <a:t>là</a:t>
            </a:r>
            <a:r>
              <a:rPr lang="en-US" altLang="en-US" dirty="0">
                <a:sym typeface="Symbol" pitchFamily="18" charset="2"/>
              </a:rPr>
              <a:t> </a:t>
            </a:r>
            <a:r>
              <a:rPr lang="en-US" altLang="en-US" dirty="0" err="1">
                <a:sym typeface="Symbol" pitchFamily="18" charset="2"/>
              </a:rPr>
              <a:t>tập</a:t>
            </a:r>
            <a:r>
              <a:rPr lang="en-US" altLang="en-US" dirty="0">
                <a:sym typeface="Symbol" pitchFamily="18" charset="2"/>
              </a:rPr>
              <a:t> </a:t>
            </a:r>
            <a:r>
              <a:rPr lang="en-US" altLang="en-US" dirty="0" err="1">
                <a:sym typeface="Symbol" pitchFamily="18" charset="2"/>
              </a:rPr>
              <a:t>đầy</a:t>
            </a:r>
            <a:r>
              <a:rPr lang="en-US" altLang="en-US" dirty="0">
                <a:sym typeface="Symbol" pitchFamily="18" charset="2"/>
              </a:rPr>
              <a:t> </a:t>
            </a:r>
            <a:r>
              <a:rPr lang="en-US" altLang="en-US" dirty="0" err="1">
                <a:sym typeface="Symbol" pitchFamily="18" charset="2"/>
              </a:rPr>
              <a:t>đủ</a:t>
            </a:r>
            <a:r>
              <a:rPr lang="en-US" altLang="en-US" dirty="0">
                <a:sym typeface="Symbol" pitchFamily="18" charset="2"/>
              </a:rPr>
              <a:t> </a:t>
            </a:r>
            <a:r>
              <a:rPr lang="en-US" altLang="en-US" dirty="0" err="1">
                <a:sym typeface="Symbol" pitchFamily="18" charset="2"/>
              </a:rPr>
              <a:t>các</a:t>
            </a:r>
            <a:r>
              <a:rPr lang="en-US" altLang="en-US" dirty="0">
                <a:sym typeface="Symbol" pitchFamily="18" charset="2"/>
              </a:rPr>
              <a:t> </a:t>
            </a:r>
            <a:r>
              <a:rPr lang="en-US" altLang="en-US" dirty="0" err="1">
                <a:sym typeface="Symbol" pitchFamily="18" charset="2"/>
              </a:rPr>
              <a:t>phép</a:t>
            </a:r>
            <a:r>
              <a:rPr lang="en-US" altLang="en-US" dirty="0">
                <a:sym typeface="Symbol" pitchFamily="18" charset="2"/>
              </a:rPr>
              <a:t> </a:t>
            </a:r>
            <a:r>
              <a:rPr lang="en-US" altLang="en-US" dirty="0" err="1">
                <a:sym typeface="Symbol" pitchFamily="18" charset="2"/>
              </a:rPr>
              <a:t>toán</a:t>
            </a:r>
            <a:r>
              <a:rPr lang="en-US" altLang="en-US" dirty="0">
                <a:sym typeface="Symbol" pitchFamily="18" charset="2"/>
              </a:rPr>
              <a:t> ĐSQH</a:t>
            </a:r>
          </a:p>
          <a:p>
            <a:pPr lvl="1" eaLnBrk="1" hangingPunct="1"/>
            <a:r>
              <a:rPr lang="en-US" altLang="en-US" dirty="0" err="1">
                <a:sym typeface="Symbol" pitchFamily="18" charset="2"/>
              </a:rPr>
              <a:t>Nghĩa</a:t>
            </a:r>
            <a:r>
              <a:rPr lang="en-US" altLang="en-US" dirty="0">
                <a:sym typeface="Symbol" pitchFamily="18" charset="2"/>
              </a:rPr>
              <a:t> </a:t>
            </a:r>
            <a:r>
              <a:rPr lang="en-US" altLang="en-US" dirty="0" err="1">
                <a:sym typeface="Symbol" pitchFamily="18" charset="2"/>
              </a:rPr>
              <a:t>là</a:t>
            </a:r>
            <a:r>
              <a:rPr lang="en-US" altLang="en-US" dirty="0">
                <a:sym typeface="Symbol" pitchFamily="18" charset="2"/>
              </a:rPr>
              <a:t> </a:t>
            </a:r>
            <a:r>
              <a:rPr lang="en-US" altLang="en-US" dirty="0" err="1">
                <a:sym typeface="Symbol" pitchFamily="18" charset="2"/>
              </a:rPr>
              <a:t>các</a:t>
            </a:r>
            <a:r>
              <a:rPr lang="en-US" altLang="en-US" dirty="0">
                <a:sym typeface="Symbol" pitchFamily="18" charset="2"/>
              </a:rPr>
              <a:t> </a:t>
            </a:r>
            <a:r>
              <a:rPr lang="en-US" altLang="en-US" dirty="0" err="1">
                <a:sym typeface="Symbol" pitchFamily="18" charset="2"/>
              </a:rPr>
              <a:t>phép</a:t>
            </a:r>
            <a:r>
              <a:rPr lang="en-US" altLang="en-US" dirty="0">
                <a:sym typeface="Symbol" pitchFamily="18" charset="2"/>
              </a:rPr>
              <a:t> </a:t>
            </a:r>
            <a:r>
              <a:rPr lang="en-US" altLang="en-US" dirty="0" err="1">
                <a:sym typeface="Symbol" pitchFamily="18" charset="2"/>
              </a:rPr>
              <a:t>toán</a:t>
            </a:r>
            <a:r>
              <a:rPr lang="en-US" altLang="en-US" dirty="0">
                <a:sym typeface="Symbol" pitchFamily="18" charset="2"/>
              </a:rPr>
              <a:t> </a:t>
            </a:r>
            <a:r>
              <a:rPr lang="en-US" altLang="en-US" dirty="0" err="1">
                <a:sym typeface="Symbol" pitchFamily="18" charset="2"/>
              </a:rPr>
              <a:t>có</a:t>
            </a:r>
            <a:r>
              <a:rPr lang="en-US" altLang="en-US" dirty="0">
                <a:sym typeface="Symbol" pitchFamily="18" charset="2"/>
              </a:rPr>
              <a:t> </a:t>
            </a:r>
            <a:r>
              <a:rPr lang="en-US" altLang="en-US" dirty="0" err="1">
                <a:sym typeface="Symbol" pitchFamily="18" charset="2"/>
              </a:rPr>
              <a:t>thể</a:t>
            </a:r>
            <a:r>
              <a:rPr lang="en-US" altLang="en-US" dirty="0">
                <a:sym typeface="Symbol" pitchFamily="18" charset="2"/>
              </a:rPr>
              <a:t> </a:t>
            </a:r>
            <a:r>
              <a:rPr lang="en-US" altLang="en-US" dirty="0" err="1">
                <a:sym typeface="Symbol" pitchFamily="18" charset="2"/>
              </a:rPr>
              <a:t>được</a:t>
            </a:r>
            <a:r>
              <a:rPr lang="en-US" altLang="en-US" dirty="0">
                <a:sym typeface="Symbol" pitchFamily="18" charset="2"/>
              </a:rPr>
              <a:t> </a:t>
            </a:r>
            <a:r>
              <a:rPr lang="en-US" altLang="en-US" dirty="0" err="1">
                <a:sym typeface="Symbol" pitchFamily="18" charset="2"/>
              </a:rPr>
              <a:t>biểu</a:t>
            </a:r>
            <a:r>
              <a:rPr lang="en-US" altLang="en-US" dirty="0">
                <a:sym typeface="Symbol" pitchFamily="18" charset="2"/>
              </a:rPr>
              <a:t> </a:t>
            </a:r>
            <a:r>
              <a:rPr lang="en-US" altLang="en-US" dirty="0" err="1">
                <a:sym typeface="Symbol" pitchFamily="18" charset="2"/>
              </a:rPr>
              <a:t>diễn</a:t>
            </a:r>
            <a:r>
              <a:rPr lang="en-US" altLang="en-US" dirty="0">
                <a:sym typeface="Symbol" pitchFamily="18" charset="2"/>
              </a:rPr>
              <a:t> qua </a:t>
            </a:r>
            <a:r>
              <a:rPr lang="en-US" altLang="en-US" dirty="0" err="1">
                <a:sym typeface="Symbol" pitchFamily="18" charset="2"/>
              </a:rPr>
              <a:t>chúng</a:t>
            </a:r>
            <a:endParaRPr lang="en-US" altLang="en-US" dirty="0">
              <a:sym typeface="Symbol" pitchFamily="18" charset="2"/>
            </a:endParaRPr>
          </a:p>
          <a:p>
            <a:pPr lvl="1" eaLnBrk="1" hangingPunct="1"/>
            <a:r>
              <a:rPr lang="en-US" altLang="en-US" dirty="0" err="1">
                <a:sym typeface="Symbol" pitchFamily="18" charset="2"/>
              </a:rPr>
              <a:t>Ví</a:t>
            </a:r>
            <a:r>
              <a:rPr lang="en-US" altLang="en-US" dirty="0">
                <a:sym typeface="Symbol" pitchFamily="18" charset="2"/>
              </a:rPr>
              <a:t> </a:t>
            </a:r>
            <a:r>
              <a:rPr lang="en-US" altLang="en-US" dirty="0" err="1">
                <a:sym typeface="Symbol" pitchFamily="18" charset="2"/>
              </a:rPr>
              <a:t>dụ</a:t>
            </a:r>
            <a:endParaRPr lang="en-US" altLang="en-US" dirty="0">
              <a:sym typeface="Symbol" pitchFamily="18" charset="2"/>
            </a:endParaRPr>
          </a:p>
          <a:p>
            <a:pPr lvl="2" eaLnBrk="1" hangingPunct="1"/>
            <a:r>
              <a:rPr lang="en-US" altLang="en-US" dirty="0">
                <a:sym typeface="Symbol" pitchFamily="18" charset="2"/>
              </a:rPr>
              <a:t>R</a:t>
            </a:r>
            <a:r>
              <a:rPr lang="en-US" altLang="en-US" b="1" dirty="0">
                <a:sym typeface="Symbol" pitchFamily="18" charset="2"/>
              </a:rPr>
              <a:t></a:t>
            </a:r>
            <a:r>
              <a:rPr lang="en-US" altLang="en-US" dirty="0">
                <a:sym typeface="Symbol" pitchFamily="18" charset="2"/>
              </a:rPr>
              <a:t>S = R</a:t>
            </a:r>
            <a:r>
              <a:rPr lang="en-US" altLang="en-US" b="1" dirty="0">
                <a:sym typeface="Symbol" pitchFamily="18" charset="2"/>
              </a:rPr>
              <a:t></a:t>
            </a:r>
            <a:r>
              <a:rPr lang="en-US" altLang="en-US" dirty="0">
                <a:sym typeface="Symbol" pitchFamily="18" charset="2"/>
              </a:rPr>
              <a:t>S </a:t>
            </a:r>
            <a:r>
              <a:rPr lang="en-US" altLang="en-US" b="1" dirty="0">
                <a:sym typeface="Symbol" pitchFamily="18" charset="2"/>
              </a:rPr>
              <a:t></a:t>
            </a:r>
            <a:r>
              <a:rPr lang="en-US" altLang="en-US" dirty="0">
                <a:sym typeface="Symbol" pitchFamily="18" charset="2"/>
              </a:rPr>
              <a:t> ((R</a:t>
            </a:r>
            <a:r>
              <a:rPr lang="en-US" altLang="en-US" b="1" dirty="0">
                <a:sym typeface="Symbol" pitchFamily="18" charset="2"/>
              </a:rPr>
              <a:t></a:t>
            </a:r>
            <a:r>
              <a:rPr lang="en-US" altLang="en-US" dirty="0">
                <a:sym typeface="Symbol" pitchFamily="18" charset="2"/>
              </a:rPr>
              <a:t>S) </a:t>
            </a:r>
            <a:r>
              <a:rPr lang="en-US" altLang="en-US" b="1" dirty="0">
                <a:sym typeface="Symbol" pitchFamily="18" charset="2"/>
              </a:rPr>
              <a:t> </a:t>
            </a:r>
            <a:r>
              <a:rPr lang="en-US" altLang="en-US" dirty="0">
                <a:sym typeface="Symbol" pitchFamily="18" charset="2"/>
              </a:rPr>
              <a:t>(S</a:t>
            </a:r>
            <a:r>
              <a:rPr lang="en-US" altLang="en-US" b="1" dirty="0">
                <a:sym typeface="Symbol" pitchFamily="18" charset="2"/>
              </a:rPr>
              <a:t></a:t>
            </a:r>
            <a:r>
              <a:rPr lang="en-US" altLang="en-US" dirty="0">
                <a:sym typeface="Symbol" pitchFamily="18" charset="2"/>
              </a:rPr>
              <a:t>R))</a:t>
            </a:r>
          </a:p>
          <a:p>
            <a:pPr lvl="2" eaLnBrk="1" hangingPunct="1"/>
            <a:r>
              <a:rPr lang="en-US" altLang="en-US" dirty="0">
                <a:sym typeface="Symbol" pitchFamily="18" charset="2"/>
              </a:rPr>
              <a:t>R      </a:t>
            </a:r>
            <a:r>
              <a:rPr lang="en-US" altLang="en-US" baseline="-25000" dirty="0">
                <a:sym typeface="Symbol" pitchFamily="18" charset="2"/>
              </a:rPr>
              <a:t>C</a:t>
            </a:r>
            <a:r>
              <a:rPr lang="en-US" altLang="en-US" dirty="0">
                <a:sym typeface="Symbol" pitchFamily="18" charset="2"/>
              </a:rPr>
              <a:t>S = </a:t>
            </a:r>
            <a:r>
              <a:rPr lang="en-US" altLang="en-US" sz="3000" dirty="0">
                <a:sym typeface="Symbol" pitchFamily="18" charset="2"/>
              </a:rPr>
              <a:t></a:t>
            </a:r>
            <a:r>
              <a:rPr lang="en-US" altLang="en-US" baseline="-25000" dirty="0">
                <a:sym typeface="Symbol" pitchFamily="18" charset="2"/>
              </a:rPr>
              <a:t>C</a:t>
            </a:r>
            <a:r>
              <a:rPr lang="en-US" altLang="en-US" dirty="0">
                <a:sym typeface="Symbol" pitchFamily="18" charset="2"/>
              </a:rPr>
              <a:t>(RS)</a:t>
            </a:r>
          </a:p>
        </p:txBody>
      </p:sp>
      <p:sp>
        <p:nvSpPr>
          <p:cNvPr id="60420" name="AutoShape 4"/>
          <p:cNvSpPr>
            <a:spLocks noChangeArrowheads="1"/>
          </p:cNvSpPr>
          <p:nvPr/>
        </p:nvSpPr>
        <p:spPr bwMode="auto">
          <a:xfrm rot="-5400000">
            <a:off x="1714500" y="3467100"/>
            <a:ext cx="152400" cy="228600"/>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48</a:t>
            </a:fld>
            <a:endParaRPr lang="en-US" altLang="en-US"/>
          </a:p>
        </p:txBody>
      </p:sp>
    </p:spTree>
    <p:extLst>
      <p:ext uri="{BB962C8B-B14F-4D97-AF65-F5344CB8AC3E}">
        <p14:creationId xmlns:p14="http://schemas.microsoft.com/office/powerpoint/2010/main" val="3142989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4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419">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0419">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4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err="1">
                <a:solidFill>
                  <a:schemeClr val="tx1"/>
                </a:solidFill>
              </a:rPr>
              <a:t>Ôn</a:t>
            </a:r>
            <a:r>
              <a:rPr lang="en-US" altLang="en-US" sz="3500" b="1" dirty="0">
                <a:solidFill>
                  <a:schemeClr val="tx1"/>
                </a:solidFill>
              </a:rPr>
              <a:t> </a:t>
            </a:r>
            <a:r>
              <a:rPr lang="en-US" altLang="en-US" sz="3500" b="1" dirty="0" err="1">
                <a:solidFill>
                  <a:schemeClr val="tx1"/>
                </a:solidFill>
              </a:rPr>
              <a:t>bài</a:t>
            </a:r>
            <a:endParaRPr lang="en-US" altLang="en-US" sz="3500" b="1" dirty="0">
              <a:solidFill>
                <a:schemeClr val="tx1"/>
              </a:solidFill>
            </a:endParaRPr>
          </a:p>
        </p:txBody>
      </p:sp>
      <p:sp>
        <p:nvSpPr>
          <p:cNvPr id="60419" name="Rectangle 3"/>
          <p:cNvSpPr>
            <a:spLocks noGrp="1" noChangeArrowheads="1"/>
          </p:cNvSpPr>
          <p:nvPr>
            <p:ph sz="quarter" idx="1"/>
          </p:nvPr>
        </p:nvSpPr>
        <p:spPr>
          <a:xfrm>
            <a:off x="457200" y="1295400"/>
            <a:ext cx="8229600" cy="4835525"/>
          </a:xfrm>
        </p:spPr>
        <p:txBody>
          <a:bodyPr>
            <a:normAutofit/>
          </a:bodyPr>
          <a:lstStyle/>
          <a:p>
            <a:r>
              <a:rPr lang="en-US" altLang="en-US" sz="2800" dirty="0" err="1">
                <a:latin typeface="Times New Roman" panose="02020603050405020304" pitchFamily="18" charset="0"/>
                <a:cs typeface="Times New Roman" panose="02020603050405020304" pitchFamily="18" charset="0"/>
              </a:rPr>
              <a:t>Hợp</a:t>
            </a:r>
            <a:r>
              <a:rPr lang="en-US" altLang="en-US" sz="2800" dirty="0">
                <a:latin typeface="Times New Roman" panose="02020603050405020304" pitchFamily="18" charset="0"/>
                <a:cs typeface="Times New Roman" panose="02020603050405020304" pitchFamily="18" charset="0"/>
              </a:rPr>
              <a:t>: R </a:t>
            </a:r>
            <a:r>
              <a:rPr lang="en-US" altLang="en-US" sz="2800" dirty="0">
                <a:latin typeface="Times New Roman" panose="02020603050405020304" pitchFamily="18" charset="0"/>
                <a:cs typeface="Times New Roman" panose="02020603050405020304" pitchFamily="18" charset="0"/>
                <a:sym typeface="Symbol" pitchFamily="18" charset="2"/>
              </a:rPr>
              <a:t> S :  R  /  S / R&amp;S</a:t>
            </a:r>
          </a:p>
          <a:p>
            <a:r>
              <a:rPr lang="en-US" altLang="en-US" sz="2800" dirty="0" err="1">
                <a:latin typeface="Times New Roman" panose="02020603050405020304" pitchFamily="18" charset="0"/>
                <a:cs typeface="Times New Roman" panose="02020603050405020304" pitchFamily="18" charset="0"/>
                <a:sym typeface="Symbol" pitchFamily="18" charset="2"/>
              </a:rPr>
              <a:t>Giao</a:t>
            </a:r>
            <a:r>
              <a:rPr lang="en-US" altLang="en-US" sz="2800" dirty="0">
                <a:latin typeface="Times New Roman" panose="02020603050405020304" pitchFamily="18" charset="0"/>
                <a:cs typeface="Times New Roman" panose="02020603050405020304" pitchFamily="18" charset="0"/>
                <a:sym typeface="Symbol" pitchFamily="18" charset="2"/>
              </a:rPr>
              <a:t>: R  S: R &amp;S                                </a:t>
            </a:r>
            <a:r>
              <a:rPr lang="en-US" altLang="en-US" sz="2800" dirty="0" err="1">
                <a:latin typeface="Times New Roman" panose="02020603050405020304" pitchFamily="18" charset="0"/>
                <a:cs typeface="Times New Roman" panose="02020603050405020304" pitchFamily="18" charset="0"/>
                <a:sym typeface="Symbol" pitchFamily="18" charset="2"/>
              </a:rPr>
              <a:t>Số</a:t>
            </a:r>
            <a:r>
              <a:rPr lang="en-US" altLang="en-US" sz="2800" dirty="0">
                <a:latin typeface="Times New Roman" panose="02020603050405020304" pitchFamily="18" charset="0"/>
                <a:cs typeface="Times New Roman" panose="02020603050405020304" pitchFamily="18" charset="0"/>
                <a:sym typeface="Symbol" pitchFamily="18" charset="2"/>
              </a:rPr>
              <a:t> </a:t>
            </a:r>
            <a:r>
              <a:rPr lang="en-US" altLang="en-US" sz="2800" dirty="0" err="1">
                <a:latin typeface="Times New Roman" panose="02020603050405020304" pitchFamily="18" charset="0"/>
                <a:cs typeface="Times New Roman" panose="02020603050405020304" pitchFamily="18" charset="0"/>
                <a:sym typeface="Symbol" pitchFamily="18" charset="2"/>
              </a:rPr>
              <a:t>thuộc</a:t>
            </a:r>
            <a:r>
              <a:rPr lang="en-US" altLang="en-US" sz="2800" dirty="0">
                <a:latin typeface="Times New Roman" panose="02020603050405020304" pitchFamily="18" charset="0"/>
                <a:cs typeface="Times New Roman" panose="02020603050405020304" pitchFamily="18" charset="0"/>
                <a:sym typeface="Symbol" pitchFamily="18" charset="2"/>
              </a:rPr>
              <a:t> </a:t>
            </a:r>
            <a:r>
              <a:rPr lang="en-US" altLang="en-US" sz="2800" dirty="0" err="1">
                <a:latin typeface="Times New Roman" panose="02020603050405020304" pitchFamily="18" charset="0"/>
                <a:cs typeface="Times New Roman" panose="02020603050405020304" pitchFamily="18" charset="0"/>
                <a:sym typeface="Symbol" pitchFamily="18" charset="2"/>
              </a:rPr>
              <a:t>tính</a:t>
            </a:r>
            <a:endParaRPr lang="en-US" altLang="en-US" sz="2800" dirty="0">
              <a:latin typeface="Times New Roman" panose="02020603050405020304" pitchFamily="18" charset="0"/>
              <a:cs typeface="Times New Roman" panose="02020603050405020304" pitchFamily="18" charset="0"/>
              <a:sym typeface="Symbol" pitchFamily="18" charset="2"/>
            </a:endParaRPr>
          </a:p>
          <a:p>
            <a:r>
              <a:rPr lang="en-US" altLang="en-US" sz="2800" dirty="0" err="1">
                <a:latin typeface="Times New Roman" panose="02020603050405020304" pitchFamily="18" charset="0"/>
                <a:cs typeface="Times New Roman" panose="02020603050405020304" pitchFamily="18" charset="0"/>
                <a:sym typeface="Symbol" pitchFamily="18" charset="2"/>
              </a:rPr>
              <a:t>Trừ</a:t>
            </a:r>
            <a:r>
              <a:rPr lang="en-US" altLang="en-US" sz="2800" dirty="0">
                <a:latin typeface="Times New Roman" panose="02020603050405020304" pitchFamily="18" charset="0"/>
                <a:cs typeface="Times New Roman" panose="02020603050405020304" pitchFamily="18" charset="0"/>
                <a:sym typeface="Symbol" pitchFamily="18" charset="2"/>
              </a:rPr>
              <a:t>: R – S: R &amp; </a:t>
            </a:r>
            <a:r>
              <a:rPr lang="en-US" altLang="en-US" sz="2800" dirty="0" err="1">
                <a:latin typeface="Times New Roman" panose="02020603050405020304" pitchFamily="18" charset="0"/>
                <a:cs typeface="Times New Roman" panose="02020603050405020304" pitchFamily="18" charset="0"/>
                <a:sym typeface="Symbol" pitchFamily="18" charset="2"/>
              </a:rPr>
              <a:t>không</a:t>
            </a:r>
            <a:r>
              <a:rPr lang="en-US" altLang="en-US" sz="2800" dirty="0">
                <a:latin typeface="Times New Roman" panose="02020603050405020304" pitchFamily="18" charset="0"/>
                <a:cs typeface="Times New Roman" panose="02020603050405020304" pitchFamily="18" charset="0"/>
                <a:sym typeface="Symbol" pitchFamily="18" charset="2"/>
              </a:rPr>
              <a:t>  S                    </a:t>
            </a:r>
            <a:r>
              <a:rPr lang="en-US" altLang="en-US" sz="2800" dirty="0" err="1">
                <a:latin typeface="Times New Roman" panose="02020603050405020304" pitchFamily="18" charset="0"/>
                <a:cs typeface="Times New Roman" panose="02020603050405020304" pitchFamily="18" charset="0"/>
                <a:sym typeface="Symbol" pitchFamily="18" charset="2"/>
              </a:rPr>
              <a:t>không</a:t>
            </a:r>
            <a:r>
              <a:rPr lang="en-US" altLang="en-US" sz="2800" dirty="0">
                <a:latin typeface="Times New Roman" panose="02020603050405020304" pitchFamily="18" charset="0"/>
                <a:cs typeface="Times New Roman" panose="02020603050405020304" pitchFamily="18" charset="0"/>
                <a:sym typeface="Symbol" pitchFamily="18" charset="2"/>
              </a:rPr>
              <a:t> </a:t>
            </a:r>
            <a:r>
              <a:rPr lang="en-US" altLang="en-US" sz="2800" dirty="0" err="1">
                <a:latin typeface="Times New Roman" panose="02020603050405020304" pitchFamily="18" charset="0"/>
                <a:cs typeface="Times New Roman" panose="02020603050405020304" pitchFamily="18" charset="0"/>
                <a:sym typeface="Symbol" pitchFamily="18" charset="2"/>
              </a:rPr>
              <a:t>đổi</a:t>
            </a:r>
            <a:endParaRPr lang="en-US" altLang="en-US" sz="2800" dirty="0">
              <a:latin typeface="Times New Roman" panose="02020603050405020304" pitchFamily="18" charset="0"/>
              <a:cs typeface="Times New Roman" panose="02020603050405020304" pitchFamily="18" charset="0"/>
              <a:sym typeface="Symbol" pitchFamily="18" charset="2"/>
            </a:endParaRPr>
          </a:p>
          <a:p>
            <a:r>
              <a:rPr lang="en-US" altLang="en-US" sz="2800" dirty="0" err="1">
                <a:latin typeface="Times New Roman" panose="02020603050405020304" pitchFamily="18" charset="0"/>
                <a:cs typeface="Times New Roman" panose="02020603050405020304" pitchFamily="18" charset="0"/>
                <a:sym typeface="Symbol" pitchFamily="18" charset="2"/>
              </a:rPr>
              <a:t>Chọn</a:t>
            </a:r>
            <a:r>
              <a:rPr lang="en-US" altLang="en-US" sz="2800" dirty="0">
                <a:latin typeface="Times New Roman" panose="02020603050405020304" pitchFamily="18" charset="0"/>
                <a:cs typeface="Times New Roman" panose="02020603050405020304" pitchFamily="18" charset="0"/>
                <a:sym typeface="Symbol" pitchFamily="18" charset="2"/>
              </a:rPr>
              <a:t>: </a:t>
            </a:r>
            <a:r>
              <a:rPr lang="en-US" altLang="en-US" sz="2800" baseline="-25000" dirty="0">
                <a:latin typeface="Times New Roman" panose="02020603050405020304" pitchFamily="18" charset="0"/>
                <a:cs typeface="Times New Roman" panose="02020603050405020304" pitchFamily="18" charset="0"/>
                <a:sym typeface="Symbol" pitchFamily="18" charset="2"/>
              </a:rPr>
              <a:t>P</a:t>
            </a:r>
            <a:r>
              <a:rPr lang="en-US" altLang="en-US" sz="2800" dirty="0">
                <a:latin typeface="Times New Roman" panose="02020603050405020304" pitchFamily="18" charset="0"/>
                <a:cs typeface="Times New Roman" panose="02020603050405020304" pitchFamily="18" charset="0"/>
                <a:sym typeface="Symbol" pitchFamily="18" charset="2"/>
              </a:rPr>
              <a:t> (R) </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2800" dirty="0" err="1">
                <a:latin typeface="Times New Roman" panose="02020603050405020304" pitchFamily="18" charset="0"/>
                <a:cs typeface="Times New Roman" panose="02020603050405020304" pitchFamily="18" charset="0"/>
                <a:sym typeface="Wingdings" panose="05000000000000000000" pitchFamily="2" charset="2"/>
              </a:rPr>
              <a:t>Chọn</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2800" dirty="0" err="1">
                <a:latin typeface="Times New Roman" panose="02020603050405020304" pitchFamily="18" charset="0"/>
                <a:cs typeface="Times New Roman" panose="02020603050405020304" pitchFamily="18" charset="0"/>
                <a:sym typeface="Wingdings" panose="05000000000000000000" pitchFamily="2" charset="2"/>
              </a:rPr>
              <a:t>vài</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2800" dirty="0" err="1">
                <a:latin typeface="Times New Roman" panose="02020603050405020304" pitchFamily="18" charset="0"/>
                <a:cs typeface="Times New Roman" panose="02020603050405020304" pitchFamily="18" charset="0"/>
                <a:sym typeface="Wingdings" panose="05000000000000000000" pitchFamily="2" charset="2"/>
              </a:rPr>
              <a:t>bộ</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2800" dirty="0" err="1">
                <a:latin typeface="Times New Roman" panose="02020603050405020304" pitchFamily="18" charset="0"/>
                <a:cs typeface="Times New Roman" panose="02020603050405020304" pitchFamily="18" charset="0"/>
                <a:sym typeface="Wingdings" panose="05000000000000000000" pitchFamily="2" charset="2"/>
              </a:rPr>
              <a:t>thỏa</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2800" dirty="0" err="1">
                <a:latin typeface="Times New Roman" panose="02020603050405020304" pitchFamily="18" charset="0"/>
                <a:cs typeface="Times New Roman" panose="02020603050405020304" pitchFamily="18" charset="0"/>
                <a:sym typeface="Wingdings" panose="05000000000000000000" pitchFamily="2" charset="2"/>
              </a:rPr>
              <a:t>đk</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P</a:t>
            </a:r>
            <a:endParaRPr lang="en-US" altLang="en-US" sz="2800" dirty="0">
              <a:latin typeface="Times New Roman" panose="02020603050405020304" pitchFamily="18" charset="0"/>
              <a:cs typeface="Times New Roman" panose="02020603050405020304" pitchFamily="18" charset="0"/>
            </a:endParaRPr>
          </a:p>
          <a:p>
            <a:endParaRPr lang="en-US" altLang="en-US" sz="2800" dirty="0">
              <a:latin typeface="Times New Roman" panose="02020603050405020304" pitchFamily="18" charset="0"/>
              <a:cs typeface="Times New Roman" panose="02020603050405020304" pitchFamily="18" charset="0"/>
            </a:endParaRPr>
          </a:p>
          <a:p>
            <a:r>
              <a:rPr lang="en-US" altLang="en-US" sz="2800" dirty="0" err="1">
                <a:latin typeface="Times New Roman" panose="02020603050405020304" pitchFamily="18" charset="0"/>
                <a:cs typeface="Times New Roman" panose="02020603050405020304" pitchFamily="18" charset="0"/>
              </a:rPr>
              <a:t>Chiếu</a:t>
            </a:r>
            <a:r>
              <a:rPr lang="en-US" altLang="en-US" sz="2800" dirty="0">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sym typeface="Symbol" pitchFamily="18" charset="2"/>
              </a:rPr>
              <a:t></a:t>
            </a:r>
            <a:r>
              <a:rPr lang="en-US" altLang="en-US" sz="2800" baseline="-25000" dirty="0">
                <a:latin typeface="Times New Roman" panose="02020603050405020304" pitchFamily="18" charset="0"/>
                <a:cs typeface="Times New Roman" panose="02020603050405020304" pitchFamily="18" charset="0"/>
                <a:sym typeface="Symbol" pitchFamily="18" charset="2"/>
              </a:rPr>
              <a:t>A1,A2,..Ak</a:t>
            </a:r>
            <a:r>
              <a:rPr lang="en-US" altLang="en-US" sz="2800" dirty="0">
                <a:latin typeface="Times New Roman" panose="02020603050405020304" pitchFamily="18" charset="0"/>
                <a:cs typeface="Times New Roman" panose="02020603050405020304" pitchFamily="18" charset="0"/>
                <a:sym typeface="Symbol" pitchFamily="18" charset="2"/>
              </a:rPr>
              <a:t> (R) </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2800" dirty="0" err="1">
                <a:latin typeface="Times New Roman" panose="02020603050405020304" pitchFamily="18" charset="0"/>
                <a:cs typeface="Times New Roman" panose="02020603050405020304" pitchFamily="18" charset="0"/>
                <a:sym typeface="Wingdings" panose="05000000000000000000" pitchFamily="2" charset="2"/>
              </a:rPr>
              <a:t>Chọn</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2800" dirty="0" err="1">
                <a:latin typeface="Times New Roman" panose="02020603050405020304" pitchFamily="18" charset="0"/>
                <a:cs typeface="Times New Roman" panose="02020603050405020304" pitchFamily="18" charset="0"/>
                <a:sym typeface="Wingdings" panose="05000000000000000000" pitchFamily="2" charset="2"/>
              </a:rPr>
              <a:t>vài</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2800" dirty="0" err="1">
                <a:latin typeface="Times New Roman" panose="02020603050405020304" pitchFamily="18" charset="0"/>
                <a:cs typeface="Times New Roman" panose="02020603050405020304" pitchFamily="18" charset="0"/>
                <a:sym typeface="Wingdings" panose="05000000000000000000" pitchFamily="2" charset="2"/>
              </a:rPr>
              <a:t>cột</a:t>
            </a:r>
            <a:endParaRPr lang="en-US" altLang="en-US" sz="2800" dirty="0">
              <a:latin typeface="Times New Roman" panose="02020603050405020304" pitchFamily="18" charset="0"/>
              <a:cs typeface="Times New Roman" panose="02020603050405020304" pitchFamily="18" charset="0"/>
              <a:sym typeface="Wingdings" panose="05000000000000000000" pitchFamily="2" charset="2"/>
            </a:endParaRPr>
          </a:p>
          <a:p>
            <a:r>
              <a:rPr lang="en-US" altLang="en-US" sz="2800" dirty="0" err="1">
                <a:latin typeface="Times New Roman" panose="02020603050405020304" pitchFamily="18" charset="0"/>
                <a:cs typeface="Times New Roman" panose="02020603050405020304" pitchFamily="18" charset="0"/>
              </a:rPr>
              <a:t>Tích</a:t>
            </a:r>
            <a:r>
              <a:rPr lang="en-US" altLang="en-US" sz="2800" dirty="0">
                <a:latin typeface="Times New Roman" panose="02020603050405020304" pitchFamily="18" charset="0"/>
                <a:cs typeface="Times New Roman" panose="02020603050405020304" pitchFamily="18" charset="0"/>
              </a:rPr>
              <a:t>: R x S: </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u x v </a:t>
            </a:r>
            <a:r>
              <a:rPr lang="en-US" altLang="en-US" sz="2800" dirty="0" err="1">
                <a:latin typeface="Times New Roman" panose="02020603050405020304" pitchFamily="18" charset="0"/>
                <a:cs typeface="Times New Roman" panose="02020603050405020304" pitchFamily="18" charset="0"/>
                <a:sym typeface="Wingdings" panose="05000000000000000000" pitchFamily="2" charset="2"/>
              </a:rPr>
              <a:t>bộ</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&amp; </a:t>
            </a:r>
            <a:r>
              <a:rPr lang="en-US" altLang="en-US" sz="2800" dirty="0" err="1">
                <a:latin typeface="Times New Roman" panose="02020603050405020304" pitchFamily="18" charset="0"/>
                <a:cs typeface="Times New Roman" panose="02020603050405020304" pitchFamily="18" charset="0"/>
                <a:sym typeface="Wingdings" panose="05000000000000000000" pitchFamily="2" charset="2"/>
              </a:rPr>
              <a:t>n+m</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2800" dirty="0" err="1">
                <a:latin typeface="Times New Roman" panose="02020603050405020304" pitchFamily="18" charset="0"/>
                <a:cs typeface="Times New Roman" panose="02020603050405020304" pitchFamily="18" charset="0"/>
                <a:sym typeface="Wingdings" panose="05000000000000000000" pitchFamily="2" charset="2"/>
              </a:rPr>
              <a:t>thuộc</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2800" dirty="0" err="1">
                <a:latin typeface="Times New Roman" panose="02020603050405020304" pitchFamily="18" charset="0"/>
                <a:cs typeface="Times New Roman" panose="02020603050405020304" pitchFamily="18" charset="0"/>
                <a:sym typeface="Wingdings" panose="05000000000000000000" pitchFamily="2" charset="2"/>
              </a:rPr>
              <a:t>tính</a:t>
            </a:r>
            <a:endParaRPr lang="en-US" altLang="en-US" sz="2800" dirty="0">
              <a:latin typeface="Times New Roman" panose="02020603050405020304" pitchFamily="18" charset="0"/>
              <a:cs typeface="Times New Roman" panose="02020603050405020304" pitchFamily="18" charset="0"/>
              <a:sym typeface="Wingdings" panose="05000000000000000000" pitchFamily="2" charset="2"/>
            </a:endParaRPr>
          </a:p>
          <a:p>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Join: R      </a:t>
            </a:r>
            <a:r>
              <a:rPr lang="en-US" altLang="en-US" sz="2800" baseline="-25000" dirty="0">
                <a:latin typeface="Times New Roman" panose="02020603050405020304" pitchFamily="18" charset="0"/>
                <a:cs typeface="Times New Roman" panose="02020603050405020304" pitchFamily="18" charset="0"/>
                <a:sym typeface="Wingdings" panose="05000000000000000000" pitchFamily="2" charset="2"/>
              </a:rPr>
              <a:t>C</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S  = X + </a:t>
            </a:r>
            <a:r>
              <a:rPr lang="en-US" altLang="en-US" sz="2800" dirty="0">
                <a:latin typeface="Times New Roman" panose="02020603050405020304" pitchFamily="18" charset="0"/>
                <a:cs typeface="Times New Roman" panose="02020603050405020304" pitchFamily="18" charset="0"/>
                <a:sym typeface="Symbol" pitchFamily="18" charset="2"/>
              </a:rPr>
              <a:t> </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n+ m </a:t>
            </a:r>
            <a:r>
              <a:rPr lang="en-US" altLang="en-US" sz="2800" dirty="0" err="1">
                <a:latin typeface="Times New Roman" panose="02020603050405020304" pitchFamily="18" charset="0"/>
                <a:cs typeface="Times New Roman" panose="02020603050405020304" pitchFamily="18" charset="0"/>
                <a:sym typeface="Wingdings" panose="05000000000000000000" pitchFamily="2" charset="2"/>
              </a:rPr>
              <a:t>thuộc</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2800" dirty="0" err="1">
                <a:latin typeface="Times New Roman" panose="02020603050405020304" pitchFamily="18" charset="0"/>
                <a:cs typeface="Times New Roman" panose="02020603050405020304" pitchFamily="18" charset="0"/>
                <a:sym typeface="Wingdings" panose="05000000000000000000" pitchFamily="2" charset="2"/>
              </a:rPr>
              <a:t>tính</a:t>
            </a:r>
            <a:endParaRPr lang="en-US" altLang="en-US" sz="2800" dirty="0">
              <a:latin typeface="Times New Roman" panose="02020603050405020304" pitchFamily="18" charset="0"/>
              <a:cs typeface="Times New Roman" panose="02020603050405020304" pitchFamily="18" charset="0"/>
            </a:endParaRPr>
          </a:p>
        </p:txBody>
      </p:sp>
      <p:sp>
        <p:nvSpPr>
          <p:cNvPr id="6" name="AutoShape 13"/>
          <p:cNvSpPr>
            <a:spLocks noChangeArrowheads="1"/>
          </p:cNvSpPr>
          <p:nvPr/>
        </p:nvSpPr>
        <p:spPr bwMode="auto">
          <a:xfrm rot="16200000">
            <a:off x="2021270" y="4972050"/>
            <a:ext cx="190500" cy="304800"/>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3" name="Right Brace 2"/>
          <p:cNvSpPr/>
          <p:nvPr/>
        </p:nvSpPr>
        <p:spPr>
          <a:xfrm>
            <a:off x="6400800" y="1440180"/>
            <a:ext cx="76200" cy="184404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4" name="Slide Number Placeholder 3"/>
          <p:cNvSpPr>
            <a:spLocks noGrp="1"/>
          </p:cNvSpPr>
          <p:nvPr>
            <p:ph type="sldNum" sz="quarter" idx="15"/>
          </p:nvPr>
        </p:nvSpPr>
        <p:spPr/>
        <p:txBody>
          <a:bodyPr/>
          <a:lstStyle/>
          <a:p>
            <a:pPr>
              <a:defRPr/>
            </a:pPr>
            <a:fld id="{D6CAE541-0444-4136-8702-7A35D945224B}" type="slidenum">
              <a:rPr lang="en-US" altLang="en-US" smtClean="0"/>
              <a:pPr>
                <a:defRPr/>
              </a:pPr>
              <a:t>49</a:t>
            </a:fld>
            <a:endParaRPr lang="en-US" altLang="en-US"/>
          </a:p>
        </p:txBody>
      </p:sp>
    </p:spTree>
    <p:extLst>
      <p:ext uri="{BB962C8B-B14F-4D97-AF65-F5344CB8AC3E}">
        <p14:creationId xmlns:p14="http://schemas.microsoft.com/office/powerpoint/2010/main" val="30099804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err="1">
                <a:solidFill>
                  <a:schemeClr val="tx1"/>
                </a:solidFill>
              </a:rPr>
              <a:t>Bài</a:t>
            </a:r>
            <a:r>
              <a:rPr lang="en-US" altLang="en-US" sz="3500" b="1" dirty="0">
                <a:solidFill>
                  <a:schemeClr val="tx1"/>
                </a:solidFill>
              </a:rPr>
              <a:t> </a:t>
            </a:r>
            <a:r>
              <a:rPr lang="en-US" altLang="en-US" sz="3500" b="1" dirty="0" err="1">
                <a:solidFill>
                  <a:schemeClr val="tx1"/>
                </a:solidFill>
              </a:rPr>
              <a:t>tập</a:t>
            </a:r>
            <a:endParaRPr lang="en-US" altLang="en-US" sz="3500" b="1" dirty="0">
              <a:solidFill>
                <a:schemeClr val="tx1"/>
              </a:solidFill>
            </a:endParaRPr>
          </a:p>
        </p:txBody>
      </p:sp>
      <p:sp>
        <p:nvSpPr>
          <p:cNvPr id="60419" name="Rectangle 3"/>
          <p:cNvSpPr>
            <a:spLocks noGrp="1" noChangeArrowheads="1"/>
          </p:cNvSpPr>
          <p:nvPr>
            <p:ph sz="quarter" idx="1"/>
          </p:nvPr>
        </p:nvSpPr>
        <p:spPr>
          <a:xfrm>
            <a:off x="457200" y="1295400"/>
            <a:ext cx="8229600" cy="4835525"/>
          </a:xfrm>
        </p:spPr>
        <p:txBody>
          <a:bodyPr>
            <a:normAutofit/>
          </a:bodyPr>
          <a:lstStyle/>
          <a:p>
            <a:r>
              <a:rPr lang="en-US" altLang="en-US" sz="2800" dirty="0" err="1">
                <a:latin typeface="Times New Roman" panose="02020603050405020304" pitchFamily="18" charset="0"/>
                <a:cs typeface="Times New Roman" panose="02020603050405020304" pitchFamily="18" charset="0"/>
              </a:rPr>
              <a:t>Liệt</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kê</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danh</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sách</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mã</a:t>
            </a:r>
            <a:r>
              <a:rPr lang="en-US" altLang="en-US" sz="2800" dirty="0">
                <a:latin typeface="Times New Roman" panose="02020603050405020304" pitchFamily="18" charset="0"/>
                <a:cs typeface="Times New Roman" panose="02020603050405020304" pitchFamily="18" charset="0"/>
              </a:rPr>
              <a:t> NV, </a:t>
            </a:r>
            <a:r>
              <a:rPr lang="en-US" altLang="en-US" sz="2800" dirty="0" err="1">
                <a:latin typeface="Times New Roman" panose="02020603050405020304" pitchFamily="18" charset="0"/>
                <a:cs typeface="Times New Roman" panose="02020603050405020304" pitchFamily="18" charset="0"/>
              </a:rPr>
              <a:t>tên</a:t>
            </a:r>
            <a:r>
              <a:rPr lang="en-US" altLang="en-US" sz="2800" dirty="0">
                <a:latin typeface="Times New Roman" panose="02020603050405020304" pitchFamily="18" charset="0"/>
                <a:cs typeface="Times New Roman" panose="02020603050405020304" pitchFamily="18" charset="0"/>
              </a:rPr>
              <a:t> NV, </a:t>
            </a:r>
            <a:r>
              <a:rPr lang="en-US" altLang="en-US" sz="2800" dirty="0" err="1">
                <a:latin typeface="Times New Roman" panose="02020603050405020304" pitchFamily="18" charset="0"/>
                <a:cs typeface="Times New Roman" panose="02020603050405020304" pitchFamily="18" charset="0"/>
              </a:rPr>
              <a:t>tên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phòng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mà</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họ</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làm</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việc</a:t>
            </a:r>
            <a:endParaRPr lang="en-US" altLang="en-US" sz="2800"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479" y="2667000"/>
            <a:ext cx="7648575" cy="3324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50</a:t>
            </a:fld>
            <a:endParaRPr lang="en-US" altLang="en-US"/>
          </a:p>
        </p:txBody>
      </p:sp>
    </p:spTree>
    <p:extLst>
      <p:ext uri="{BB962C8B-B14F-4D97-AF65-F5344CB8AC3E}">
        <p14:creationId xmlns:p14="http://schemas.microsoft.com/office/powerpoint/2010/main" val="366268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err="1"/>
              <a:t>Bài</a:t>
            </a:r>
            <a:r>
              <a:rPr lang="en-US" altLang="en-US" sz="3500" b="1" dirty="0"/>
              <a:t> </a:t>
            </a:r>
            <a:r>
              <a:rPr lang="en-US" altLang="en-US" sz="3500" b="1" dirty="0" err="1"/>
              <a:t>tập</a:t>
            </a:r>
            <a:endParaRPr lang="en-US" altLang="en-US" sz="3500" b="1" dirty="0"/>
          </a:p>
        </p:txBody>
      </p:sp>
      <p:sp>
        <p:nvSpPr>
          <p:cNvPr id="60419" name="Rectangle 3"/>
          <p:cNvSpPr>
            <a:spLocks noGrp="1" noChangeArrowheads="1"/>
          </p:cNvSpPr>
          <p:nvPr>
            <p:ph sz="quarter" idx="1"/>
          </p:nvPr>
        </p:nvSpPr>
        <p:spPr>
          <a:xfrm>
            <a:off x="457200" y="1295400"/>
            <a:ext cx="8229600" cy="4835525"/>
          </a:xfrm>
        </p:spPr>
        <p:txBody>
          <a:bodyPr>
            <a:normAutofit/>
          </a:bodyPr>
          <a:lstStyle/>
          <a:p>
            <a:r>
              <a:rPr lang="en-US" altLang="en-US" sz="2800" dirty="0" err="1">
                <a:latin typeface="Times New Roman" panose="02020603050405020304" pitchFamily="18" charset="0"/>
                <a:cs typeface="Times New Roman" panose="02020603050405020304" pitchFamily="18" charset="0"/>
              </a:rPr>
              <a:t>Liệt</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kê</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danh</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sách</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mã</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phòng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tên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phòng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địa</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điểm</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của</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phòng</a:t>
            </a:r>
            <a:r>
              <a:rPr lang="en-US" altLang="en-US" sz="2800" dirty="0">
                <a:latin typeface="Times New Roman" panose="02020603050405020304" pitchFamily="18" charset="0"/>
                <a:cs typeface="Times New Roman" panose="02020603050405020304" pitchFamily="18" charset="0"/>
              </a:rPr>
              <a:t> ban </a:t>
            </a:r>
            <a:r>
              <a:rPr lang="en-US" altLang="en-US" sz="2800" dirty="0" err="1">
                <a:latin typeface="Times New Roman" panose="02020603050405020304" pitchFamily="18" charset="0"/>
                <a:cs typeface="Times New Roman" panose="02020603050405020304" pitchFamily="18" charset="0"/>
              </a:rPr>
              <a:t>đó</a:t>
            </a:r>
            <a:endParaRPr lang="en-US" altLang="en-US" sz="2800" dirty="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191" y="2590800"/>
            <a:ext cx="8439150" cy="32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51</a:t>
            </a:fld>
            <a:endParaRPr lang="en-US" altLang="en-US"/>
          </a:p>
        </p:txBody>
      </p:sp>
    </p:spTree>
    <p:extLst>
      <p:ext uri="{BB962C8B-B14F-4D97-AF65-F5344CB8AC3E}">
        <p14:creationId xmlns:p14="http://schemas.microsoft.com/office/powerpoint/2010/main" val="90792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354013"/>
            <a:ext cx="8229600" cy="620712"/>
          </a:xfrm>
        </p:spPr>
        <p:txBody>
          <a:bodyPr>
            <a:noAutofit/>
          </a:bodyPr>
          <a:lstStyle/>
          <a:p>
            <a:pPr eaLnBrk="1" hangingPunct="1"/>
            <a:r>
              <a:rPr lang="en-US" altLang="en-US" sz="3600" b="1" dirty="0" err="1">
                <a:solidFill>
                  <a:schemeClr val="tx1"/>
                </a:solidFill>
                <a:latin typeface="Times New Roman" panose="02020603050405020304" pitchFamily="18" charset="0"/>
                <a:cs typeface="Times New Roman" panose="02020603050405020304" pitchFamily="18" charset="0"/>
              </a:rPr>
              <a:t>Nội</a:t>
            </a:r>
            <a:r>
              <a:rPr lang="en-US" altLang="en-US" sz="3600" b="1" dirty="0">
                <a:solidFill>
                  <a:schemeClr val="tx1"/>
                </a:solidFill>
                <a:latin typeface="Times New Roman" panose="02020603050405020304" pitchFamily="18" charset="0"/>
                <a:cs typeface="Times New Roman" panose="02020603050405020304" pitchFamily="18" charset="0"/>
              </a:rPr>
              <a:t> dung chi </a:t>
            </a:r>
            <a:r>
              <a:rPr lang="en-US" altLang="en-US" sz="3600" b="1" dirty="0" err="1">
                <a:solidFill>
                  <a:schemeClr val="tx1"/>
                </a:solidFill>
                <a:latin typeface="Times New Roman" panose="02020603050405020304" pitchFamily="18" charset="0"/>
                <a:cs typeface="Times New Roman" panose="02020603050405020304" pitchFamily="18" charset="0"/>
              </a:rPr>
              <a:t>tiết</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sz="quarter" idx="1"/>
          </p:nvPr>
        </p:nvSpPr>
        <p:spPr>
          <a:xfrm>
            <a:off x="457200" y="990600"/>
            <a:ext cx="8229600" cy="5562600"/>
          </a:xfrm>
        </p:spPr>
        <p:txBody>
          <a:bodyPr>
            <a:normAutofit/>
          </a:bodyPr>
          <a:lstStyle/>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Giới</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thiệu</a:t>
            </a: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Đại</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số</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quan</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hệ</a:t>
            </a: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toán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tập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endParaRPr lang="en-US" altLang="en-US"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Phép</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chọn</a:t>
            </a: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chiếu</a:t>
            </a:r>
            <a:endParaRPr lang="en-US" altLang="en-US"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Phép</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tích</a:t>
            </a:r>
            <a:r>
              <a:rPr lang="en-US" altLang="en-US" sz="2600" dirty="0">
                <a:latin typeface="Times New Roman" panose="02020603050405020304" pitchFamily="18" charset="0"/>
                <a:cs typeface="Times New Roman" panose="02020603050405020304" pitchFamily="18" charset="0"/>
              </a:rPr>
              <a:t> Cartesian (Cartesian Product)</a:t>
            </a: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Phép</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kết</a:t>
            </a: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solidFill>
                  <a:srgbClr val="FF0000"/>
                </a:solidFill>
                <a:latin typeface="Times New Roman" panose="02020603050405020304" pitchFamily="18" charset="0"/>
                <a:cs typeface="Times New Roman" panose="02020603050405020304" pitchFamily="18" charset="0"/>
              </a:rPr>
              <a:t>Phép</a:t>
            </a:r>
            <a:r>
              <a:rPr lang="en-US" altLang="en-US" sz="2600" dirty="0">
                <a:solidFill>
                  <a:srgbClr val="FF0000"/>
                </a:solidFill>
                <a:latin typeface="Times New Roman" panose="02020603050405020304" pitchFamily="18" charset="0"/>
                <a:cs typeface="Times New Roman" panose="02020603050405020304" pitchFamily="18" charset="0"/>
              </a:rPr>
              <a:t> chia</a:t>
            </a: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Các</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phép</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toán</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khác</a:t>
            </a: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Các</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thao</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tác</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cập</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nhật</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trên</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quan</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hệ</a:t>
            </a:r>
            <a:endParaRPr lang="en-US" altLang="en-US" sz="26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52</a:t>
            </a:fld>
            <a:endParaRPr lang="en-US" altLang="en-US"/>
          </a:p>
        </p:txBody>
      </p:sp>
    </p:spTree>
    <p:extLst>
      <p:ext uri="{BB962C8B-B14F-4D97-AF65-F5344CB8AC3E}">
        <p14:creationId xmlns:p14="http://schemas.microsoft.com/office/powerpoint/2010/main" val="2155089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9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9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9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9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9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99">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99">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9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457200" y="354013"/>
            <a:ext cx="8534400" cy="620712"/>
          </a:xfrm>
        </p:spPr>
        <p:txBody>
          <a:bodyPr>
            <a:noAutofit/>
          </a:bodyPr>
          <a:lstStyle/>
          <a:p>
            <a:pPr eaLnBrk="1" hangingPunct="1"/>
            <a:r>
              <a:rPr lang="en-US" altLang="en-US" sz="3600" b="1" dirty="0">
                <a:solidFill>
                  <a:schemeClr val="tx1"/>
                </a:solidFill>
                <a:latin typeface="Times New Roman" panose="02020603050405020304" pitchFamily="18" charset="0"/>
                <a:cs typeface="Times New Roman" panose="02020603050405020304" pitchFamily="18" charset="0"/>
              </a:rPr>
              <a:t>8.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chia</a:t>
            </a:r>
          </a:p>
        </p:txBody>
      </p:sp>
      <p:sp>
        <p:nvSpPr>
          <p:cNvPr id="62467" name="Rectangle 3"/>
          <p:cNvSpPr>
            <a:spLocks noGrp="1" noChangeArrowheads="1"/>
          </p:cNvSpPr>
          <p:nvPr>
            <p:ph sz="quarter" idx="1"/>
          </p:nvPr>
        </p:nvSpPr>
        <p:spPr>
          <a:xfrm>
            <a:off x="457200" y="1295400"/>
            <a:ext cx="8229600" cy="5181600"/>
          </a:xfrm>
        </p:spPr>
        <p:txBody>
          <a:bodyPr>
            <a:normAutofit/>
          </a:bodyPr>
          <a:lstStyle/>
          <a:p>
            <a:pPr eaLnBrk="1" hangingPunct="1"/>
            <a:r>
              <a:rPr lang="en-US" altLang="en-US" dirty="0" err="1"/>
              <a:t>Được</a:t>
            </a:r>
            <a:r>
              <a:rPr lang="en-US" altLang="en-US" dirty="0"/>
              <a:t> </a:t>
            </a:r>
            <a:r>
              <a:rPr lang="en-US" altLang="en-US" dirty="0" err="1"/>
              <a:t>dùng</a:t>
            </a:r>
            <a:r>
              <a:rPr lang="en-US" altLang="en-US" dirty="0"/>
              <a:t> </a:t>
            </a:r>
            <a:r>
              <a:rPr lang="en-US" altLang="en-US" dirty="0" err="1"/>
              <a:t>để</a:t>
            </a:r>
            <a:r>
              <a:rPr lang="en-US" altLang="en-US" dirty="0"/>
              <a:t> </a:t>
            </a:r>
            <a:r>
              <a:rPr lang="en-US" altLang="en-US" dirty="0" err="1"/>
              <a:t>lấy</a:t>
            </a:r>
            <a:r>
              <a:rPr lang="en-US" altLang="en-US" dirty="0"/>
              <a:t> </a:t>
            </a:r>
            <a:r>
              <a:rPr lang="en-US" altLang="en-US" dirty="0" err="1"/>
              <a:t>ra</a:t>
            </a:r>
            <a:r>
              <a:rPr lang="en-US" altLang="en-US" dirty="0"/>
              <a:t> </a:t>
            </a:r>
            <a:r>
              <a:rPr lang="en-US" altLang="en-US" dirty="0" err="1"/>
              <a:t>một</a:t>
            </a:r>
            <a:r>
              <a:rPr lang="en-US" altLang="en-US" dirty="0"/>
              <a:t> </a:t>
            </a:r>
            <a:r>
              <a:rPr lang="en-US" altLang="en-US" dirty="0" err="1"/>
              <a:t>số</a:t>
            </a:r>
            <a:r>
              <a:rPr lang="en-US" altLang="en-US" dirty="0"/>
              <a:t> </a:t>
            </a:r>
            <a:r>
              <a:rPr lang="en-US" altLang="en-US" dirty="0" err="1"/>
              <a:t>bộ</a:t>
            </a:r>
            <a:r>
              <a:rPr lang="en-US" altLang="en-US" dirty="0"/>
              <a:t> </a:t>
            </a:r>
            <a:r>
              <a:rPr lang="en-US" altLang="en-US" dirty="0" err="1"/>
              <a:t>trong</a:t>
            </a:r>
            <a:r>
              <a:rPr lang="en-US" altLang="en-US" dirty="0"/>
              <a:t> </a:t>
            </a:r>
            <a:r>
              <a:rPr lang="en-US" altLang="en-US" dirty="0" err="1"/>
              <a:t>quan</a:t>
            </a:r>
            <a:r>
              <a:rPr lang="en-US" altLang="en-US" dirty="0"/>
              <a:t> </a:t>
            </a:r>
            <a:r>
              <a:rPr lang="en-US" altLang="en-US" dirty="0" err="1"/>
              <a:t>hệ</a:t>
            </a:r>
            <a:r>
              <a:rPr lang="en-US" altLang="en-US" dirty="0"/>
              <a:t> R </a:t>
            </a:r>
            <a:r>
              <a:rPr lang="en-US" altLang="en-US" dirty="0" err="1"/>
              <a:t>sao</a:t>
            </a:r>
            <a:r>
              <a:rPr lang="en-US" altLang="en-US" dirty="0"/>
              <a:t> </a:t>
            </a:r>
            <a:r>
              <a:rPr lang="en-US" altLang="en-US" dirty="0" err="1"/>
              <a:t>cho</a:t>
            </a:r>
            <a:r>
              <a:rPr lang="en-US" altLang="en-US" dirty="0"/>
              <a:t> </a:t>
            </a:r>
            <a:r>
              <a:rPr lang="en-US" altLang="en-US" dirty="0" err="1"/>
              <a:t>thỏa</a:t>
            </a:r>
            <a:r>
              <a:rPr lang="en-US" altLang="en-US" dirty="0"/>
              <a:t> </a:t>
            </a:r>
            <a:r>
              <a:rPr lang="en-US" altLang="en-US" dirty="0" err="1"/>
              <a:t>với</a:t>
            </a:r>
            <a:r>
              <a:rPr lang="en-US" altLang="en-US" dirty="0"/>
              <a:t> </a:t>
            </a:r>
            <a:r>
              <a:rPr lang="en-US" altLang="en-US" u="sng" dirty="0" err="1"/>
              <a:t>tất</a:t>
            </a:r>
            <a:r>
              <a:rPr lang="en-US" altLang="en-US" u="sng" dirty="0"/>
              <a:t> </a:t>
            </a:r>
            <a:r>
              <a:rPr lang="en-US" altLang="en-US" u="sng" dirty="0" err="1"/>
              <a:t>cả</a:t>
            </a:r>
            <a:r>
              <a:rPr lang="en-US" altLang="en-US" dirty="0"/>
              <a:t> </a:t>
            </a:r>
            <a:r>
              <a:rPr lang="en-US" altLang="en-US" dirty="0" err="1"/>
              <a:t>các</a:t>
            </a:r>
            <a:r>
              <a:rPr lang="en-US" altLang="en-US" dirty="0"/>
              <a:t> </a:t>
            </a:r>
            <a:r>
              <a:rPr lang="en-US" altLang="en-US" dirty="0" err="1"/>
              <a:t>bộ</a:t>
            </a:r>
            <a:r>
              <a:rPr lang="en-US" altLang="en-US" dirty="0"/>
              <a:t> </a:t>
            </a:r>
            <a:r>
              <a:rPr lang="en-US" altLang="en-US" dirty="0" err="1"/>
              <a:t>trong</a:t>
            </a:r>
            <a:r>
              <a:rPr lang="en-US" altLang="en-US" dirty="0"/>
              <a:t> </a:t>
            </a:r>
            <a:r>
              <a:rPr lang="en-US" altLang="en-US" dirty="0" err="1"/>
              <a:t>quan</a:t>
            </a:r>
            <a:r>
              <a:rPr lang="en-US" altLang="en-US" dirty="0"/>
              <a:t> </a:t>
            </a:r>
            <a:r>
              <a:rPr lang="en-US" altLang="en-US" dirty="0" err="1"/>
              <a:t>hệ</a:t>
            </a:r>
            <a:r>
              <a:rPr lang="en-US" altLang="en-US" dirty="0"/>
              <a:t> S</a:t>
            </a:r>
          </a:p>
          <a:p>
            <a:pPr eaLnBrk="1" hangingPunct="1"/>
            <a:r>
              <a:rPr lang="en-US" altLang="en-US" dirty="0" err="1"/>
              <a:t>Ký</a:t>
            </a:r>
            <a:r>
              <a:rPr lang="en-US" altLang="en-US" dirty="0"/>
              <a:t> </a:t>
            </a:r>
            <a:r>
              <a:rPr lang="en-US" altLang="en-US" dirty="0" err="1"/>
              <a:t>hiệu</a:t>
            </a:r>
            <a:r>
              <a:rPr lang="en-US" altLang="en-US" dirty="0"/>
              <a:t> R </a:t>
            </a:r>
            <a:r>
              <a:rPr lang="en-US" altLang="en-US" b="1" dirty="0">
                <a:sym typeface="Symbol" pitchFamily="18" charset="2"/>
              </a:rPr>
              <a:t></a:t>
            </a:r>
            <a:r>
              <a:rPr lang="en-US" altLang="en-US" dirty="0">
                <a:sym typeface="Symbol" pitchFamily="18" charset="2"/>
              </a:rPr>
              <a:t> </a:t>
            </a:r>
            <a:r>
              <a:rPr lang="en-US" altLang="en-US" dirty="0"/>
              <a:t>S</a:t>
            </a:r>
          </a:p>
          <a:p>
            <a:pPr lvl="1" eaLnBrk="1" hangingPunct="1"/>
            <a:r>
              <a:rPr lang="en-US" altLang="en-US" dirty="0"/>
              <a:t>R(Z) </a:t>
            </a:r>
            <a:r>
              <a:rPr lang="en-US" altLang="en-US" dirty="0" err="1"/>
              <a:t>và</a:t>
            </a:r>
            <a:r>
              <a:rPr lang="en-US" altLang="en-US" dirty="0"/>
              <a:t> S(X)</a:t>
            </a:r>
          </a:p>
          <a:p>
            <a:pPr lvl="2" eaLnBrk="1" hangingPunct="1"/>
            <a:r>
              <a:rPr lang="en-US" altLang="en-US" dirty="0"/>
              <a:t>Z </a:t>
            </a:r>
            <a:r>
              <a:rPr lang="en-US" altLang="en-US" dirty="0" err="1"/>
              <a:t>là</a:t>
            </a:r>
            <a:r>
              <a:rPr lang="en-US" altLang="en-US" dirty="0"/>
              <a:t> </a:t>
            </a:r>
            <a:r>
              <a:rPr lang="en-US" altLang="en-US" dirty="0" err="1"/>
              <a:t>tập</a:t>
            </a:r>
            <a:r>
              <a:rPr lang="en-US" altLang="en-US" dirty="0"/>
              <a:t> </a:t>
            </a:r>
            <a:r>
              <a:rPr lang="en-US" altLang="en-US" dirty="0" err="1"/>
              <a:t>thuộc</a:t>
            </a:r>
            <a:r>
              <a:rPr lang="en-US" altLang="en-US" dirty="0"/>
              <a:t> </a:t>
            </a:r>
            <a:r>
              <a:rPr lang="en-US" altLang="en-US" dirty="0" err="1"/>
              <a:t>tính</a:t>
            </a:r>
            <a:r>
              <a:rPr lang="en-US" altLang="en-US" dirty="0"/>
              <a:t> </a:t>
            </a:r>
            <a:r>
              <a:rPr lang="en-US" altLang="en-US" dirty="0" err="1"/>
              <a:t>của</a:t>
            </a:r>
            <a:r>
              <a:rPr lang="en-US" altLang="en-US" dirty="0"/>
              <a:t> R, X </a:t>
            </a:r>
            <a:r>
              <a:rPr lang="en-US" altLang="en-US" dirty="0" err="1"/>
              <a:t>là</a:t>
            </a:r>
            <a:r>
              <a:rPr lang="en-US" altLang="en-US" dirty="0"/>
              <a:t> </a:t>
            </a:r>
            <a:r>
              <a:rPr lang="en-US" altLang="en-US" dirty="0" err="1"/>
              <a:t>tập</a:t>
            </a:r>
            <a:r>
              <a:rPr lang="en-US" altLang="en-US" dirty="0"/>
              <a:t> </a:t>
            </a:r>
            <a:r>
              <a:rPr lang="en-US" altLang="en-US" dirty="0" err="1"/>
              <a:t>thuộc</a:t>
            </a:r>
            <a:r>
              <a:rPr lang="en-US" altLang="en-US" dirty="0"/>
              <a:t> </a:t>
            </a:r>
            <a:r>
              <a:rPr lang="en-US" altLang="en-US" dirty="0" err="1"/>
              <a:t>tính</a:t>
            </a:r>
            <a:r>
              <a:rPr lang="en-US" altLang="en-US" dirty="0"/>
              <a:t> </a:t>
            </a:r>
            <a:r>
              <a:rPr lang="en-US" altLang="en-US" dirty="0" err="1"/>
              <a:t>của</a:t>
            </a:r>
            <a:r>
              <a:rPr lang="en-US" altLang="en-US" dirty="0"/>
              <a:t> S</a:t>
            </a:r>
          </a:p>
          <a:p>
            <a:pPr lvl="2" eaLnBrk="1" hangingPunct="1"/>
            <a:r>
              <a:rPr lang="en-US" altLang="en-US" dirty="0"/>
              <a:t>X </a:t>
            </a:r>
            <a:r>
              <a:rPr lang="en-US" altLang="en-US" dirty="0">
                <a:sym typeface="Symbol" pitchFamily="18" charset="2"/>
              </a:rPr>
              <a:t> Z</a:t>
            </a:r>
            <a:endParaRPr lang="en-US" altLang="en-US" dirty="0"/>
          </a:p>
          <a:p>
            <a:pPr eaLnBrk="1" hangingPunct="1"/>
            <a:r>
              <a:rPr lang="en-US" altLang="en-US" dirty="0" err="1"/>
              <a:t>Kết</a:t>
            </a:r>
            <a:r>
              <a:rPr lang="en-US" altLang="en-US" dirty="0"/>
              <a:t> </a:t>
            </a:r>
            <a:r>
              <a:rPr lang="en-US" altLang="en-US" dirty="0" err="1"/>
              <a:t>quả</a:t>
            </a:r>
            <a:r>
              <a:rPr lang="en-US" altLang="en-US" dirty="0"/>
              <a:t> </a:t>
            </a:r>
            <a:r>
              <a:rPr lang="en-US" altLang="en-US" dirty="0" err="1"/>
              <a:t>của</a:t>
            </a:r>
            <a:r>
              <a:rPr lang="en-US" altLang="en-US" dirty="0"/>
              <a:t> </a:t>
            </a:r>
            <a:r>
              <a:rPr lang="en-US" altLang="en-US" dirty="0" err="1"/>
              <a:t>phép</a:t>
            </a:r>
            <a:r>
              <a:rPr lang="en-US" altLang="en-US" dirty="0"/>
              <a:t> chia </a:t>
            </a:r>
            <a:r>
              <a:rPr lang="en-US" altLang="en-US" dirty="0" err="1"/>
              <a:t>là</a:t>
            </a:r>
            <a:r>
              <a:rPr lang="en-US" altLang="en-US" dirty="0"/>
              <a:t> </a:t>
            </a:r>
            <a:r>
              <a:rPr lang="en-US" altLang="en-US" dirty="0" err="1"/>
              <a:t>một</a:t>
            </a:r>
            <a:r>
              <a:rPr lang="en-US" altLang="en-US" dirty="0"/>
              <a:t> </a:t>
            </a:r>
            <a:r>
              <a:rPr lang="en-US" altLang="en-US" dirty="0" err="1"/>
              <a:t>quan</a:t>
            </a:r>
            <a:r>
              <a:rPr lang="en-US" altLang="en-US" dirty="0"/>
              <a:t> </a:t>
            </a:r>
            <a:r>
              <a:rPr lang="en-US" altLang="en-US" dirty="0" err="1"/>
              <a:t>hệ</a:t>
            </a:r>
            <a:r>
              <a:rPr lang="en-US" altLang="en-US" dirty="0"/>
              <a:t> T(Y) </a:t>
            </a:r>
          </a:p>
          <a:p>
            <a:pPr lvl="1" eaLnBrk="1" hangingPunct="1"/>
            <a:r>
              <a:rPr lang="en-US" altLang="en-US" dirty="0" err="1"/>
              <a:t>Với</a:t>
            </a:r>
            <a:r>
              <a:rPr lang="en-US" altLang="en-US" dirty="0"/>
              <a:t> Y=Z-X</a:t>
            </a:r>
          </a:p>
          <a:p>
            <a:pPr lvl="1" eaLnBrk="1" hangingPunct="1"/>
            <a:r>
              <a:rPr lang="en-US" altLang="en-US" dirty="0" err="1"/>
              <a:t>Có</a:t>
            </a:r>
            <a:r>
              <a:rPr lang="en-US" altLang="en-US" dirty="0"/>
              <a:t> t </a:t>
            </a:r>
            <a:r>
              <a:rPr lang="en-US" altLang="en-US" dirty="0" err="1"/>
              <a:t>là</a:t>
            </a:r>
            <a:r>
              <a:rPr lang="en-US" altLang="en-US" dirty="0"/>
              <a:t> </a:t>
            </a:r>
            <a:r>
              <a:rPr lang="en-US" altLang="en-US" dirty="0" err="1"/>
              <a:t>một</a:t>
            </a:r>
            <a:r>
              <a:rPr lang="en-US" altLang="en-US" dirty="0"/>
              <a:t> </a:t>
            </a:r>
            <a:r>
              <a:rPr lang="en-US" altLang="en-US" dirty="0" err="1"/>
              <a:t>bộ</a:t>
            </a:r>
            <a:r>
              <a:rPr lang="en-US" altLang="en-US" dirty="0"/>
              <a:t> </a:t>
            </a:r>
            <a:r>
              <a:rPr lang="en-US" altLang="en-US" dirty="0" err="1"/>
              <a:t>của</a:t>
            </a:r>
            <a:r>
              <a:rPr lang="en-US" altLang="en-US" dirty="0"/>
              <a:t> T </a:t>
            </a:r>
            <a:r>
              <a:rPr lang="en-US" altLang="en-US" dirty="0" err="1"/>
              <a:t>nếu</a:t>
            </a:r>
            <a:r>
              <a:rPr lang="en-US" altLang="en-US" dirty="0"/>
              <a:t> </a:t>
            </a:r>
            <a:r>
              <a:rPr lang="en-US" altLang="en-US" u="sng" dirty="0" err="1"/>
              <a:t>với</a:t>
            </a:r>
            <a:r>
              <a:rPr lang="en-US" altLang="en-US" u="sng" dirty="0"/>
              <a:t> </a:t>
            </a:r>
            <a:r>
              <a:rPr lang="en-US" altLang="en-US" u="sng" dirty="0" err="1"/>
              <a:t>mọi</a:t>
            </a:r>
            <a:r>
              <a:rPr lang="en-US" altLang="en-US" u="sng" dirty="0"/>
              <a:t> </a:t>
            </a:r>
            <a:r>
              <a:rPr lang="en-US" altLang="en-US" u="sng" dirty="0" err="1"/>
              <a:t>bộ</a:t>
            </a:r>
            <a:r>
              <a:rPr lang="en-US" altLang="en-US" dirty="0"/>
              <a:t> </a:t>
            </a:r>
            <a:r>
              <a:rPr lang="en-US" altLang="en-US" dirty="0" err="1">
                <a:sym typeface="Symbol" pitchFamily="18" charset="2"/>
              </a:rPr>
              <a:t>t</a:t>
            </a:r>
            <a:r>
              <a:rPr lang="en-US" altLang="en-US" baseline="-25000" dirty="0" err="1">
                <a:sym typeface="Symbol" pitchFamily="18" charset="2"/>
              </a:rPr>
              <a:t>S</a:t>
            </a:r>
            <a:r>
              <a:rPr lang="en-US" altLang="en-US" dirty="0" err="1">
                <a:sym typeface="Symbol" pitchFamily="18" charset="2"/>
              </a:rPr>
              <a:t>S</a:t>
            </a:r>
            <a:r>
              <a:rPr lang="en-US" altLang="en-US" dirty="0">
                <a:sym typeface="Symbol" pitchFamily="18" charset="2"/>
              </a:rPr>
              <a:t>, </a:t>
            </a:r>
            <a:r>
              <a:rPr lang="en-US" altLang="en-US" dirty="0" err="1">
                <a:sym typeface="Symbol" pitchFamily="18" charset="2"/>
              </a:rPr>
              <a:t>tồn</a:t>
            </a:r>
            <a:r>
              <a:rPr lang="en-US" altLang="en-US" dirty="0">
                <a:sym typeface="Symbol" pitchFamily="18" charset="2"/>
              </a:rPr>
              <a:t> </a:t>
            </a:r>
            <a:r>
              <a:rPr lang="en-US" altLang="en-US" dirty="0" err="1">
                <a:sym typeface="Symbol" pitchFamily="18" charset="2"/>
              </a:rPr>
              <a:t>tại</a:t>
            </a:r>
            <a:r>
              <a:rPr lang="en-US" altLang="en-US" dirty="0">
                <a:sym typeface="Symbol" pitchFamily="18" charset="2"/>
              </a:rPr>
              <a:t> </a:t>
            </a:r>
            <a:r>
              <a:rPr lang="en-US" altLang="en-US" dirty="0" err="1">
                <a:sym typeface="Symbol" pitchFamily="18" charset="2"/>
              </a:rPr>
              <a:t>bộ</a:t>
            </a:r>
            <a:r>
              <a:rPr lang="en-US" altLang="en-US" dirty="0">
                <a:sym typeface="Symbol" pitchFamily="18" charset="2"/>
              </a:rPr>
              <a:t> </a:t>
            </a:r>
            <a:r>
              <a:rPr lang="en-US" altLang="en-US" dirty="0" err="1">
                <a:sym typeface="Symbol" pitchFamily="18" charset="2"/>
              </a:rPr>
              <a:t>t</a:t>
            </a:r>
            <a:r>
              <a:rPr lang="en-US" altLang="en-US" baseline="-25000" dirty="0" err="1">
                <a:sym typeface="Symbol" pitchFamily="18" charset="2"/>
              </a:rPr>
              <a:t>R</a:t>
            </a:r>
            <a:r>
              <a:rPr lang="en-US" altLang="en-US" dirty="0" err="1">
                <a:sym typeface="Symbol" pitchFamily="18" charset="2"/>
              </a:rPr>
              <a:t>R</a:t>
            </a:r>
            <a:r>
              <a:rPr lang="en-US" altLang="en-US" dirty="0">
                <a:sym typeface="Symbol" pitchFamily="18" charset="2"/>
              </a:rPr>
              <a:t> </a:t>
            </a:r>
            <a:r>
              <a:rPr lang="en-US" altLang="en-US" dirty="0" err="1">
                <a:sym typeface="Symbol" pitchFamily="18" charset="2"/>
              </a:rPr>
              <a:t>thỏa</a:t>
            </a:r>
            <a:r>
              <a:rPr lang="en-US" altLang="en-US" dirty="0">
                <a:sym typeface="Symbol" pitchFamily="18" charset="2"/>
              </a:rPr>
              <a:t> 2 </a:t>
            </a:r>
            <a:r>
              <a:rPr lang="en-US" altLang="en-US" dirty="0" err="1">
                <a:sym typeface="Symbol" pitchFamily="18" charset="2"/>
              </a:rPr>
              <a:t>điều</a:t>
            </a:r>
            <a:r>
              <a:rPr lang="en-US" altLang="en-US" dirty="0">
                <a:sym typeface="Symbol" pitchFamily="18" charset="2"/>
              </a:rPr>
              <a:t> </a:t>
            </a:r>
            <a:r>
              <a:rPr lang="en-US" altLang="en-US" dirty="0" err="1">
                <a:sym typeface="Symbol" pitchFamily="18" charset="2"/>
              </a:rPr>
              <a:t>kiện</a:t>
            </a:r>
            <a:endParaRPr lang="en-US" altLang="en-US" dirty="0">
              <a:sym typeface="Symbol" pitchFamily="18" charset="2"/>
            </a:endParaRPr>
          </a:p>
          <a:p>
            <a:pPr lvl="2" eaLnBrk="1" hangingPunct="1"/>
            <a:r>
              <a:rPr lang="en-US" altLang="en-US" dirty="0" err="1">
                <a:sym typeface="Symbol" pitchFamily="18" charset="2"/>
              </a:rPr>
              <a:t>t</a:t>
            </a:r>
            <a:r>
              <a:rPr lang="en-US" altLang="en-US" baseline="-25000" dirty="0" err="1">
                <a:sym typeface="Symbol" pitchFamily="18" charset="2"/>
              </a:rPr>
              <a:t>R</a:t>
            </a:r>
            <a:r>
              <a:rPr lang="en-US" altLang="en-US" dirty="0">
                <a:sym typeface="Symbol" pitchFamily="18" charset="2"/>
              </a:rPr>
              <a:t>(Y) = t</a:t>
            </a:r>
          </a:p>
          <a:p>
            <a:pPr lvl="2" eaLnBrk="1" hangingPunct="1"/>
            <a:r>
              <a:rPr lang="en-US" altLang="en-US" dirty="0" err="1">
                <a:sym typeface="Symbol" pitchFamily="18" charset="2"/>
              </a:rPr>
              <a:t>t</a:t>
            </a:r>
            <a:r>
              <a:rPr lang="en-US" altLang="en-US" baseline="-25000" dirty="0" err="1">
                <a:sym typeface="Symbol" pitchFamily="18" charset="2"/>
              </a:rPr>
              <a:t>R</a:t>
            </a:r>
            <a:r>
              <a:rPr lang="en-US" altLang="en-US" dirty="0">
                <a:sym typeface="Symbol" pitchFamily="18" charset="2"/>
              </a:rPr>
              <a:t>(X) = </a:t>
            </a:r>
            <a:r>
              <a:rPr lang="en-US" altLang="en-US" dirty="0" err="1">
                <a:sym typeface="Symbol" pitchFamily="18" charset="2"/>
              </a:rPr>
              <a:t>t</a:t>
            </a:r>
            <a:r>
              <a:rPr lang="en-US" altLang="en-US" baseline="-25000" dirty="0" err="1">
                <a:sym typeface="Symbol" pitchFamily="18" charset="2"/>
              </a:rPr>
              <a:t>S</a:t>
            </a:r>
            <a:r>
              <a:rPr lang="en-US" altLang="en-US" dirty="0">
                <a:sym typeface="Symbol" pitchFamily="18" charset="2"/>
              </a:rPr>
              <a:t>(X)</a:t>
            </a:r>
          </a:p>
        </p:txBody>
      </p:sp>
      <p:grpSp>
        <p:nvGrpSpPr>
          <p:cNvPr id="62468" name="Group 27"/>
          <p:cNvGrpSpPr>
            <a:grpSpLocks/>
          </p:cNvGrpSpPr>
          <p:nvPr/>
        </p:nvGrpSpPr>
        <p:grpSpPr bwMode="auto">
          <a:xfrm>
            <a:off x="4267200" y="5181600"/>
            <a:ext cx="3429000" cy="838200"/>
            <a:chOff x="2976" y="3456"/>
            <a:chExt cx="2160" cy="480"/>
          </a:xfrm>
        </p:grpSpPr>
        <p:grpSp>
          <p:nvGrpSpPr>
            <p:cNvPr id="62469" name="Group 24"/>
            <p:cNvGrpSpPr>
              <a:grpSpLocks/>
            </p:cNvGrpSpPr>
            <p:nvPr/>
          </p:nvGrpSpPr>
          <p:grpSpPr bwMode="auto">
            <a:xfrm>
              <a:off x="2976" y="3680"/>
              <a:ext cx="816" cy="192"/>
              <a:chOff x="3024" y="3728"/>
              <a:chExt cx="816" cy="192"/>
            </a:xfrm>
          </p:grpSpPr>
          <p:grpSp>
            <p:nvGrpSpPr>
              <p:cNvPr id="62484" name="Group 21"/>
              <p:cNvGrpSpPr>
                <a:grpSpLocks/>
              </p:cNvGrpSpPr>
              <p:nvPr/>
            </p:nvGrpSpPr>
            <p:grpSpPr bwMode="auto">
              <a:xfrm>
                <a:off x="3024" y="3744"/>
                <a:ext cx="816" cy="144"/>
                <a:chOff x="2640" y="3744"/>
                <a:chExt cx="816" cy="144"/>
              </a:xfrm>
            </p:grpSpPr>
            <p:sp>
              <p:nvSpPr>
                <p:cNvPr id="62487" name="Rectangle 19"/>
                <p:cNvSpPr>
                  <a:spLocks noChangeArrowheads="1"/>
                </p:cNvSpPr>
                <p:nvPr/>
              </p:nvSpPr>
              <p:spPr bwMode="auto">
                <a:xfrm>
                  <a:off x="2640" y="3744"/>
                  <a:ext cx="480" cy="144"/>
                </a:xfrm>
                <a:prstGeom prst="rect">
                  <a:avLst/>
                </a:prstGeom>
                <a:solidFill>
                  <a:srgbClr val="FF99CC">
                    <a:alpha val="79999"/>
                  </a:srgbClr>
                </a:solidFill>
                <a:ln w="12700" algn="ctr">
                  <a:solidFill>
                    <a:srgbClr val="FF99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62488" name="Rectangle 20"/>
                <p:cNvSpPr>
                  <a:spLocks noChangeArrowheads="1"/>
                </p:cNvSpPr>
                <p:nvPr/>
              </p:nvSpPr>
              <p:spPr bwMode="auto">
                <a:xfrm>
                  <a:off x="3120" y="3744"/>
                  <a:ext cx="336" cy="144"/>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grpSp>
          <p:sp>
            <p:nvSpPr>
              <p:cNvPr id="62485" name="Text Box 22"/>
              <p:cNvSpPr txBox="1">
                <a:spLocks noChangeArrowheads="1"/>
              </p:cNvSpPr>
              <p:nvPr/>
            </p:nvSpPr>
            <p:spPr bwMode="auto">
              <a:xfrm>
                <a:off x="3024" y="3728"/>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X</a:t>
                </a:r>
              </a:p>
            </p:txBody>
          </p:sp>
          <p:sp>
            <p:nvSpPr>
              <p:cNvPr id="62486" name="Text Box 23"/>
              <p:cNvSpPr txBox="1">
                <a:spLocks noChangeArrowheads="1"/>
              </p:cNvSpPr>
              <p:nvPr/>
            </p:nvSpPr>
            <p:spPr bwMode="auto">
              <a:xfrm>
                <a:off x="3456" y="3728"/>
                <a:ext cx="3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Y</a:t>
                </a:r>
              </a:p>
            </p:txBody>
          </p:sp>
        </p:grpSp>
        <p:sp>
          <p:nvSpPr>
            <p:cNvPr id="62470" name="Rectangle 18"/>
            <p:cNvSpPr>
              <a:spLocks noChangeArrowheads="1"/>
            </p:cNvSpPr>
            <p:nvPr/>
          </p:nvSpPr>
          <p:spPr bwMode="auto">
            <a:xfrm>
              <a:off x="4032" y="3648"/>
              <a:ext cx="480" cy="288"/>
            </a:xfrm>
            <a:prstGeom prst="rect">
              <a:avLst/>
            </a:prstGeom>
            <a:solidFill>
              <a:srgbClr val="FF99CC">
                <a:alpha val="79999"/>
              </a:srgbClr>
            </a:solidFill>
            <a:ln w="12700" algn="ctr">
              <a:solidFill>
                <a:srgbClr val="FF99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62471" name="Rectangle 14"/>
            <p:cNvSpPr>
              <a:spLocks noChangeArrowheads="1"/>
            </p:cNvSpPr>
            <p:nvPr/>
          </p:nvSpPr>
          <p:spPr bwMode="auto">
            <a:xfrm>
              <a:off x="4800" y="3696"/>
              <a:ext cx="336" cy="144"/>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grpSp>
          <p:nvGrpSpPr>
            <p:cNvPr id="62472" name="Group 15"/>
            <p:cNvGrpSpPr>
              <a:grpSpLocks/>
            </p:cNvGrpSpPr>
            <p:nvPr/>
          </p:nvGrpSpPr>
          <p:grpSpPr bwMode="auto">
            <a:xfrm>
              <a:off x="4800" y="3456"/>
              <a:ext cx="336" cy="480"/>
              <a:chOff x="4704" y="3504"/>
              <a:chExt cx="480" cy="480"/>
            </a:xfrm>
          </p:grpSpPr>
          <p:sp>
            <p:nvSpPr>
              <p:cNvPr id="62481" name="Rectangle 4"/>
              <p:cNvSpPr>
                <a:spLocks noChangeArrowheads="1"/>
              </p:cNvSpPr>
              <p:nvPr/>
            </p:nvSpPr>
            <p:spPr bwMode="auto">
              <a:xfrm>
                <a:off x="4704" y="3504"/>
                <a:ext cx="480" cy="48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62482" name="Text Box 5"/>
              <p:cNvSpPr txBox="1">
                <a:spLocks noChangeArrowheads="1"/>
              </p:cNvSpPr>
              <p:nvPr/>
            </p:nvSpPr>
            <p:spPr bwMode="auto">
              <a:xfrm>
                <a:off x="4704" y="3504"/>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T(Y)</a:t>
                </a:r>
              </a:p>
            </p:txBody>
          </p:sp>
          <p:sp>
            <p:nvSpPr>
              <p:cNvPr id="62483" name="Line 7"/>
              <p:cNvSpPr>
                <a:spLocks noChangeShapeType="1"/>
              </p:cNvSpPr>
              <p:nvPr/>
            </p:nvSpPr>
            <p:spPr bwMode="auto">
              <a:xfrm>
                <a:off x="4704" y="3696"/>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62473" name="Group 16"/>
            <p:cNvGrpSpPr>
              <a:grpSpLocks/>
            </p:cNvGrpSpPr>
            <p:nvPr/>
          </p:nvGrpSpPr>
          <p:grpSpPr bwMode="auto">
            <a:xfrm>
              <a:off x="4032" y="3456"/>
              <a:ext cx="480" cy="480"/>
              <a:chOff x="3888" y="3504"/>
              <a:chExt cx="480" cy="480"/>
            </a:xfrm>
          </p:grpSpPr>
          <p:sp>
            <p:nvSpPr>
              <p:cNvPr id="62478" name="Rectangle 8"/>
              <p:cNvSpPr>
                <a:spLocks noChangeArrowheads="1"/>
              </p:cNvSpPr>
              <p:nvPr/>
            </p:nvSpPr>
            <p:spPr bwMode="auto">
              <a:xfrm>
                <a:off x="3888" y="3504"/>
                <a:ext cx="480" cy="48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62479" name="Text Box 9"/>
              <p:cNvSpPr txBox="1">
                <a:spLocks noChangeArrowheads="1"/>
              </p:cNvSpPr>
              <p:nvPr/>
            </p:nvSpPr>
            <p:spPr bwMode="auto">
              <a:xfrm>
                <a:off x="3888" y="3504"/>
                <a:ext cx="4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S(X)</a:t>
                </a:r>
              </a:p>
            </p:txBody>
          </p:sp>
          <p:sp>
            <p:nvSpPr>
              <p:cNvPr id="62480" name="Line 10"/>
              <p:cNvSpPr>
                <a:spLocks noChangeShapeType="1"/>
              </p:cNvSpPr>
              <p:nvPr/>
            </p:nvSpPr>
            <p:spPr bwMode="auto">
              <a:xfrm>
                <a:off x="3888" y="3696"/>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62474" name="Group 17"/>
            <p:cNvGrpSpPr>
              <a:grpSpLocks/>
            </p:cNvGrpSpPr>
            <p:nvPr/>
          </p:nvGrpSpPr>
          <p:grpSpPr bwMode="auto">
            <a:xfrm>
              <a:off x="2976" y="3456"/>
              <a:ext cx="816" cy="480"/>
              <a:chOff x="2640" y="3504"/>
              <a:chExt cx="816" cy="480"/>
            </a:xfrm>
          </p:grpSpPr>
          <p:sp>
            <p:nvSpPr>
              <p:cNvPr id="62475" name="Rectangle 11"/>
              <p:cNvSpPr>
                <a:spLocks noChangeArrowheads="1"/>
              </p:cNvSpPr>
              <p:nvPr/>
            </p:nvSpPr>
            <p:spPr bwMode="auto">
              <a:xfrm>
                <a:off x="2640" y="3504"/>
                <a:ext cx="816" cy="48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62476" name="Text Box 12"/>
              <p:cNvSpPr txBox="1">
                <a:spLocks noChangeArrowheads="1"/>
              </p:cNvSpPr>
              <p:nvPr/>
            </p:nvSpPr>
            <p:spPr bwMode="auto">
              <a:xfrm>
                <a:off x="2640" y="3504"/>
                <a:ext cx="81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R(Z)</a:t>
                </a:r>
              </a:p>
            </p:txBody>
          </p:sp>
          <p:sp>
            <p:nvSpPr>
              <p:cNvPr id="62477" name="Line 13"/>
              <p:cNvSpPr>
                <a:spLocks noChangeShapeType="1"/>
              </p:cNvSpPr>
              <p:nvPr/>
            </p:nvSpPr>
            <p:spPr bwMode="auto">
              <a:xfrm>
                <a:off x="2640" y="3696"/>
                <a:ext cx="816"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53</a:t>
            </a:fld>
            <a:endParaRPr lang="en-US" altLang="en-US"/>
          </a:p>
        </p:txBody>
      </p:sp>
    </p:spTree>
    <p:extLst>
      <p:ext uri="{BB962C8B-B14F-4D97-AF65-F5344CB8AC3E}">
        <p14:creationId xmlns:p14="http://schemas.microsoft.com/office/powerpoint/2010/main" val="2635902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46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246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246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246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246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246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2467">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2467">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2467">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24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912" name="Rectangle 176"/>
          <p:cNvSpPr>
            <a:spLocks noChangeArrowheads="1"/>
          </p:cNvSpPr>
          <p:nvPr/>
        </p:nvSpPr>
        <p:spPr bwMode="auto">
          <a:xfrm>
            <a:off x="990600" y="4343400"/>
            <a:ext cx="1371600" cy="533400"/>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500913" name="Rectangle 177"/>
          <p:cNvSpPr>
            <a:spLocks noChangeArrowheads="1"/>
          </p:cNvSpPr>
          <p:nvPr/>
        </p:nvSpPr>
        <p:spPr bwMode="auto">
          <a:xfrm>
            <a:off x="2362200" y="4343400"/>
            <a:ext cx="914400" cy="533400"/>
          </a:xfrm>
          <a:prstGeom prst="rect">
            <a:avLst/>
          </a:prstGeom>
          <a:solidFill>
            <a:srgbClr val="FF99CC">
              <a:alpha val="79999"/>
            </a:srgbClr>
          </a:solidFill>
          <a:ln w="12700" algn="ctr">
            <a:solidFill>
              <a:srgbClr val="FF99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500911" name="Rectangle 175"/>
          <p:cNvSpPr>
            <a:spLocks noChangeArrowheads="1"/>
          </p:cNvSpPr>
          <p:nvPr/>
        </p:nvSpPr>
        <p:spPr bwMode="auto">
          <a:xfrm>
            <a:off x="990600" y="3657600"/>
            <a:ext cx="1371600" cy="304800"/>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500914" name="Rectangle 178"/>
          <p:cNvSpPr>
            <a:spLocks noChangeArrowheads="1"/>
          </p:cNvSpPr>
          <p:nvPr/>
        </p:nvSpPr>
        <p:spPr bwMode="auto">
          <a:xfrm>
            <a:off x="2362200" y="3657600"/>
            <a:ext cx="914400" cy="304800"/>
          </a:xfrm>
          <a:prstGeom prst="rect">
            <a:avLst/>
          </a:prstGeom>
          <a:solidFill>
            <a:srgbClr val="FF99CC">
              <a:alpha val="79999"/>
            </a:srgbClr>
          </a:solidFill>
          <a:ln w="12700" algn="ctr">
            <a:solidFill>
              <a:srgbClr val="FF99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500909" name="Rectangle 173"/>
          <p:cNvSpPr>
            <a:spLocks noChangeArrowheads="1"/>
          </p:cNvSpPr>
          <p:nvPr/>
        </p:nvSpPr>
        <p:spPr bwMode="auto">
          <a:xfrm>
            <a:off x="2362200" y="3048000"/>
            <a:ext cx="914400" cy="609600"/>
          </a:xfrm>
          <a:prstGeom prst="rect">
            <a:avLst/>
          </a:prstGeom>
          <a:solidFill>
            <a:srgbClr val="FF99CC">
              <a:alpha val="79999"/>
            </a:srgbClr>
          </a:solidFill>
          <a:ln w="12700" algn="ctr">
            <a:solidFill>
              <a:srgbClr val="FF99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500908" name="Rectangle 172"/>
          <p:cNvSpPr>
            <a:spLocks noChangeArrowheads="1"/>
          </p:cNvSpPr>
          <p:nvPr/>
        </p:nvSpPr>
        <p:spPr bwMode="auto">
          <a:xfrm>
            <a:off x="990600" y="3048000"/>
            <a:ext cx="1371600" cy="609600"/>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500905" name="Rectangle 169"/>
          <p:cNvSpPr>
            <a:spLocks noChangeArrowheads="1"/>
          </p:cNvSpPr>
          <p:nvPr/>
        </p:nvSpPr>
        <p:spPr bwMode="auto">
          <a:xfrm>
            <a:off x="2362200" y="2743200"/>
            <a:ext cx="914400" cy="304800"/>
          </a:xfrm>
          <a:prstGeom prst="rect">
            <a:avLst/>
          </a:prstGeom>
          <a:solidFill>
            <a:srgbClr val="FF99CC">
              <a:alpha val="79999"/>
            </a:srgbClr>
          </a:solidFill>
          <a:ln w="12700" algn="ctr">
            <a:solidFill>
              <a:srgbClr val="FF99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500903" name="Rectangle 167"/>
          <p:cNvSpPr>
            <a:spLocks noChangeArrowheads="1"/>
          </p:cNvSpPr>
          <p:nvPr/>
        </p:nvSpPr>
        <p:spPr bwMode="auto">
          <a:xfrm>
            <a:off x="4419600" y="2667000"/>
            <a:ext cx="914400" cy="685800"/>
          </a:xfrm>
          <a:prstGeom prst="rect">
            <a:avLst/>
          </a:prstGeom>
          <a:solidFill>
            <a:srgbClr val="FF99CC">
              <a:alpha val="79999"/>
            </a:srgbClr>
          </a:solidFill>
          <a:ln w="12700" algn="ctr">
            <a:solidFill>
              <a:srgbClr val="FF99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500900" name="Rectangle 164"/>
          <p:cNvSpPr>
            <a:spLocks noChangeArrowheads="1"/>
          </p:cNvSpPr>
          <p:nvPr/>
        </p:nvSpPr>
        <p:spPr bwMode="auto">
          <a:xfrm>
            <a:off x="990600" y="2743200"/>
            <a:ext cx="1371600" cy="304800"/>
          </a:xfrm>
          <a:prstGeom prst="rect">
            <a:avLst/>
          </a:prstGeom>
          <a:solidFill>
            <a:srgbClr val="99CCFF">
              <a:alpha val="79999"/>
            </a:srgbClr>
          </a:solidFill>
          <a:ln w="12700" algn="ctr">
            <a:solidFill>
              <a:srgbClr val="99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63499" name="Rectangle 2"/>
          <p:cNvSpPr>
            <a:spLocks noGrp="1" noChangeArrowheads="1"/>
          </p:cNvSpPr>
          <p:nvPr>
            <p:ph type="title"/>
          </p:nvPr>
        </p:nvSpPr>
        <p:spPr>
          <a:xfrm>
            <a:off x="457200" y="354013"/>
            <a:ext cx="8534400" cy="620712"/>
          </a:xfrm>
        </p:spPr>
        <p:txBody>
          <a:bodyPr>
            <a:no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8.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chia</a:t>
            </a:r>
          </a:p>
        </p:txBody>
      </p:sp>
      <p:sp>
        <p:nvSpPr>
          <p:cNvPr id="63500" name="Rectangle 3"/>
          <p:cNvSpPr>
            <a:spLocks noGrp="1" noChangeArrowheads="1"/>
          </p:cNvSpPr>
          <p:nvPr>
            <p:ph sz="quarter" idx="1"/>
          </p:nvPr>
        </p:nvSpPr>
        <p:spPr>
          <a:xfrm>
            <a:off x="457200" y="1295400"/>
            <a:ext cx="8229600" cy="5181600"/>
          </a:xfrm>
        </p:spPr>
        <p:txBody>
          <a:bodyPr/>
          <a:lstStyle/>
          <a:p>
            <a:pPr eaLnBrk="1" hangingPunct="1"/>
            <a:r>
              <a:rPr lang="en-US" altLang="en-US"/>
              <a:t>Ví dụ</a:t>
            </a:r>
          </a:p>
        </p:txBody>
      </p:sp>
      <p:grpSp>
        <p:nvGrpSpPr>
          <p:cNvPr id="63501" name="Group 84"/>
          <p:cNvGrpSpPr>
            <a:grpSpLocks/>
          </p:cNvGrpSpPr>
          <p:nvPr/>
        </p:nvGrpSpPr>
        <p:grpSpPr bwMode="auto">
          <a:xfrm>
            <a:off x="533400" y="2362200"/>
            <a:ext cx="2743200" cy="2819400"/>
            <a:chOff x="240" y="1392"/>
            <a:chExt cx="1728" cy="1776"/>
          </a:xfrm>
        </p:grpSpPr>
        <p:sp>
          <p:nvSpPr>
            <p:cNvPr id="63540" name="Text Box 27"/>
            <p:cNvSpPr txBox="1">
              <a:spLocks noChangeArrowheads="1"/>
            </p:cNvSpPr>
            <p:nvPr/>
          </p:nvSpPr>
          <p:spPr bwMode="auto">
            <a:xfrm>
              <a:off x="528" y="139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A</a:t>
              </a:r>
            </a:p>
          </p:txBody>
        </p:sp>
        <p:sp>
          <p:nvSpPr>
            <p:cNvPr id="63541" name="Text Box 28"/>
            <p:cNvSpPr txBox="1">
              <a:spLocks noChangeArrowheads="1"/>
            </p:cNvSpPr>
            <p:nvPr/>
          </p:nvSpPr>
          <p:spPr bwMode="auto">
            <a:xfrm>
              <a:off x="816" y="139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B</a:t>
              </a:r>
            </a:p>
          </p:txBody>
        </p:sp>
        <p:sp>
          <p:nvSpPr>
            <p:cNvPr id="63542" name="Text Box 29"/>
            <p:cNvSpPr txBox="1">
              <a:spLocks noChangeArrowheads="1"/>
            </p:cNvSpPr>
            <p:nvPr/>
          </p:nvSpPr>
          <p:spPr bwMode="auto">
            <a:xfrm>
              <a:off x="528" y="163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grpSp>
          <p:nvGrpSpPr>
            <p:cNvPr id="63543" name="Group 81"/>
            <p:cNvGrpSpPr>
              <a:grpSpLocks/>
            </p:cNvGrpSpPr>
            <p:nvPr/>
          </p:nvGrpSpPr>
          <p:grpSpPr bwMode="auto">
            <a:xfrm>
              <a:off x="240" y="1392"/>
              <a:ext cx="1728" cy="192"/>
              <a:chOff x="528" y="1392"/>
              <a:chExt cx="1440" cy="192"/>
            </a:xfrm>
          </p:grpSpPr>
          <p:sp>
            <p:nvSpPr>
              <p:cNvPr id="63596" name="Line 26"/>
              <p:cNvSpPr>
                <a:spLocks noChangeShapeType="1"/>
              </p:cNvSpPr>
              <p:nvPr/>
            </p:nvSpPr>
            <p:spPr bwMode="auto">
              <a:xfrm>
                <a:off x="528" y="1584"/>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3597" name="Line 30"/>
              <p:cNvSpPr>
                <a:spLocks noChangeShapeType="1"/>
              </p:cNvSpPr>
              <p:nvPr/>
            </p:nvSpPr>
            <p:spPr bwMode="auto">
              <a:xfrm>
                <a:off x="528" y="1392"/>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63544" name="Line 31"/>
            <p:cNvSpPr>
              <a:spLocks noChangeShapeType="1"/>
            </p:cNvSpPr>
            <p:nvPr/>
          </p:nvSpPr>
          <p:spPr bwMode="auto">
            <a:xfrm>
              <a:off x="528" y="3168"/>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3545" name="Text Box 32"/>
            <p:cNvSpPr txBox="1">
              <a:spLocks noChangeArrowheads="1"/>
            </p:cNvSpPr>
            <p:nvPr/>
          </p:nvSpPr>
          <p:spPr bwMode="auto">
            <a:xfrm>
              <a:off x="528" y="240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63546" name="Text Box 33"/>
            <p:cNvSpPr txBox="1">
              <a:spLocks noChangeArrowheads="1"/>
            </p:cNvSpPr>
            <p:nvPr/>
          </p:nvSpPr>
          <p:spPr bwMode="auto">
            <a:xfrm>
              <a:off x="816" y="163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a:t>
              </a:r>
            </a:p>
          </p:txBody>
        </p:sp>
        <p:sp>
          <p:nvSpPr>
            <p:cNvPr id="63547" name="Text Box 34"/>
            <p:cNvSpPr txBox="1">
              <a:spLocks noChangeArrowheads="1"/>
            </p:cNvSpPr>
            <p:nvPr/>
          </p:nvSpPr>
          <p:spPr bwMode="auto">
            <a:xfrm>
              <a:off x="816" y="240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a:t>
              </a:r>
            </a:p>
          </p:txBody>
        </p:sp>
        <p:grpSp>
          <p:nvGrpSpPr>
            <p:cNvPr id="63548" name="Group 35"/>
            <p:cNvGrpSpPr>
              <a:grpSpLocks/>
            </p:cNvGrpSpPr>
            <p:nvPr/>
          </p:nvGrpSpPr>
          <p:grpSpPr bwMode="auto">
            <a:xfrm>
              <a:off x="528" y="1392"/>
              <a:ext cx="1440" cy="1776"/>
              <a:chOff x="3120" y="1968"/>
              <a:chExt cx="1440" cy="624"/>
            </a:xfrm>
          </p:grpSpPr>
          <p:sp>
            <p:nvSpPr>
              <p:cNvPr id="63590" name="Line 36"/>
              <p:cNvSpPr>
                <a:spLocks noChangeShapeType="1"/>
              </p:cNvSpPr>
              <p:nvPr/>
            </p:nvSpPr>
            <p:spPr bwMode="auto">
              <a:xfrm>
                <a:off x="3408"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3591" name="Line 37"/>
              <p:cNvSpPr>
                <a:spLocks noChangeShapeType="1"/>
              </p:cNvSpPr>
              <p:nvPr/>
            </p:nvSpPr>
            <p:spPr bwMode="auto">
              <a:xfrm>
                <a:off x="3120"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3592" name="Line 38"/>
              <p:cNvSpPr>
                <a:spLocks noChangeShapeType="1"/>
              </p:cNvSpPr>
              <p:nvPr/>
            </p:nvSpPr>
            <p:spPr bwMode="auto">
              <a:xfrm>
                <a:off x="3696"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3593" name="Line 39"/>
              <p:cNvSpPr>
                <a:spLocks noChangeShapeType="1"/>
              </p:cNvSpPr>
              <p:nvPr/>
            </p:nvSpPr>
            <p:spPr bwMode="auto">
              <a:xfrm>
                <a:off x="3984"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3594" name="Line 40"/>
              <p:cNvSpPr>
                <a:spLocks noChangeShapeType="1"/>
              </p:cNvSpPr>
              <p:nvPr/>
            </p:nvSpPr>
            <p:spPr bwMode="auto">
              <a:xfrm>
                <a:off x="4272"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3595" name="Line 41"/>
              <p:cNvSpPr>
                <a:spLocks noChangeShapeType="1"/>
              </p:cNvSpPr>
              <p:nvPr/>
            </p:nvSpPr>
            <p:spPr bwMode="auto">
              <a:xfrm>
                <a:off x="4560" y="196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63549" name="Text Box 42"/>
            <p:cNvSpPr txBox="1">
              <a:spLocks noChangeArrowheads="1"/>
            </p:cNvSpPr>
            <p:nvPr/>
          </p:nvSpPr>
          <p:spPr bwMode="auto">
            <a:xfrm>
              <a:off x="528" y="259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63550" name="Text Box 43"/>
            <p:cNvSpPr txBox="1">
              <a:spLocks noChangeArrowheads="1"/>
            </p:cNvSpPr>
            <p:nvPr/>
          </p:nvSpPr>
          <p:spPr bwMode="auto">
            <a:xfrm>
              <a:off x="816" y="259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a:t>
              </a:r>
            </a:p>
          </p:txBody>
        </p:sp>
        <p:sp>
          <p:nvSpPr>
            <p:cNvPr id="63551" name="Text Box 44"/>
            <p:cNvSpPr txBox="1">
              <a:spLocks noChangeArrowheads="1"/>
            </p:cNvSpPr>
            <p:nvPr/>
          </p:nvSpPr>
          <p:spPr bwMode="auto">
            <a:xfrm>
              <a:off x="528" y="182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63552" name="Text Box 45"/>
            <p:cNvSpPr txBox="1">
              <a:spLocks noChangeArrowheads="1"/>
            </p:cNvSpPr>
            <p:nvPr/>
          </p:nvSpPr>
          <p:spPr bwMode="auto">
            <a:xfrm>
              <a:off x="816" y="182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a:t>
              </a:r>
            </a:p>
          </p:txBody>
        </p:sp>
        <p:sp>
          <p:nvSpPr>
            <p:cNvPr id="63553" name="Text Box 46"/>
            <p:cNvSpPr txBox="1">
              <a:spLocks noChangeArrowheads="1"/>
            </p:cNvSpPr>
            <p:nvPr/>
          </p:nvSpPr>
          <p:spPr bwMode="auto">
            <a:xfrm>
              <a:off x="528" y="201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63554" name="Text Box 47"/>
            <p:cNvSpPr txBox="1">
              <a:spLocks noChangeArrowheads="1"/>
            </p:cNvSpPr>
            <p:nvPr/>
          </p:nvSpPr>
          <p:spPr bwMode="auto">
            <a:xfrm>
              <a:off x="816" y="201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a:t>
              </a:r>
            </a:p>
          </p:txBody>
        </p:sp>
        <p:sp>
          <p:nvSpPr>
            <p:cNvPr id="63555" name="Text Box 48"/>
            <p:cNvSpPr txBox="1">
              <a:spLocks noChangeArrowheads="1"/>
            </p:cNvSpPr>
            <p:nvPr/>
          </p:nvSpPr>
          <p:spPr bwMode="auto">
            <a:xfrm>
              <a:off x="528" y="220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63556" name="Text Box 49"/>
            <p:cNvSpPr txBox="1">
              <a:spLocks noChangeArrowheads="1"/>
            </p:cNvSpPr>
            <p:nvPr/>
          </p:nvSpPr>
          <p:spPr bwMode="auto">
            <a:xfrm>
              <a:off x="816" y="220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a:t>
              </a:r>
            </a:p>
          </p:txBody>
        </p:sp>
        <p:sp>
          <p:nvSpPr>
            <p:cNvPr id="63557" name="Text Box 50"/>
            <p:cNvSpPr txBox="1">
              <a:spLocks noChangeArrowheads="1"/>
            </p:cNvSpPr>
            <p:nvPr/>
          </p:nvSpPr>
          <p:spPr bwMode="auto">
            <a:xfrm>
              <a:off x="528" y="27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63558" name="Text Box 51"/>
            <p:cNvSpPr txBox="1">
              <a:spLocks noChangeArrowheads="1"/>
            </p:cNvSpPr>
            <p:nvPr/>
          </p:nvSpPr>
          <p:spPr bwMode="auto">
            <a:xfrm>
              <a:off x="816" y="27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a:t>
              </a:r>
            </a:p>
          </p:txBody>
        </p:sp>
        <p:sp>
          <p:nvSpPr>
            <p:cNvPr id="63559" name="Text Box 52"/>
            <p:cNvSpPr txBox="1">
              <a:spLocks noChangeArrowheads="1"/>
            </p:cNvSpPr>
            <p:nvPr/>
          </p:nvSpPr>
          <p:spPr bwMode="auto">
            <a:xfrm>
              <a:off x="528" y="29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63560" name="Text Box 53"/>
            <p:cNvSpPr txBox="1">
              <a:spLocks noChangeArrowheads="1"/>
            </p:cNvSpPr>
            <p:nvPr/>
          </p:nvSpPr>
          <p:spPr bwMode="auto">
            <a:xfrm>
              <a:off x="816" y="29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a:t>
              </a:r>
            </a:p>
          </p:txBody>
        </p:sp>
        <p:sp>
          <p:nvSpPr>
            <p:cNvPr id="63561" name="Text Box 54"/>
            <p:cNvSpPr txBox="1">
              <a:spLocks noChangeArrowheads="1"/>
            </p:cNvSpPr>
            <p:nvPr/>
          </p:nvSpPr>
          <p:spPr bwMode="auto">
            <a:xfrm>
              <a:off x="1104" y="139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C</a:t>
              </a:r>
            </a:p>
          </p:txBody>
        </p:sp>
        <p:sp>
          <p:nvSpPr>
            <p:cNvPr id="63562" name="Text Box 55"/>
            <p:cNvSpPr txBox="1">
              <a:spLocks noChangeArrowheads="1"/>
            </p:cNvSpPr>
            <p:nvPr/>
          </p:nvSpPr>
          <p:spPr bwMode="auto">
            <a:xfrm>
              <a:off x="1392" y="139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D</a:t>
              </a:r>
            </a:p>
          </p:txBody>
        </p:sp>
        <p:sp>
          <p:nvSpPr>
            <p:cNvPr id="63563" name="Text Box 56"/>
            <p:cNvSpPr txBox="1">
              <a:spLocks noChangeArrowheads="1"/>
            </p:cNvSpPr>
            <p:nvPr/>
          </p:nvSpPr>
          <p:spPr bwMode="auto">
            <a:xfrm>
              <a:off x="1104" y="163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dirty="0">
                  <a:sym typeface="Symbol" pitchFamily="18" charset="2"/>
                </a:rPr>
                <a:t></a:t>
              </a:r>
            </a:p>
          </p:txBody>
        </p:sp>
        <p:sp>
          <p:nvSpPr>
            <p:cNvPr id="63564" name="Text Box 57"/>
            <p:cNvSpPr txBox="1">
              <a:spLocks noChangeArrowheads="1"/>
            </p:cNvSpPr>
            <p:nvPr/>
          </p:nvSpPr>
          <p:spPr bwMode="auto">
            <a:xfrm>
              <a:off x="1104" y="240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63565" name="Text Box 58"/>
            <p:cNvSpPr txBox="1">
              <a:spLocks noChangeArrowheads="1"/>
            </p:cNvSpPr>
            <p:nvPr/>
          </p:nvSpPr>
          <p:spPr bwMode="auto">
            <a:xfrm>
              <a:off x="1392" y="163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a:t>
              </a:r>
            </a:p>
          </p:txBody>
        </p:sp>
        <p:sp>
          <p:nvSpPr>
            <p:cNvPr id="63566" name="Text Box 59"/>
            <p:cNvSpPr txBox="1">
              <a:spLocks noChangeArrowheads="1"/>
            </p:cNvSpPr>
            <p:nvPr/>
          </p:nvSpPr>
          <p:spPr bwMode="auto">
            <a:xfrm>
              <a:off x="1392" y="240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b</a:t>
              </a:r>
            </a:p>
          </p:txBody>
        </p:sp>
        <p:sp>
          <p:nvSpPr>
            <p:cNvPr id="63567" name="Text Box 60"/>
            <p:cNvSpPr txBox="1">
              <a:spLocks noChangeArrowheads="1"/>
            </p:cNvSpPr>
            <p:nvPr/>
          </p:nvSpPr>
          <p:spPr bwMode="auto">
            <a:xfrm>
              <a:off x="1104" y="259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63568" name="Text Box 61"/>
            <p:cNvSpPr txBox="1">
              <a:spLocks noChangeArrowheads="1"/>
            </p:cNvSpPr>
            <p:nvPr/>
          </p:nvSpPr>
          <p:spPr bwMode="auto">
            <a:xfrm>
              <a:off x="1392" y="259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a:t>
              </a:r>
            </a:p>
          </p:txBody>
        </p:sp>
        <p:sp>
          <p:nvSpPr>
            <p:cNvPr id="63569" name="Text Box 62"/>
            <p:cNvSpPr txBox="1">
              <a:spLocks noChangeArrowheads="1"/>
            </p:cNvSpPr>
            <p:nvPr/>
          </p:nvSpPr>
          <p:spPr bwMode="auto">
            <a:xfrm>
              <a:off x="1104" y="182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63570" name="Text Box 63"/>
            <p:cNvSpPr txBox="1">
              <a:spLocks noChangeArrowheads="1"/>
            </p:cNvSpPr>
            <p:nvPr/>
          </p:nvSpPr>
          <p:spPr bwMode="auto">
            <a:xfrm>
              <a:off x="1392" y="182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a:t>
              </a:r>
            </a:p>
          </p:txBody>
        </p:sp>
        <p:sp>
          <p:nvSpPr>
            <p:cNvPr id="63571" name="Text Box 64"/>
            <p:cNvSpPr txBox="1">
              <a:spLocks noChangeArrowheads="1"/>
            </p:cNvSpPr>
            <p:nvPr/>
          </p:nvSpPr>
          <p:spPr bwMode="auto">
            <a:xfrm>
              <a:off x="1104" y="201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63572" name="Text Box 65"/>
            <p:cNvSpPr txBox="1">
              <a:spLocks noChangeArrowheads="1"/>
            </p:cNvSpPr>
            <p:nvPr/>
          </p:nvSpPr>
          <p:spPr bwMode="auto">
            <a:xfrm>
              <a:off x="1392" y="201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b</a:t>
              </a:r>
            </a:p>
          </p:txBody>
        </p:sp>
        <p:sp>
          <p:nvSpPr>
            <p:cNvPr id="63573" name="Text Box 66"/>
            <p:cNvSpPr txBox="1">
              <a:spLocks noChangeArrowheads="1"/>
            </p:cNvSpPr>
            <p:nvPr/>
          </p:nvSpPr>
          <p:spPr bwMode="auto">
            <a:xfrm>
              <a:off x="1104" y="220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63574" name="Text Box 67"/>
            <p:cNvSpPr txBox="1">
              <a:spLocks noChangeArrowheads="1"/>
            </p:cNvSpPr>
            <p:nvPr/>
          </p:nvSpPr>
          <p:spPr bwMode="auto">
            <a:xfrm>
              <a:off x="1392" y="220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a:t>
              </a:r>
            </a:p>
          </p:txBody>
        </p:sp>
        <p:sp>
          <p:nvSpPr>
            <p:cNvPr id="63575" name="Text Box 68"/>
            <p:cNvSpPr txBox="1">
              <a:spLocks noChangeArrowheads="1"/>
            </p:cNvSpPr>
            <p:nvPr/>
          </p:nvSpPr>
          <p:spPr bwMode="auto">
            <a:xfrm>
              <a:off x="1104" y="27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63576" name="Text Box 69"/>
            <p:cNvSpPr txBox="1">
              <a:spLocks noChangeArrowheads="1"/>
            </p:cNvSpPr>
            <p:nvPr/>
          </p:nvSpPr>
          <p:spPr bwMode="auto">
            <a:xfrm>
              <a:off x="1392" y="27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b</a:t>
              </a:r>
            </a:p>
          </p:txBody>
        </p:sp>
        <p:sp>
          <p:nvSpPr>
            <p:cNvPr id="63577" name="Text Box 70"/>
            <p:cNvSpPr txBox="1">
              <a:spLocks noChangeArrowheads="1"/>
            </p:cNvSpPr>
            <p:nvPr/>
          </p:nvSpPr>
          <p:spPr bwMode="auto">
            <a:xfrm>
              <a:off x="1104" y="29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63578" name="Text Box 71"/>
            <p:cNvSpPr txBox="1">
              <a:spLocks noChangeArrowheads="1"/>
            </p:cNvSpPr>
            <p:nvPr/>
          </p:nvSpPr>
          <p:spPr bwMode="auto">
            <a:xfrm>
              <a:off x="1392" y="29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b</a:t>
              </a:r>
            </a:p>
          </p:txBody>
        </p:sp>
        <p:sp>
          <p:nvSpPr>
            <p:cNvPr id="63579" name="Text Box 72"/>
            <p:cNvSpPr txBox="1">
              <a:spLocks noChangeArrowheads="1"/>
            </p:cNvSpPr>
            <p:nvPr/>
          </p:nvSpPr>
          <p:spPr bwMode="auto">
            <a:xfrm>
              <a:off x="1680" y="139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E</a:t>
              </a:r>
            </a:p>
          </p:txBody>
        </p:sp>
        <p:sp>
          <p:nvSpPr>
            <p:cNvPr id="63580" name="Text Box 73"/>
            <p:cNvSpPr txBox="1">
              <a:spLocks noChangeArrowheads="1"/>
            </p:cNvSpPr>
            <p:nvPr/>
          </p:nvSpPr>
          <p:spPr bwMode="auto">
            <a:xfrm>
              <a:off x="1680" y="163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63581" name="Text Box 74"/>
            <p:cNvSpPr txBox="1">
              <a:spLocks noChangeArrowheads="1"/>
            </p:cNvSpPr>
            <p:nvPr/>
          </p:nvSpPr>
          <p:spPr bwMode="auto">
            <a:xfrm>
              <a:off x="1680" y="240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3</a:t>
              </a:r>
            </a:p>
          </p:txBody>
        </p:sp>
        <p:sp>
          <p:nvSpPr>
            <p:cNvPr id="63582" name="Text Box 75"/>
            <p:cNvSpPr txBox="1">
              <a:spLocks noChangeArrowheads="1"/>
            </p:cNvSpPr>
            <p:nvPr/>
          </p:nvSpPr>
          <p:spPr bwMode="auto">
            <a:xfrm>
              <a:off x="1680" y="259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63583" name="Text Box 76"/>
            <p:cNvSpPr txBox="1">
              <a:spLocks noChangeArrowheads="1"/>
            </p:cNvSpPr>
            <p:nvPr/>
          </p:nvSpPr>
          <p:spPr bwMode="auto">
            <a:xfrm>
              <a:off x="1680" y="182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63584" name="Text Box 77"/>
            <p:cNvSpPr txBox="1">
              <a:spLocks noChangeArrowheads="1"/>
            </p:cNvSpPr>
            <p:nvPr/>
          </p:nvSpPr>
          <p:spPr bwMode="auto">
            <a:xfrm>
              <a:off x="1680" y="201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63585" name="Text Box 78"/>
            <p:cNvSpPr txBox="1">
              <a:spLocks noChangeArrowheads="1"/>
            </p:cNvSpPr>
            <p:nvPr/>
          </p:nvSpPr>
          <p:spPr bwMode="auto">
            <a:xfrm>
              <a:off x="1680" y="220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63586" name="Text Box 79"/>
            <p:cNvSpPr txBox="1">
              <a:spLocks noChangeArrowheads="1"/>
            </p:cNvSpPr>
            <p:nvPr/>
          </p:nvSpPr>
          <p:spPr bwMode="auto">
            <a:xfrm>
              <a:off x="1680" y="27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63587" name="Text Box 80"/>
            <p:cNvSpPr txBox="1">
              <a:spLocks noChangeArrowheads="1"/>
            </p:cNvSpPr>
            <p:nvPr/>
          </p:nvSpPr>
          <p:spPr bwMode="auto">
            <a:xfrm>
              <a:off x="1680" y="297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63588" name="Text Box 82"/>
            <p:cNvSpPr txBox="1">
              <a:spLocks noChangeArrowheads="1"/>
            </p:cNvSpPr>
            <p:nvPr/>
          </p:nvSpPr>
          <p:spPr bwMode="auto">
            <a:xfrm>
              <a:off x="240" y="139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t>R</a:t>
              </a:r>
            </a:p>
          </p:txBody>
        </p:sp>
        <p:sp>
          <p:nvSpPr>
            <p:cNvPr id="63589" name="Line 83"/>
            <p:cNvSpPr>
              <a:spLocks noChangeShapeType="1"/>
            </p:cNvSpPr>
            <p:nvPr/>
          </p:nvSpPr>
          <p:spPr bwMode="auto">
            <a:xfrm>
              <a:off x="240" y="1392"/>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63502" name="Group 85"/>
          <p:cNvGrpSpPr>
            <a:grpSpLocks/>
          </p:cNvGrpSpPr>
          <p:nvPr/>
        </p:nvGrpSpPr>
        <p:grpSpPr bwMode="auto">
          <a:xfrm>
            <a:off x="3886200" y="2362200"/>
            <a:ext cx="1447800" cy="990600"/>
            <a:chOff x="528" y="1248"/>
            <a:chExt cx="912" cy="624"/>
          </a:xfrm>
        </p:grpSpPr>
        <p:sp>
          <p:nvSpPr>
            <p:cNvPr id="63525" name="Line 86"/>
            <p:cNvSpPr>
              <a:spLocks noChangeShapeType="1"/>
            </p:cNvSpPr>
            <p:nvPr/>
          </p:nvSpPr>
          <p:spPr bwMode="auto">
            <a:xfrm>
              <a:off x="528" y="1440"/>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3526" name="Text Box 87"/>
            <p:cNvSpPr txBox="1">
              <a:spLocks noChangeArrowheads="1"/>
            </p:cNvSpPr>
            <p:nvPr/>
          </p:nvSpPr>
          <p:spPr bwMode="auto">
            <a:xfrm>
              <a:off x="864" y="124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D</a:t>
              </a:r>
            </a:p>
          </p:txBody>
        </p:sp>
        <p:sp>
          <p:nvSpPr>
            <p:cNvPr id="63527" name="Text Box 88"/>
            <p:cNvSpPr txBox="1">
              <a:spLocks noChangeArrowheads="1"/>
            </p:cNvSpPr>
            <p:nvPr/>
          </p:nvSpPr>
          <p:spPr bwMode="auto">
            <a:xfrm>
              <a:off x="1152" y="124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E</a:t>
              </a:r>
            </a:p>
          </p:txBody>
        </p:sp>
        <p:sp>
          <p:nvSpPr>
            <p:cNvPr id="63528" name="Text Box 89"/>
            <p:cNvSpPr txBox="1">
              <a:spLocks noChangeArrowheads="1"/>
            </p:cNvSpPr>
            <p:nvPr/>
          </p:nvSpPr>
          <p:spPr bwMode="auto">
            <a:xfrm>
              <a:off x="864" y="14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a:t>
              </a:r>
            </a:p>
          </p:txBody>
        </p:sp>
        <p:sp>
          <p:nvSpPr>
            <p:cNvPr id="63529" name="Line 90"/>
            <p:cNvSpPr>
              <a:spLocks noChangeShapeType="1"/>
            </p:cNvSpPr>
            <p:nvPr/>
          </p:nvSpPr>
          <p:spPr bwMode="auto">
            <a:xfrm>
              <a:off x="528" y="1248"/>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3530" name="Line 91"/>
            <p:cNvSpPr>
              <a:spLocks noChangeShapeType="1"/>
            </p:cNvSpPr>
            <p:nvPr/>
          </p:nvSpPr>
          <p:spPr bwMode="auto">
            <a:xfrm>
              <a:off x="864" y="1872"/>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3531" name="Text Box 92"/>
            <p:cNvSpPr txBox="1">
              <a:spLocks noChangeArrowheads="1"/>
            </p:cNvSpPr>
            <p:nvPr/>
          </p:nvSpPr>
          <p:spPr bwMode="auto">
            <a:xfrm>
              <a:off x="528" y="1248"/>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t>S</a:t>
              </a:r>
            </a:p>
          </p:txBody>
        </p:sp>
        <p:sp>
          <p:nvSpPr>
            <p:cNvPr id="63532" name="Line 93"/>
            <p:cNvSpPr>
              <a:spLocks noChangeShapeType="1"/>
            </p:cNvSpPr>
            <p:nvPr/>
          </p:nvSpPr>
          <p:spPr bwMode="auto">
            <a:xfrm>
              <a:off x="528" y="1248"/>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3533" name="Text Box 94"/>
            <p:cNvSpPr txBox="1">
              <a:spLocks noChangeArrowheads="1"/>
            </p:cNvSpPr>
            <p:nvPr/>
          </p:nvSpPr>
          <p:spPr bwMode="auto">
            <a:xfrm>
              <a:off x="864"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b</a:t>
              </a:r>
            </a:p>
          </p:txBody>
        </p:sp>
        <p:grpSp>
          <p:nvGrpSpPr>
            <p:cNvPr id="63534" name="Group 95"/>
            <p:cNvGrpSpPr>
              <a:grpSpLocks/>
            </p:cNvGrpSpPr>
            <p:nvPr/>
          </p:nvGrpSpPr>
          <p:grpSpPr bwMode="auto">
            <a:xfrm>
              <a:off x="864" y="1248"/>
              <a:ext cx="576" cy="624"/>
              <a:chOff x="960" y="2880"/>
              <a:chExt cx="576" cy="1008"/>
            </a:xfrm>
          </p:grpSpPr>
          <p:sp>
            <p:nvSpPr>
              <p:cNvPr id="63537" name="Line 96"/>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3538" name="Line 97"/>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3539" name="Line 98"/>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63535" name="Text Box 99"/>
            <p:cNvSpPr txBox="1">
              <a:spLocks noChangeArrowheads="1"/>
            </p:cNvSpPr>
            <p:nvPr/>
          </p:nvSpPr>
          <p:spPr bwMode="auto">
            <a:xfrm>
              <a:off x="1152" y="14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63536" name="Text Box 100"/>
            <p:cNvSpPr txBox="1">
              <a:spLocks noChangeArrowheads="1"/>
            </p:cNvSpPr>
            <p:nvPr/>
          </p:nvSpPr>
          <p:spPr bwMode="auto">
            <a:xfrm>
              <a:off x="1152"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grpSp>
      <p:sp>
        <p:nvSpPr>
          <p:cNvPr id="63503" name="Text Box 102"/>
          <p:cNvSpPr txBox="1">
            <a:spLocks noChangeArrowheads="1"/>
          </p:cNvSpPr>
          <p:nvPr/>
        </p:nvSpPr>
        <p:spPr bwMode="auto">
          <a:xfrm>
            <a:off x="6705600" y="1600200"/>
            <a:ext cx="10668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a:sym typeface="Symbol" pitchFamily="18" charset="2"/>
              </a:rPr>
              <a:t>R </a:t>
            </a:r>
            <a:r>
              <a:rPr lang="en-US" altLang="en-US" sz="2200" b="1">
                <a:sym typeface="Symbol" pitchFamily="18" charset="2"/>
              </a:rPr>
              <a:t></a:t>
            </a:r>
            <a:r>
              <a:rPr lang="en-US" altLang="en-US" sz="2200">
                <a:sym typeface="Symbol" pitchFamily="18" charset="2"/>
              </a:rPr>
              <a:t> S</a:t>
            </a:r>
          </a:p>
        </p:txBody>
      </p:sp>
      <p:grpSp>
        <p:nvGrpSpPr>
          <p:cNvPr id="500902" name="Group 166"/>
          <p:cNvGrpSpPr>
            <a:grpSpLocks/>
          </p:cNvGrpSpPr>
          <p:nvPr/>
        </p:nvGrpSpPr>
        <p:grpSpPr bwMode="auto">
          <a:xfrm>
            <a:off x="6324600" y="2362200"/>
            <a:ext cx="1371600" cy="1066800"/>
            <a:chOff x="3984" y="1488"/>
            <a:chExt cx="864" cy="672"/>
          </a:xfrm>
        </p:grpSpPr>
        <p:sp>
          <p:nvSpPr>
            <p:cNvPr id="63513" name="Text Box 105"/>
            <p:cNvSpPr txBox="1">
              <a:spLocks noChangeArrowheads="1"/>
            </p:cNvSpPr>
            <p:nvPr/>
          </p:nvSpPr>
          <p:spPr bwMode="auto">
            <a:xfrm>
              <a:off x="3984" y="14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A</a:t>
              </a:r>
            </a:p>
          </p:txBody>
        </p:sp>
        <p:sp>
          <p:nvSpPr>
            <p:cNvPr id="63514" name="Text Box 106"/>
            <p:cNvSpPr txBox="1">
              <a:spLocks noChangeArrowheads="1"/>
            </p:cNvSpPr>
            <p:nvPr/>
          </p:nvSpPr>
          <p:spPr bwMode="auto">
            <a:xfrm>
              <a:off x="4272" y="14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B</a:t>
              </a:r>
            </a:p>
          </p:txBody>
        </p:sp>
        <p:grpSp>
          <p:nvGrpSpPr>
            <p:cNvPr id="63515" name="Group 108"/>
            <p:cNvGrpSpPr>
              <a:grpSpLocks/>
            </p:cNvGrpSpPr>
            <p:nvPr/>
          </p:nvGrpSpPr>
          <p:grpSpPr bwMode="auto">
            <a:xfrm>
              <a:off x="3984" y="1488"/>
              <a:ext cx="864" cy="192"/>
              <a:chOff x="528" y="1392"/>
              <a:chExt cx="1440" cy="192"/>
            </a:xfrm>
          </p:grpSpPr>
          <p:sp>
            <p:nvSpPr>
              <p:cNvPr id="63523" name="Line 109"/>
              <p:cNvSpPr>
                <a:spLocks noChangeShapeType="1"/>
              </p:cNvSpPr>
              <p:nvPr/>
            </p:nvSpPr>
            <p:spPr bwMode="auto">
              <a:xfrm>
                <a:off x="528" y="1584"/>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3524" name="Line 110"/>
              <p:cNvSpPr>
                <a:spLocks noChangeShapeType="1"/>
              </p:cNvSpPr>
              <p:nvPr/>
            </p:nvSpPr>
            <p:spPr bwMode="auto">
              <a:xfrm>
                <a:off x="528" y="1392"/>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63516" name="Line 111"/>
            <p:cNvSpPr>
              <a:spLocks noChangeShapeType="1"/>
            </p:cNvSpPr>
            <p:nvPr/>
          </p:nvSpPr>
          <p:spPr bwMode="auto">
            <a:xfrm>
              <a:off x="3984" y="2160"/>
              <a:ext cx="86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nvGrpSpPr>
            <p:cNvPr id="63517" name="Group 163"/>
            <p:cNvGrpSpPr>
              <a:grpSpLocks/>
            </p:cNvGrpSpPr>
            <p:nvPr/>
          </p:nvGrpSpPr>
          <p:grpSpPr bwMode="auto">
            <a:xfrm>
              <a:off x="3984" y="1488"/>
              <a:ext cx="864" cy="672"/>
              <a:chOff x="3984" y="1488"/>
              <a:chExt cx="864" cy="1776"/>
            </a:xfrm>
          </p:grpSpPr>
          <p:sp>
            <p:nvSpPr>
              <p:cNvPr id="63519" name="Line 116"/>
              <p:cNvSpPr>
                <a:spLocks noChangeShapeType="1"/>
              </p:cNvSpPr>
              <p:nvPr/>
            </p:nvSpPr>
            <p:spPr bwMode="auto">
              <a:xfrm>
                <a:off x="4272" y="1488"/>
                <a:ext cx="0" cy="17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3520" name="Line 117"/>
              <p:cNvSpPr>
                <a:spLocks noChangeShapeType="1"/>
              </p:cNvSpPr>
              <p:nvPr/>
            </p:nvSpPr>
            <p:spPr bwMode="auto">
              <a:xfrm>
                <a:off x="3984" y="1488"/>
                <a:ext cx="0" cy="17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3521" name="Line 118"/>
              <p:cNvSpPr>
                <a:spLocks noChangeShapeType="1"/>
              </p:cNvSpPr>
              <p:nvPr/>
            </p:nvSpPr>
            <p:spPr bwMode="auto">
              <a:xfrm>
                <a:off x="4560" y="1488"/>
                <a:ext cx="0" cy="17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3522" name="Line 119"/>
              <p:cNvSpPr>
                <a:spLocks noChangeShapeType="1"/>
              </p:cNvSpPr>
              <p:nvPr/>
            </p:nvSpPr>
            <p:spPr bwMode="auto">
              <a:xfrm>
                <a:off x="4848" y="1488"/>
                <a:ext cx="0" cy="17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63518" name="Text Box 134"/>
            <p:cNvSpPr txBox="1">
              <a:spLocks noChangeArrowheads="1"/>
            </p:cNvSpPr>
            <p:nvPr/>
          </p:nvSpPr>
          <p:spPr bwMode="auto">
            <a:xfrm>
              <a:off x="4560" y="148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C</a:t>
              </a:r>
            </a:p>
          </p:txBody>
        </p:sp>
      </p:grpSp>
      <p:grpSp>
        <p:nvGrpSpPr>
          <p:cNvPr id="500906" name="Group 170"/>
          <p:cNvGrpSpPr>
            <a:grpSpLocks/>
          </p:cNvGrpSpPr>
          <p:nvPr/>
        </p:nvGrpSpPr>
        <p:grpSpPr bwMode="auto">
          <a:xfrm>
            <a:off x="6324600" y="2743200"/>
            <a:ext cx="1371600" cy="304800"/>
            <a:chOff x="3984" y="1728"/>
            <a:chExt cx="864" cy="192"/>
          </a:xfrm>
        </p:grpSpPr>
        <p:sp>
          <p:nvSpPr>
            <p:cNvPr id="63510" name="Text Box 124"/>
            <p:cNvSpPr txBox="1">
              <a:spLocks noChangeArrowheads="1"/>
            </p:cNvSpPr>
            <p:nvPr/>
          </p:nvSpPr>
          <p:spPr bwMode="auto">
            <a:xfrm>
              <a:off x="3984"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63511" name="Text Box 125"/>
            <p:cNvSpPr txBox="1">
              <a:spLocks noChangeArrowheads="1"/>
            </p:cNvSpPr>
            <p:nvPr/>
          </p:nvSpPr>
          <p:spPr bwMode="auto">
            <a:xfrm>
              <a:off x="4272"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a:t>
              </a:r>
            </a:p>
          </p:txBody>
        </p:sp>
        <p:sp>
          <p:nvSpPr>
            <p:cNvPr id="63512" name="Text Box 142"/>
            <p:cNvSpPr txBox="1">
              <a:spLocks noChangeArrowheads="1"/>
            </p:cNvSpPr>
            <p:nvPr/>
          </p:nvSpPr>
          <p:spPr bwMode="auto">
            <a:xfrm>
              <a:off x="4560" y="172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grpSp>
      <p:grpSp>
        <p:nvGrpSpPr>
          <p:cNvPr id="500907" name="Group 171"/>
          <p:cNvGrpSpPr>
            <a:grpSpLocks/>
          </p:cNvGrpSpPr>
          <p:nvPr/>
        </p:nvGrpSpPr>
        <p:grpSpPr bwMode="auto">
          <a:xfrm>
            <a:off x="6324600" y="3048000"/>
            <a:ext cx="1371600" cy="304800"/>
            <a:chOff x="3984" y="1920"/>
            <a:chExt cx="864" cy="192"/>
          </a:xfrm>
        </p:grpSpPr>
        <p:sp>
          <p:nvSpPr>
            <p:cNvPr id="63507" name="Text Box 130"/>
            <p:cNvSpPr txBox="1">
              <a:spLocks noChangeArrowheads="1"/>
            </p:cNvSpPr>
            <p:nvPr/>
          </p:nvSpPr>
          <p:spPr bwMode="auto">
            <a:xfrm>
              <a:off x="3984" y="19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63508" name="Text Box 131"/>
            <p:cNvSpPr txBox="1">
              <a:spLocks noChangeArrowheads="1"/>
            </p:cNvSpPr>
            <p:nvPr/>
          </p:nvSpPr>
          <p:spPr bwMode="auto">
            <a:xfrm>
              <a:off x="4272" y="19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a:t>
              </a:r>
            </a:p>
          </p:txBody>
        </p:sp>
        <p:sp>
          <p:nvSpPr>
            <p:cNvPr id="63509" name="Text Box 148"/>
            <p:cNvSpPr txBox="1">
              <a:spLocks noChangeArrowheads="1"/>
            </p:cNvSpPr>
            <p:nvPr/>
          </p:nvSpPr>
          <p:spPr bwMode="auto">
            <a:xfrm>
              <a:off x="4560" y="192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54</a:t>
            </a:fld>
            <a:endParaRPr lang="en-US" altLang="en-US"/>
          </a:p>
        </p:txBody>
      </p:sp>
    </p:spTree>
    <p:extLst>
      <p:ext uri="{BB962C8B-B14F-4D97-AF65-F5344CB8AC3E}">
        <p14:creationId xmlns:p14="http://schemas.microsoft.com/office/powerpoint/2010/main" val="3220224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090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090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090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090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500905"/>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500900"/>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50090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909"/>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50090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00906"/>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xit" presetSubtype="0" fill="hold" grpId="2" nodeType="clickEffect">
                                  <p:stCondLst>
                                    <p:cond delay="0"/>
                                  </p:stCondLst>
                                  <p:childTnLst>
                                    <p:set>
                                      <p:cBhvr>
                                        <p:cTn id="32" dur="1" fill="hold">
                                          <p:stCondLst>
                                            <p:cond delay="0"/>
                                          </p:stCondLst>
                                        </p:cTn>
                                        <p:tgtEl>
                                          <p:spTgt spid="500909"/>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500908"/>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5009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0911"/>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500911"/>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500914"/>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50091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091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009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912" grpId="0" animBg="1"/>
      <p:bldP spid="500913" grpId="0" animBg="1"/>
      <p:bldP spid="500911" grpId="0" animBg="1"/>
      <p:bldP spid="500911" grpId="1" animBg="1"/>
      <p:bldP spid="500914" grpId="0" animBg="1"/>
      <p:bldP spid="500914" grpId="1" animBg="1"/>
      <p:bldP spid="500909" grpId="0" animBg="1"/>
      <p:bldP spid="500909" grpId="1" animBg="1"/>
      <p:bldP spid="500909" grpId="2" animBg="1"/>
      <p:bldP spid="500908" grpId="0" animBg="1"/>
      <p:bldP spid="500908" grpId="1" animBg="1"/>
      <p:bldP spid="500905" grpId="0" animBg="1"/>
      <p:bldP spid="500905" grpId="1" animBg="1"/>
      <p:bldP spid="500903" grpId="0" animBg="1"/>
      <p:bldP spid="500900" grpId="0" animBg="1"/>
      <p:bldP spid="500900"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152400"/>
            <a:ext cx="8229600" cy="838200"/>
          </a:xfrm>
        </p:spPr>
        <p:txBody>
          <a:bodyPr>
            <a:norm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8.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chia</a:t>
            </a:r>
          </a:p>
        </p:txBody>
      </p:sp>
      <p:sp>
        <p:nvSpPr>
          <p:cNvPr id="121861" name="Rectangle 5"/>
          <p:cNvSpPr>
            <a:spLocks noGrp="1" noChangeArrowheads="1"/>
          </p:cNvSpPr>
          <p:nvPr>
            <p:ph sz="quarter" idx="1"/>
          </p:nvPr>
        </p:nvSpPr>
        <p:spPr>
          <a:xfrm>
            <a:off x="304800" y="1219200"/>
            <a:ext cx="8686800" cy="5334000"/>
          </a:xfrm>
          <a:noFill/>
        </p:spPr>
        <p:txBody>
          <a:bodyPr/>
          <a:lstStyle/>
          <a:p>
            <a:pPr defTabSz="688975">
              <a:tabLst>
                <a:tab pos="3657600" algn="l"/>
              </a:tabLst>
              <a:defRPr/>
            </a:pPr>
            <a:r>
              <a:rPr lang="en-US" sz="2300" dirty="0" err="1"/>
              <a:t>Biểu</a:t>
            </a:r>
            <a:r>
              <a:rPr lang="en-US" sz="2300" dirty="0"/>
              <a:t> </a:t>
            </a:r>
            <a:r>
              <a:rPr lang="en-US" sz="2300" dirty="0" err="1"/>
              <a:t>diễn</a:t>
            </a:r>
            <a:r>
              <a:rPr lang="en-US" sz="2300" dirty="0"/>
              <a:t> </a:t>
            </a:r>
            <a:r>
              <a:rPr lang="en-US" sz="2300" dirty="0" err="1"/>
              <a:t>phép</a:t>
            </a:r>
            <a:r>
              <a:rPr lang="en-US" sz="2300" dirty="0"/>
              <a:t> chia </a:t>
            </a:r>
            <a:r>
              <a:rPr lang="en-US" sz="2300" dirty="0" err="1"/>
              <a:t>thông</a:t>
            </a:r>
            <a:r>
              <a:rPr lang="en-US" sz="2300" dirty="0"/>
              <a:t> qua </a:t>
            </a:r>
            <a:r>
              <a:rPr lang="en-US" sz="2300" dirty="0" err="1"/>
              <a:t>tập</a:t>
            </a:r>
            <a:r>
              <a:rPr lang="en-US" sz="2300" dirty="0"/>
              <a:t> </a:t>
            </a:r>
            <a:r>
              <a:rPr lang="en-US" sz="2300" dirty="0" err="1"/>
              <a:t>đầy</a:t>
            </a:r>
            <a:r>
              <a:rPr lang="en-US" sz="2300" dirty="0"/>
              <a:t> </a:t>
            </a:r>
            <a:r>
              <a:rPr lang="en-US" sz="2300" dirty="0" err="1"/>
              <a:t>đủ</a:t>
            </a:r>
            <a:r>
              <a:rPr lang="en-US" sz="2300" dirty="0"/>
              <a:t> </a:t>
            </a:r>
            <a:r>
              <a:rPr lang="en-US" sz="2300" dirty="0" err="1"/>
              <a:t>các</a:t>
            </a:r>
            <a:r>
              <a:rPr lang="en-US" sz="2300" dirty="0"/>
              <a:t> </a:t>
            </a:r>
            <a:r>
              <a:rPr lang="en-US" sz="2300" dirty="0" err="1"/>
              <a:t>phép</a:t>
            </a:r>
            <a:r>
              <a:rPr lang="en-US" sz="2300" dirty="0"/>
              <a:t> </a:t>
            </a:r>
            <a:r>
              <a:rPr lang="en-US" sz="2300" dirty="0" err="1"/>
              <a:t>toán</a:t>
            </a:r>
            <a:r>
              <a:rPr lang="en-US" sz="2300" dirty="0"/>
              <a:t> ĐSQH</a:t>
            </a:r>
          </a:p>
          <a:p>
            <a:pPr defTabSz="688975">
              <a:tabLst>
                <a:tab pos="3657600" algn="l"/>
              </a:tabLst>
              <a:defRPr/>
            </a:pPr>
            <a:endParaRPr lang="en-US" sz="2300" dirty="0"/>
          </a:p>
          <a:p>
            <a:pPr defTabSz="688975">
              <a:tabLst>
                <a:tab pos="3657600" algn="l"/>
              </a:tabLst>
              <a:defRPr/>
            </a:pPr>
            <a:endParaRPr lang="en-US" sz="2300" dirty="0"/>
          </a:p>
          <a:p>
            <a:pPr defTabSz="688975">
              <a:tabLst>
                <a:tab pos="3657600" algn="l"/>
              </a:tabLst>
              <a:defRPr/>
            </a:pPr>
            <a:r>
              <a:rPr lang="en-US" sz="2300" dirty="0" err="1"/>
              <a:t>Các</a:t>
            </a:r>
            <a:r>
              <a:rPr lang="en-US" sz="2300" dirty="0"/>
              <a:t> </a:t>
            </a:r>
            <a:r>
              <a:rPr lang="en-US" sz="2300" dirty="0" err="1"/>
              <a:t>bước</a:t>
            </a:r>
            <a:r>
              <a:rPr lang="en-US" sz="2300" dirty="0"/>
              <a:t>:</a:t>
            </a:r>
          </a:p>
          <a:p>
            <a:pPr marL="684213" lvl="1" indent="0" defTabSz="688975">
              <a:buFontTx/>
              <a:buNone/>
              <a:tabLst>
                <a:tab pos="3657600" algn="l"/>
              </a:tabLst>
              <a:defRPr/>
            </a:pPr>
            <a:r>
              <a:rPr lang="en-US" sz="2300" dirty="0">
                <a:solidFill>
                  <a:schemeClr val="tx1"/>
                </a:solidFill>
                <a:sym typeface="Symbol" pitchFamily="18" charset="2"/>
              </a:rPr>
              <a:t>Q1  </a:t>
            </a:r>
            <a:r>
              <a:rPr lang="en-US" sz="2300" baseline="-25000" dirty="0">
                <a:solidFill>
                  <a:schemeClr val="tx1"/>
                </a:solidFill>
                <a:sym typeface="Symbol" pitchFamily="18" charset="2"/>
              </a:rPr>
              <a:t>Y</a:t>
            </a:r>
            <a:r>
              <a:rPr lang="en-US" sz="2300" dirty="0">
                <a:solidFill>
                  <a:schemeClr val="tx1"/>
                </a:solidFill>
                <a:sym typeface="Symbol" pitchFamily="18" charset="2"/>
              </a:rPr>
              <a:t>(R)	</a:t>
            </a:r>
            <a:r>
              <a:rPr lang="en-US" sz="2300" dirty="0">
                <a:solidFill>
                  <a:schemeClr val="tx1"/>
                </a:solidFill>
                <a:sym typeface="Wingdings" pitchFamily="2" charset="2"/>
              </a:rPr>
              <a:t> </a:t>
            </a:r>
            <a:r>
              <a:rPr lang="en-US" sz="2300" dirty="0" err="1">
                <a:solidFill>
                  <a:schemeClr val="tx1"/>
                </a:solidFill>
                <a:sym typeface="Wingdings" pitchFamily="2" charset="2"/>
              </a:rPr>
              <a:t>Chọn</a:t>
            </a:r>
            <a:r>
              <a:rPr lang="en-US" sz="2300" dirty="0">
                <a:solidFill>
                  <a:schemeClr val="tx1"/>
                </a:solidFill>
                <a:sym typeface="Wingdings" pitchFamily="2" charset="2"/>
              </a:rPr>
              <a:t> Y </a:t>
            </a:r>
            <a:r>
              <a:rPr lang="en-US" sz="2300" dirty="0" err="1">
                <a:solidFill>
                  <a:schemeClr val="tx1"/>
                </a:solidFill>
                <a:sym typeface="Wingdings" pitchFamily="2" charset="2"/>
              </a:rPr>
              <a:t>trên</a:t>
            </a:r>
            <a:r>
              <a:rPr lang="en-US" sz="2300" dirty="0">
                <a:solidFill>
                  <a:schemeClr val="tx1"/>
                </a:solidFill>
                <a:sym typeface="Wingdings" pitchFamily="2" charset="2"/>
              </a:rPr>
              <a:t> R</a:t>
            </a:r>
            <a:endParaRPr lang="en-US" sz="2300" dirty="0">
              <a:solidFill>
                <a:schemeClr val="tx1"/>
              </a:solidFill>
            </a:endParaRPr>
          </a:p>
          <a:p>
            <a:pPr marL="684213" lvl="1" indent="0" defTabSz="688975">
              <a:buFontTx/>
              <a:buNone/>
              <a:tabLst>
                <a:tab pos="3657600" algn="l"/>
              </a:tabLst>
              <a:defRPr/>
            </a:pPr>
            <a:r>
              <a:rPr lang="en-US" sz="2300" dirty="0">
                <a:solidFill>
                  <a:schemeClr val="tx1"/>
                </a:solidFill>
                <a:sym typeface="Symbol" pitchFamily="18" charset="2"/>
              </a:rPr>
              <a:t>Q2  Q1  S	</a:t>
            </a:r>
            <a:r>
              <a:rPr lang="en-US" sz="2300" dirty="0">
                <a:solidFill>
                  <a:schemeClr val="tx1"/>
                </a:solidFill>
                <a:sym typeface="Wingdings" pitchFamily="2" charset="2"/>
              </a:rPr>
              <a:t> </a:t>
            </a:r>
            <a:r>
              <a:rPr lang="en-US" sz="2300" dirty="0" err="1">
                <a:solidFill>
                  <a:schemeClr val="tx1"/>
                </a:solidFill>
                <a:sym typeface="Wingdings" pitchFamily="2" charset="2"/>
              </a:rPr>
              <a:t>Tích</a:t>
            </a:r>
            <a:r>
              <a:rPr lang="en-US" sz="2300" dirty="0">
                <a:solidFill>
                  <a:schemeClr val="tx1"/>
                </a:solidFill>
                <a:sym typeface="Wingdings" pitchFamily="2" charset="2"/>
              </a:rPr>
              <a:t> R</a:t>
            </a:r>
            <a:r>
              <a:rPr lang="en-US" sz="2300" baseline="-25000" dirty="0">
                <a:solidFill>
                  <a:schemeClr val="tx1"/>
                </a:solidFill>
                <a:sym typeface="Wingdings" pitchFamily="2" charset="2"/>
              </a:rPr>
              <a:t>Y</a:t>
            </a:r>
            <a:r>
              <a:rPr lang="en-US" sz="2300" dirty="0">
                <a:solidFill>
                  <a:schemeClr val="tx1"/>
                </a:solidFill>
                <a:sym typeface="Wingdings" pitchFamily="2" charset="2"/>
              </a:rPr>
              <a:t> x S</a:t>
            </a:r>
            <a:endParaRPr lang="en-US" sz="2300" dirty="0">
              <a:solidFill>
                <a:schemeClr val="tx1"/>
              </a:solidFill>
              <a:sym typeface="Symbol" pitchFamily="18" charset="2"/>
            </a:endParaRPr>
          </a:p>
          <a:p>
            <a:pPr marL="684213" lvl="1" indent="0" defTabSz="688975">
              <a:buFontTx/>
              <a:buNone/>
              <a:tabLst>
                <a:tab pos="3657600" algn="l"/>
              </a:tabLst>
              <a:defRPr/>
            </a:pPr>
            <a:r>
              <a:rPr lang="en-US" sz="2300" dirty="0">
                <a:solidFill>
                  <a:schemeClr val="tx1"/>
                </a:solidFill>
                <a:sym typeface="Symbol" pitchFamily="18" charset="2"/>
              </a:rPr>
              <a:t>Q3  </a:t>
            </a:r>
            <a:r>
              <a:rPr lang="en-US" sz="2300" baseline="-25000" dirty="0">
                <a:solidFill>
                  <a:schemeClr val="tx1"/>
                </a:solidFill>
                <a:sym typeface="Symbol" pitchFamily="18" charset="2"/>
              </a:rPr>
              <a:t>Y</a:t>
            </a:r>
            <a:r>
              <a:rPr lang="en-US" sz="2300" dirty="0">
                <a:solidFill>
                  <a:schemeClr val="tx1"/>
                </a:solidFill>
                <a:sym typeface="Symbol" pitchFamily="18" charset="2"/>
              </a:rPr>
              <a:t>(Q2  R)	</a:t>
            </a:r>
            <a:r>
              <a:rPr lang="en-US" sz="2300" dirty="0">
                <a:solidFill>
                  <a:schemeClr val="tx1"/>
                </a:solidFill>
                <a:sym typeface="Wingdings" pitchFamily="2" charset="2"/>
              </a:rPr>
              <a:t> ((R</a:t>
            </a:r>
            <a:r>
              <a:rPr lang="en-US" sz="2300" baseline="-25000" dirty="0">
                <a:solidFill>
                  <a:schemeClr val="tx1"/>
                </a:solidFill>
                <a:sym typeface="Wingdings" pitchFamily="2" charset="2"/>
              </a:rPr>
              <a:t>Y</a:t>
            </a:r>
            <a:r>
              <a:rPr lang="en-US" sz="2300" dirty="0">
                <a:solidFill>
                  <a:schemeClr val="tx1"/>
                </a:solidFill>
                <a:sym typeface="Wingdings" pitchFamily="2" charset="2"/>
              </a:rPr>
              <a:t> x S)-R)</a:t>
            </a:r>
            <a:r>
              <a:rPr lang="en-US" sz="2300" baseline="-25000" dirty="0">
                <a:solidFill>
                  <a:schemeClr val="tx1"/>
                </a:solidFill>
                <a:sym typeface="Wingdings" pitchFamily="2" charset="2"/>
              </a:rPr>
              <a:t>Y</a:t>
            </a:r>
            <a:endParaRPr lang="en-US" sz="2300" baseline="-25000" dirty="0">
              <a:solidFill>
                <a:schemeClr val="tx1"/>
              </a:solidFill>
              <a:sym typeface="Symbol" pitchFamily="18" charset="2"/>
            </a:endParaRPr>
          </a:p>
          <a:p>
            <a:pPr marL="684213" lvl="1" indent="0" defTabSz="688975">
              <a:buFontTx/>
              <a:buNone/>
              <a:tabLst>
                <a:tab pos="3657600" algn="l"/>
              </a:tabLst>
              <a:defRPr/>
            </a:pPr>
            <a:r>
              <a:rPr lang="en-US" sz="2300" dirty="0">
                <a:solidFill>
                  <a:schemeClr val="tx1"/>
                </a:solidFill>
                <a:sym typeface="Symbol" pitchFamily="18" charset="2"/>
              </a:rPr>
              <a:t>(Q3: </a:t>
            </a:r>
            <a:r>
              <a:rPr lang="en-US" sz="2300" dirty="0" err="1">
                <a:solidFill>
                  <a:schemeClr val="tx1"/>
                </a:solidFill>
                <a:sym typeface="Symbol" pitchFamily="18" charset="2"/>
              </a:rPr>
              <a:t>Đến</a:t>
            </a:r>
            <a:r>
              <a:rPr lang="en-US" sz="2300" dirty="0">
                <a:solidFill>
                  <a:schemeClr val="tx1"/>
                </a:solidFill>
                <a:sym typeface="Symbol" pitchFamily="18" charset="2"/>
              </a:rPr>
              <a:t> </a:t>
            </a:r>
            <a:r>
              <a:rPr lang="en-US" sz="2300" dirty="0" err="1">
                <a:solidFill>
                  <a:schemeClr val="tx1"/>
                </a:solidFill>
                <a:sym typeface="Symbol" pitchFamily="18" charset="2"/>
              </a:rPr>
              <a:t>đây</a:t>
            </a:r>
            <a:r>
              <a:rPr lang="en-US" sz="2300" dirty="0">
                <a:solidFill>
                  <a:schemeClr val="tx1"/>
                </a:solidFill>
                <a:sym typeface="Symbol" pitchFamily="18" charset="2"/>
              </a:rPr>
              <a:t> ta </a:t>
            </a:r>
            <a:r>
              <a:rPr lang="en-US" sz="2300" dirty="0" err="1">
                <a:solidFill>
                  <a:schemeClr val="tx1"/>
                </a:solidFill>
                <a:sym typeface="Symbol" pitchFamily="18" charset="2"/>
              </a:rPr>
              <a:t>tìm</a:t>
            </a:r>
            <a:r>
              <a:rPr lang="en-US" sz="2300" dirty="0">
                <a:solidFill>
                  <a:schemeClr val="tx1"/>
                </a:solidFill>
                <a:sym typeface="Symbol" pitchFamily="18" charset="2"/>
              </a:rPr>
              <a:t> </a:t>
            </a:r>
            <a:r>
              <a:rPr lang="en-US" sz="2300" dirty="0" err="1">
                <a:solidFill>
                  <a:schemeClr val="tx1"/>
                </a:solidFill>
                <a:sym typeface="Symbol" pitchFamily="18" charset="2"/>
              </a:rPr>
              <a:t>ra</a:t>
            </a:r>
            <a:r>
              <a:rPr lang="en-US" sz="2300" dirty="0">
                <a:solidFill>
                  <a:schemeClr val="tx1"/>
                </a:solidFill>
                <a:sym typeface="Symbol" pitchFamily="18" charset="2"/>
              </a:rPr>
              <a:t> </a:t>
            </a:r>
            <a:r>
              <a:rPr lang="en-US" sz="2300" dirty="0" err="1">
                <a:solidFill>
                  <a:schemeClr val="tx1"/>
                </a:solidFill>
                <a:sym typeface="Symbol" pitchFamily="18" charset="2"/>
              </a:rPr>
              <a:t>những</a:t>
            </a:r>
            <a:r>
              <a:rPr lang="en-US" sz="2300" dirty="0">
                <a:solidFill>
                  <a:schemeClr val="tx1"/>
                </a:solidFill>
                <a:sym typeface="Symbol" pitchFamily="18" charset="2"/>
              </a:rPr>
              <a:t> Y</a:t>
            </a:r>
          </a:p>
          <a:p>
            <a:pPr marL="684213" lvl="1" indent="0" algn="ctr" defTabSz="688975">
              <a:buFontTx/>
              <a:buNone/>
              <a:tabLst>
                <a:tab pos="3657600" algn="l"/>
              </a:tabLst>
              <a:defRPr/>
            </a:pPr>
            <a:r>
              <a:rPr lang="en-US" sz="2300" dirty="0">
                <a:solidFill>
                  <a:schemeClr val="tx1"/>
                </a:solidFill>
                <a:sym typeface="Symbol" pitchFamily="18" charset="2"/>
              </a:rPr>
              <a:t> </a:t>
            </a:r>
            <a:r>
              <a:rPr lang="en-US" sz="2300" u="sng" dirty="0" err="1">
                <a:solidFill>
                  <a:schemeClr val="tx1"/>
                </a:solidFill>
                <a:sym typeface="Symbol" pitchFamily="18" charset="2"/>
              </a:rPr>
              <a:t>không</a:t>
            </a:r>
            <a:r>
              <a:rPr lang="en-US" sz="2300" u="sng" dirty="0">
                <a:solidFill>
                  <a:schemeClr val="tx1"/>
                </a:solidFill>
                <a:sym typeface="Symbol" pitchFamily="18" charset="2"/>
              </a:rPr>
              <a:t> </a:t>
            </a:r>
            <a:r>
              <a:rPr lang="en-US" sz="2300" u="sng" dirty="0" err="1">
                <a:solidFill>
                  <a:schemeClr val="tx1"/>
                </a:solidFill>
                <a:sym typeface="Symbol" pitchFamily="18" charset="2"/>
              </a:rPr>
              <a:t>tham</a:t>
            </a:r>
            <a:r>
              <a:rPr lang="en-US" sz="2300" u="sng" dirty="0">
                <a:solidFill>
                  <a:schemeClr val="tx1"/>
                </a:solidFill>
                <a:sym typeface="Symbol" pitchFamily="18" charset="2"/>
              </a:rPr>
              <a:t> </a:t>
            </a:r>
            <a:r>
              <a:rPr lang="en-US" sz="2300" u="sng" dirty="0" err="1">
                <a:solidFill>
                  <a:schemeClr val="tx1"/>
                </a:solidFill>
                <a:sym typeface="Symbol" pitchFamily="18" charset="2"/>
              </a:rPr>
              <a:t>gia</a:t>
            </a:r>
            <a:r>
              <a:rPr lang="en-US" sz="2300" dirty="0">
                <a:solidFill>
                  <a:schemeClr val="tx1"/>
                </a:solidFill>
                <a:sym typeface="Symbol" pitchFamily="18" charset="2"/>
              </a:rPr>
              <a:t> </a:t>
            </a:r>
            <a:r>
              <a:rPr lang="en-US" sz="2300" dirty="0" err="1">
                <a:solidFill>
                  <a:schemeClr val="tx1"/>
                </a:solidFill>
                <a:sym typeface="Symbol" pitchFamily="18" charset="2"/>
              </a:rPr>
              <a:t>đầy</a:t>
            </a:r>
            <a:r>
              <a:rPr lang="en-US" sz="2300" dirty="0">
                <a:solidFill>
                  <a:schemeClr val="tx1"/>
                </a:solidFill>
                <a:sym typeface="Symbol" pitchFamily="18" charset="2"/>
              </a:rPr>
              <a:t> </a:t>
            </a:r>
            <a:r>
              <a:rPr lang="en-US" sz="2300" dirty="0" err="1">
                <a:solidFill>
                  <a:schemeClr val="tx1"/>
                </a:solidFill>
                <a:sym typeface="Symbol" pitchFamily="18" charset="2"/>
              </a:rPr>
              <a:t>đủ</a:t>
            </a:r>
            <a:r>
              <a:rPr lang="en-US" sz="2300" dirty="0">
                <a:solidFill>
                  <a:schemeClr val="tx1"/>
                </a:solidFill>
                <a:sym typeface="Symbol" pitchFamily="18" charset="2"/>
              </a:rPr>
              <a:t> </a:t>
            </a:r>
            <a:r>
              <a:rPr lang="en-US" sz="2300" dirty="0" err="1">
                <a:solidFill>
                  <a:schemeClr val="tx1"/>
                </a:solidFill>
                <a:sym typeface="Symbol" pitchFamily="18" charset="2"/>
              </a:rPr>
              <a:t>vào</a:t>
            </a:r>
            <a:r>
              <a:rPr lang="en-US" sz="2300" dirty="0">
                <a:solidFill>
                  <a:schemeClr val="tx1"/>
                </a:solidFill>
                <a:sym typeface="Symbol" pitchFamily="18" charset="2"/>
              </a:rPr>
              <a:t> S)</a:t>
            </a:r>
          </a:p>
          <a:p>
            <a:pPr marL="684213" lvl="1" indent="0" defTabSz="688975">
              <a:buFontTx/>
              <a:buNone/>
              <a:tabLst>
                <a:tab pos="3657600" algn="l"/>
              </a:tabLst>
              <a:defRPr/>
            </a:pPr>
            <a:r>
              <a:rPr lang="en-US" sz="2300" dirty="0">
                <a:solidFill>
                  <a:schemeClr val="tx1"/>
                </a:solidFill>
                <a:sym typeface="Symbol" pitchFamily="18" charset="2"/>
              </a:rPr>
              <a:t>T  Q1  Q3	</a:t>
            </a:r>
            <a:r>
              <a:rPr lang="en-US" sz="2300" dirty="0">
                <a:solidFill>
                  <a:schemeClr val="tx1"/>
                </a:solidFill>
                <a:sym typeface="Wingdings" pitchFamily="2" charset="2"/>
              </a:rPr>
              <a:t> R</a:t>
            </a:r>
            <a:r>
              <a:rPr lang="en-US" sz="2300" baseline="-25000" dirty="0">
                <a:solidFill>
                  <a:schemeClr val="tx1"/>
                </a:solidFill>
                <a:sym typeface="Wingdings" pitchFamily="2" charset="2"/>
              </a:rPr>
              <a:t>Y</a:t>
            </a:r>
            <a:r>
              <a:rPr lang="en-US" sz="2300" dirty="0">
                <a:solidFill>
                  <a:schemeClr val="tx1"/>
                </a:solidFill>
                <a:sym typeface="Wingdings" pitchFamily="2" charset="2"/>
              </a:rPr>
              <a:t> - ((R</a:t>
            </a:r>
            <a:r>
              <a:rPr lang="en-US" sz="2300" baseline="-25000" dirty="0">
                <a:solidFill>
                  <a:schemeClr val="tx1"/>
                </a:solidFill>
                <a:sym typeface="Wingdings" pitchFamily="2" charset="2"/>
              </a:rPr>
              <a:t>Y</a:t>
            </a:r>
            <a:r>
              <a:rPr lang="en-US" sz="2300" dirty="0">
                <a:solidFill>
                  <a:schemeClr val="tx1"/>
                </a:solidFill>
                <a:sym typeface="Wingdings" pitchFamily="2" charset="2"/>
              </a:rPr>
              <a:t> x S)-R)</a:t>
            </a:r>
            <a:r>
              <a:rPr lang="en-US" sz="2300" baseline="-25000" dirty="0">
                <a:solidFill>
                  <a:schemeClr val="tx1"/>
                </a:solidFill>
                <a:sym typeface="Wingdings" pitchFamily="2" charset="2"/>
              </a:rPr>
              <a:t>Y</a:t>
            </a:r>
          </a:p>
        </p:txBody>
      </p:sp>
      <p:grpSp>
        <p:nvGrpSpPr>
          <p:cNvPr id="33799" name="Group 7"/>
          <p:cNvGrpSpPr>
            <a:grpSpLocks/>
          </p:cNvGrpSpPr>
          <p:nvPr/>
        </p:nvGrpSpPr>
        <p:grpSpPr bwMode="auto">
          <a:xfrm>
            <a:off x="4267200" y="1752600"/>
            <a:ext cx="3505200" cy="762000"/>
            <a:chOff x="2640" y="3504"/>
            <a:chExt cx="2208" cy="480"/>
          </a:xfrm>
        </p:grpSpPr>
        <p:grpSp>
          <p:nvGrpSpPr>
            <p:cNvPr id="33801" name="Group 8"/>
            <p:cNvGrpSpPr>
              <a:grpSpLocks/>
            </p:cNvGrpSpPr>
            <p:nvPr/>
          </p:nvGrpSpPr>
          <p:grpSpPr bwMode="auto">
            <a:xfrm>
              <a:off x="2640" y="3698"/>
              <a:ext cx="816" cy="286"/>
              <a:chOff x="2640" y="3698"/>
              <a:chExt cx="816" cy="286"/>
            </a:xfrm>
          </p:grpSpPr>
          <p:grpSp>
            <p:nvGrpSpPr>
              <p:cNvPr id="33816" name="Group 9"/>
              <p:cNvGrpSpPr>
                <a:grpSpLocks/>
              </p:cNvGrpSpPr>
              <p:nvPr/>
            </p:nvGrpSpPr>
            <p:grpSpPr bwMode="auto">
              <a:xfrm>
                <a:off x="2640" y="3698"/>
                <a:ext cx="816" cy="286"/>
                <a:chOff x="2640" y="3744"/>
                <a:chExt cx="816" cy="144"/>
              </a:xfrm>
            </p:grpSpPr>
            <p:sp>
              <p:nvSpPr>
                <p:cNvPr id="33819" name="Rectangle 10"/>
                <p:cNvSpPr>
                  <a:spLocks noChangeArrowheads="1"/>
                </p:cNvSpPr>
                <p:nvPr/>
              </p:nvSpPr>
              <p:spPr bwMode="auto">
                <a:xfrm>
                  <a:off x="2640" y="3744"/>
                  <a:ext cx="480" cy="144"/>
                </a:xfrm>
                <a:prstGeom prst="rect">
                  <a:avLst/>
                </a:prstGeom>
                <a:solidFill>
                  <a:srgbClr val="FF99CC">
                    <a:alpha val="79999"/>
                  </a:srgbClr>
                </a:solidFill>
                <a:ln w="12700" algn="ctr">
                  <a:solidFill>
                    <a:srgbClr val="FF99CC"/>
                  </a:solidFill>
                  <a:miter lim="800000"/>
                  <a:headEnd/>
                  <a:tailEnd/>
                </a:ln>
              </p:spPr>
              <p:txBody>
                <a:bodyPr anchor="ctr">
                  <a:spAutoFit/>
                </a:bodyPr>
                <a:lstStyle>
                  <a:lvl1pPr eaLnBrk="0" hangingPunct="0">
                    <a:defRPr sz="2800">
                      <a:solidFill>
                        <a:srgbClr val="FF0000"/>
                      </a:solidFill>
                      <a:latin typeface="Arial" charset="0"/>
                      <a:sym typeface="Wingdings" pitchFamily="2" charset="2"/>
                    </a:defRPr>
                  </a:lvl1pPr>
                  <a:lvl2pPr marL="742950" indent="-285750" eaLnBrk="0" hangingPunct="0">
                    <a:defRPr sz="2800">
                      <a:solidFill>
                        <a:srgbClr val="FF0000"/>
                      </a:solidFill>
                      <a:latin typeface="Arial" charset="0"/>
                      <a:sym typeface="Wingdings" pitchFamily="2" charset="2"/>
                    </a:defRPr>
                  </a:lvl2pPr>
                  <a:lvl3pPr marL="1143000" indent="-228600" eaLnBrk="0" hangingPunct="0">
                    <a:defRPr sz="2800">
                      <a:solidFill>
                        <a:srgbClr val="FF0000"/>
                      </a:solidFill>
                      <a:latin typeface="Arial" charset="0"/>
                      <a:sym typeface="Wingdings" pitchFamily="2" charset="2"/>
                    </a:defRPr>
                  </a:lvl3pPr>
                  <a:lvl4pPr marL="1600200" indent="-228600" eaLnBrk="0" hangingPunct="0">
                    <a:defRPr sz="2800">
                      <a:solidFill>
                        <a:srgbClr val="FF0000"/>
                      </a:solidFill>
                      <a:latin typeface="Arial" charset="0"/>
                      <a:sym typeface="Wingdings" pitchFamily="2" charset="2"/>
                    </a:defRPr>
                  </a:lvl4pPr>
                  <a:lvl5pPr marL="2057400" indent="-228600" eaLnBrk="0" hangingPunct="0">
                    <a:defRPr sz="2800">
                      <a:solidFill>
                        <a:srgbClr val="FF0000"/>
                      </a:solidFill>
                      <a:latin typeface="Arial" charset="0"/>
                      <a:sym typeface="Wingdings" pitchFamily="2" charset="2"/>
                    </a:defRPr>
                  </a:lvl5pPr>
                  <a:lvl6pPr marL="25146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6pPr>
                  <a:lvl7pPr marL="29718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7pPr>
                  <a:lvl8pPr marL="34290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8pPr>
                  <a:lvl9pPr marL="38862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9pPr>
                </a:lstStyle>
                <a:p>
                  <a:pPr eaLnBrk="1" hangingPunct="1"/>
                  <a:endParaRPr lang="en-US" altLang="en-US"/>
                </a:p>
              </p:txBody>
            </p:sp>
            <p:sp>
              <p:nvSpPr>
                <p:cNvPr id="33820" name="Rectangle 11"/>
                <p:cNvSpPr>
                  <a:spLocks noChangeArrowheads="1"/>
                </p:cNvSpPr>
                <p:nvPr/>
              </p:nvSpPr>
              <p:spPr bwMode="auto">
                <a:xfrm>
                  <a:off x="3120" y="3744"/>
                  <a:ext cx="336" cy="144"/>
                </a:xfrm>
                <a:prstGeom prst="rect">
                  <a:avLst/>
                </a:prstGeom>
                <a:solidFill>
                  <a:srgbClr val="99CCFF">
                    <a:alpha val="79999"/>
                  </a:srgbClr>
                </a:solidFill>
                <a:ln w="12700" algn="ctr">
                  <a:solidFill>
                    <a:srgbClr val="99CCFF"/>
                  </a:solidFill>
                  <a:miter lim="800000"/>
                  <a:headEnd/>
                  <a:tailEnd/>
                </a:ln>
              </p:spPr>
              <p:txBody>
                <a:bodyPr anchor="ctr">
                  <a:spAutoFit/>
                </a:bodyPr>
                <a:lstStyle>
                  <a:lvl1pPr eaLnBrk="0" hangingPunct="0">
                    <a:defRPr sz="2800">
                      <a:solidFill>
                        <a:srgbClr val="FF0000"/>
                      </a:solidFill>
                      <a:latin typeface="Arial" charset="0"/>
                      <a:sym typeface="Wingdings" pitchFamily="2" charset="2"/>
                    </a:defRPr>
                  </a:lvl1pPr>
                  <a:lvl2pPr marL="742950" indent="-285750" eaLnBrk="0" hangingPunct="0">
                    <a:defRPr sz="2800">
                      <a:solidFill>
                        <a:srgbClr val="FF0000"/>
                      </a:solidFill>
                      <a:latin typeface="Arial" charset="0"/>
                      <a:sym typeface="Wingdings" pitchFamily="2" charset="2"/>
                    </a:defRPr>
                  </a:lvl2pPr>
                  <a:lvl3pPr marL="1143000" indent="-228600" eaLnBrk="0" hangingPunct="0">
                    <a:defRPr sz="2800">
                      <a:solidFill>
                        <a:srgbClr val="FF0000"/>
                      </a:solidFill>
                      <a:latin typeface="Arial" charset="0"/>
                      <a:sym typeface="Wingdings" pitchFamily="2" charset="2"/>
                    </a:defRPr>
                  </a:lvl3pPr>
                  <a:lvl4pPr marL="1600200" indent="-228600" eaLnBrk="0" hangingPunct="0">
                    <a:defRPr sz="2800">
                      <a:solidFill>
                        <a:srgbClr val="FF0000"/>
                      </a:solidFill>
                      <a:latin typeface="Arial" charset="0"/>
                      <a:sym typeface="Wingdings" pitchFamily="2" charset="2"/>
                    </a:defRPr>
                  </a:lvl4pPr>
                  <a:lvl5pPr marL="2057400" indent="-228600" eaLnBrk="0" hangingPunct="0">
                    <a:defRPr sz="2800">
                      <a:solidFill>
                        <a:srgbClr val="FF0000"/>
                      </a:solidFill>
                      <a:latin typeface="Arial" charset="0"/>
                      <a:sym typeface="Wingdings" pitchFamily="2" charset="2"/>
                    </a:defRPr>
                  </a:lvl5pPr>
                  <a:lvl6pPr marL="25146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6pPr>
                  <a:lvl7pPr marL="29718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7pPr>
                  <a:lvl8pPr marL="34290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8pPr>
                  <a:lvl9pPr marL="38862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9pPr>
                </a:lstStyle>
                <a:p>
                  <a:pPr eaLnBrk="1" hangingPunct="1"/>
                  <a:endParaRPr lang="en-US" altLang="en-US"/>
                </a:p>
              </p:txBody>
            </p:sp>
          </p:grpSp>
          <p:sp>
            <p:nvSpPr>
              <p:cNvPr id="121868" name="Text Box 12"/>
              <p:cNvSpPr txBox="1">
                <a:spLocks noChangeArrowheads="1"/>
              </p:cNvSpPr>
              <p:nvPr/>
            </p:nvSpPr>
            <p:spPr bwMode="auto">
              <a:xfrm>
                <a:off x="2640" y="3734"/>
                <a:ext cx="480" cy="193"/>
              </a:xfrm>
              <a:prstGeom prst="rect">
                <a:avLst/>
              </a:prstGeom>
              <a:noFill/>
              <a:ln w="12700" algn="ctr">
                <a:noFill/>
                <a:miter lim="800000"/>
                <a:headEnd/>
                <a:tailEnd/>
              </a:ln>
              <a:effectLst/>
            </p:spPr>
            <p:txBody>
              <a:bodyPr>
                <a:spAutoFit/>
              </a:bodyPr>
              <a:lstStyle/>
              <a:p>
                <a:pPr>
                  <a:spcBef>
                    <a:spcPct val="50000"/>
                  </a:spcBef>
                  <a:buClrTx/>
                  <a:buFontTx/>
                  <a:buNone/>
                  <a:defRPr/>
                </a:pPr>
                <a:r>
                  <a:rPr lang="en-US" sz="1400" b="1" dirty="0">
                    <a:solidFill>
                      <a:srgbClr val="000000"/>
                    </a:solidFill>
                    <a:effectLst>
                      <a:outerShdw blurRad="38100" dist="38100" dir="2700000" algn="tl">
                        <a:srgbClr val="C0C0C0"/>
                      </a:outerShdw>
                    </a:effectLst>
                    <a:latin typeface="Tahoma" charset="0"/>
                  </a:rPr>
                  <a:t>X</a:t>
                </a:r>
              </a:p>
            </p:txBody>
          </p:sp>
          <p:sp>
            <p:nvSpPr>
              <p:cNvPr id="121869" name="Text Box 13"/>
              <p:cNvSpPr txBox="1">
                <a:spLocks noChangeArrowheads="1"/>
              </p:cNvSpPr>
              <p:nvPr/>
            </p:nvSpPr>
            <p:spPr bwMode="auto">
              <a:xfrm>
                <a:off x="3072" y="3734"/>
                <a:ext cx="384" cy="193"/>
              </a:xfrm>
              <a:prstGeom prst="rect">
                <a:avLst/>
              </a:prstGeom>
              <a:noFill/>
              <a:ln w="12700" algn="ctr">
                <a:noFill/>
                <a:miter lim="800000"/>
                <a:headEnd/>
                <a:tailEnd/>
              </a:ln>
              <a:effectLst/>
            </p:spPr>
            <p:txBody>
              <a:bodyPr>
                <a:spAutoFit/>
              </a:bodyPr>
              <a:lstStyle/>
              <a:p>
                <a:pPr>
                  <a:spcBef>
                    <a:spcPct val="50000"/>
                  </a:spcBef>
                  <a:buClrTx/>
                  <a:buFontTx/>
                  <a:buNone/>
                  <a:defRPr/>
                </a:pPr>
                <a:r>
                  <a:rPr lang="en-US" sz="1400" b="1">
                    <a:solidFill>
                      <a:srgbClr val="000000"/>
                    </a:solidFill>
                    <a:effectLst>
                      <a:outerShdw blurRad="38100" dist="38100" dir="2700000" algn="tl">
                        <a:srgbClr val="C0C0C0"/>
                      </a:outerShdw>
                    </a:effectLst>
                    <a:latin typeface="Tahoma" charset="0"/>
                  </a:rPr>
                  <a:t>Y</a:t>
                </a:r>
              </a:p>
            </p:txBody>
          </p:sp>
        </p:grpSp>
        <p:sp>
          <p:nvSpPr>
            <p:cNvPr id="33802" name="Rectangle 14"/>
            <p:cNvSpPr>
              <a:spLocks noChangeArrowheads="1"/>
            </p:cNvSpPr>
            <p:nvPr/>
          </p:nvSpPr>
          <p:spPr bwMode="auto">
            <a:xfrm>
              <a:off x="3696" y="3696"/>
              <a:ext cx="480" cy="288"/>
            </a:xfrm>
            <a:prstGeom prst="rect">
              <a:avLst/>
            </a:prstGeom>
            <a:solidFill>
              <a:srgbClr val="FF99CC">
                <a:alpha val="79999"/>
              </a:srgbClr>
            </a:solidFill>
            <a:ln w="12700" algn="ctr">
              <a:solidFill>
                <a:srgbClr val="FF99CC"/>
              </a:solidFill>
              <a:miter lim="800000"/>
              <a:headEnd/>
              <a:tailEnd/>
            </a:ln>
          </p:spPr>
          <p:txBody>
            <a:bodyPr anchor="ctr">
              <a:spAutoFit/>
            </a:bodyPr>
            <a:lstStyle>
              <a:lvl1pPr eaLnBrk="0" hangingPunct="0">
                <a:defRPr sz="2800">
                  <a:solidFill>
                    <a:srgbClr val="FF0000"/>
                  </a:solidFill>
                  <a:latin typeface="Arial" charset="0"/>
                  <a:sym typeface="Wingdings" pitchFamily="2" charset="2"/>
                </a:defRPr>
              </a:lvl1pPr>
              <a:lvl2pPr marL="742950" indent="-285750" eaLnBrk="0" hangingPunct="0">
                <a:defRPr sz="2800">
                  <a:solidFill>
                    <a:srgbClr val="FF0000"/>
                  </a:solidFill>
                  <a:latin typeface="Arial" charset="0"/>
                  <a:sym typeface="Wingdings" pitchFamily="2" charset="2"/>
                </a:defRPr>
              </a:lvl2pPr>
              <a:lvl3pPr marL="1143000" indent="-228600" eaLnBrk="0" hangingPunct="0">
                <a:defRPr sz="2800">
                  <a:solidFill>
                    <a:srgbClr val="FF0000"/>
                  </a:solidFill>
                  <a:latin typeface="Arial" charset="0"/>
                  <a:sym typeface="Wingdings" pitchFamily="2" charset="2"/>
                </a:defRPr>
              </a:lvl3pPr>
              <a:lvl4pPr marL="1600200" indent="-228600" eaLnBrk="0" hangingPunct="0">
                <a:defRPr sz="2800">
                  <a:solidFill>
                    <a:srgbClr val="FF0000"/>
                  </a:solidFill>
                  <a:latin typeface="Arial" charset="0"/>
                  <a:sym typeface="Wingdings" pitchFamily="2" charset="2"/>
                </a:defRPr>
              </a:lvl4pPr>
              <a:lvl5pPr marL="2057400" indent="-228600" eaLnBrk="0" hangingPunct="0">
                <a:defRPr sz="2800">
                  <a:solidFill>
                    <a:srgbClr val="FF0000"/>
                  </a:solidFill>
                  <a:latin typeface="Arial" charset="0"/>
                  <a:sym typeface="Wingdings" pitchFamily="2" charset="2"/>
                </a:defRPr>
              </a:lvl5pPr>
              <a:lvl6pPr marL="25146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6pPr>
              <a:lvl7pPr marL="29718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7pPr>
              <a:lvl8pPr marL="34290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8pPr>
              <a:lvl9pPr marL="38862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9pPr>
            </a:lstStyle>
            <a:p>
              <a:pPr eaLnBrk="1" hangingPunct="1"/>
              <a:endParaRPr lang="en-US" altLang="en-US"/>
            </a:p>
          </p:txBody>
        </p:sp>
        <p:sp>
          <p:nvSpPr>
            <p:cNvPr id="33803" name="Rectangle 15"/>
            <p:cNvSpPr>
              <a:spLocks noChangeArrowheads="1"/>
            </p:cNvSpPr>
            <p:nvPr/>
          </p:nvSpPr>
          <p:spPr bwMode="auto">
            <a:xfrm>
              <a:off x="4464" y="3696"/>
              <a:ext cx="384" cy="288"/>
            </a:xfrm>
            <a:prstGeom prst="rect">
              <a:avLst/>
            </a:prstGeom>
            <a:solidFill>
              <a:srgbClr val="99CCFF">
                <a:alpha val="79999"/>
              </a:srgbClr>
            </a:solidFill>
            <a:ln w="12700" algn="ctr">
              <a:solidFill>
                <a:srgbClr val="99CCFF"/>
              </a:solidFill>
              <a:miter lim="800000"/>
              <a:headEnd/>
              <a:tailEnd/>
            </a:ln>
          </p:spPr>
          <p:txBody>
            <a:bodyPr anchor="ctr">
              <a:spAutoFit/>
            </a:bodyPr>
            <a:lstStyle>
              <a:lvl1pPr eaLnBrk="0" hangingPunct="0">
                <a:defRPr sz="2800">
                  <a:solidFill>
                    <a:srgbClr val="FF0000"/>
                  </a:solidFill>
                  <a:latin typeface="Arial" charset="0"/>
                  <a:sym typeface="Wingdings" pitchFamily="2" charset="2"/>
                </a:defRPr>
              </a:lvl1pPr>
              <a:lvl2pPr marL="742950" indent="-285750" eaLnBrk="0" hangingPunct="0">
                <a:defRPr sz="2800">
                  <a:solidFill>
                    <a:srgbClr val="FF0000"/>
                  </a:solidFill>
                  <a:latin typeface="Arial" charset="0"/>
                  <a:sym typeface="Wingdings" pitchFamily="2" charset="2"/>
                </a:defRPr>
              </a:lvl2pPr>
              <a:lvl3pPr marL="1143000" indent="-228600" eaLnBrk="0" hangingPunct="0">
                <a:defRPr sz="2800">
                  <a:solidFill>
                    <a:srgbClr val="FF0000"/>
                  </a:solidFill>
                  <a:latin typeface="Arial" charset="0"/>
                  <a:sym typeface="Wingdings" pitchFamily="2" charset="2"/>
                </a:defRPr>
              </a:lvl3pPr>
              <a:lvl4pPr marL="1600200" indent="-228600" eaLnBrk="0" hangingPunct="0">
                <a:defRPr sz="2800">
                  <a:solidFill>
                    <a:srgbClr val="FF0000"/>
                  </a:solidFill>
                  <a:latin typeface="Arial" charset="0"/>
                  <a:sym typeface="Wingdings" pitchFamily="2" charset="2"/>
                </a:defRPr>
              </a:lvl4pPr>
              <a:lvl5pPr marL="2057400" indent="-228600" eaLnBrk="0" hangingPunct="0">
                <a:defRPr sz="2800">
                  <a:solidFill>
                    <a:srgbClr val="FF0000"/>
                  </a:solidFill>
                  <a:latin typeface="Arial" charset="0"/>
                  <a:sym typeface="Wingdings" pitchFamily="2" charset="2"/>
                </a:defRPr>
              </a:lvl5pPr>
              <a:lvl6pPr marL="25146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6pPr>
              <a:lvl7pPr marL="29718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7pPr>
              <a:lvl8pPr marL="34290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8pPr>
              <a:lvl9pPr marL="38862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9pPr>
            </a:lstStyle>
            <a:p>
              <a:pPr eaLnBrk="1" hangingPunct="1"/>
              <a:endParaRPr lang="en-US" altLang="en-US"/>
            </a:p>
          </p:txBody>
        </p:sp>
        <p:grpSp>
          <p:nvGrpSpPr>
            <p:cNvPr id="33804" name="Group 16"/>
            <p:cNvGrpSpPr>
              <a:grpSpLocks/>
            </p:cNvGrpSpPr>
            <p:nvPr/>
          </p:nvGrpSpPr>
          <p:grpSpPr bwMode="auto">
            <a:xfrm>
              <a:off x="4464" y="3504"/>
              <a:ext cx="384" cy="480"/>
              <a:chOff x="4704" y="3504"/>
              <a:chExt cx="480" cy="480"/>
            </a:xfrm>
          </p:grpSpPr>
          <p:sp>
            <p:nvSpPr>
              <p:cNvPr id="33813" name="Rectangle 17"/>
              <p:cNvSpPr>
                <a:spLocks noChangeArrowheads="1"/>
              </p:cNvSpPr>
              <p:nvPr/>
            </p:nvSpPr>
            <p:spPr bwMode="auto">
              <a:xfrm>
                <a:off x="4704" y="3504"/>
                <a:ext cx="480" cy="48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800">
                    <a:solidFill>
                      <a:srgbClr val="FF0000"/>
                    </a:solidFill>
                    <a:latin typeface="Arial" charset="0"/>
                    <a:sym typeface="Wingdings" pitchFamily="2" charset="2"/>
                  </a:defRPr>
                </a:lvl1pPr>
                <a:lvl2pPr marL="742950" indent="-285750" eaLnBrk="0" hangingPunct="0">
                  <a:defRPr sz="2800">
                    <a:solidFill>
                      <a:srgbClr val="FF0000"/>
                    </a:solidFill>
                    <a:latin typeface="Arial" charset="0"/>
                    <a:sym typeface="Wingdings" pitchFamily="2" charset="2"/>
                  </a:defRPr>
                </a:lvl2pPr>
                <a:lvl3pPr marL="1143000" indent="-228600" eaLnBrk="0" hangingPunct="0">
                  <a:defRPr sz="2800">
                    <a:solidFill>
                      <a:srgbClr val="FF0000"/>
                    </a:solidFill>
                    <a:latin typeface="Arial" charset="0"/>
                    <a:sym typeface="Wingdings" pitchFamily="2" charset="2"/>
                  </a:defRPr>
                </a:lvl3pPr>
                <a:lvl4pPr marL="1600200" indent="-228600" eaLnBrk="0" hangingPunct="0">
                  <a:defRPr sz="2800">
                    <a:solidFill>
                      <a:srgbClr val="FF0000"/>
                    </a:solidFill>
                    <a:latin typeface="Arial" charset="0"/>
                    <a:sym typeface="Wingdings" pitchFamily="2" charset="2"/>
                  </a:defRPr>
                </a:lvl4pPr>
                <a:lvl5pPr marL="2057400" indent="-228600" eaLnBrk="0" hangingPunct="0">
                  <a:defRPr sz="2800">
                    <a:solidFill>
                      <a:srgbClr val="FF0000"/>
                    </a:solidFill>
                    <a:latin typeface="Arial" charset="0"/>
                    <a:sym typeface="Wingdings" pitchFamily="2" charset="2"/>
                  </a:defRPr>
                </a:lvl5pPr>
                <a:lvl6pPr marL="25146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6pPr>
                <a:lvl7pPr marL="29718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7pPr>
                <a:lvl8pPr marL="34290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8pPr>
                <a:lvl9pPr marL="38862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9pPr>
              </a:lstStyle>
              <a:p>
                <a:pPr eaLnBrk="1" hangingPunct="1"/>
                <a:endParaRPr lang="en-US" altLang="en-US"/>
              </a:p>
            </p:txBody>
          </p:sp>
          <p:sp>
            <p:nvSpPr>
              <p:cNvPr id="121874" name="Text Box 18"/>
              <p:cNvSpPr txBox="1">
                <a:spLocks noChangeArrowheads="1"/>
              </p:cNvSpPr>
              <p:nvPr/>
            </p:nvSpPr>
            <p:spPr bwMode="auto">
              <a:xfrm>
                <a:off x="4704" y="3504"/>
                <a:ext cx="480" cy="192"/>
              </a:xfrm>
              <a:prstGeom prst="rect">
                <a:avLst/>
              </a:prstGeom>
              <a:noFill/>
              <a:ln w="12700" algn="ctr">
                <a:noFill/>
                <a:miter lim="800000"/>
                <a:headEnd/>
                <a:tailEnd/>
              </a:ln>
              <a:effectLst/>
            </p:spPr>
            <p:txBody>
              <a:bodyPr>
                <a:spAutoFit/>
              </a:bodyPr>
              <a:lstStyle/>
              <a:p>
                <a:pPr>
                  <a:spcBef>
                    <a:spcPct val="50000"/>
                  </a:spcBef>
                  <a:buClrTx/>
                  <a:buFontTx/>
                  <a:buNone/>
                  <a:defRPr/>
                </a:pPr>
                <a:r>
                  <a:rPr lang="en-US" sz="1400" b="1">
                    <a:solidFill>
                      <a:srgbClr val="000000"/>
                    </a:solidFill>
                    <a:effectLst>
                      <a:outerShdw blurRad="38100" dist="38100" dir="2700000" algn="tl">
                        <a:srgbClr val="C0C0C0"/>
                      </a:outerShdw>
                    </a:effectLst>
                    <a:latin typeface="Tahoma" charset="0"/>
                  </a:rPr>
                  <a:t>T(Y)</a:t>
                </a:r>
              </a:p>
            </p:txBody>
          </p:sp>
          <p:sp>
            <p:nvSpPr>
              <p:cNvPr id="33815" name="Line 19"/>
              <p:cNvSpPr>
                <a:spLocks noChangeShapeType="1"/>
              </p:cNvSpPr>
              <p:nvPr/>
            </p:nvSpPr>
            <p:spPr bwMode="auto">
              <a:xfrm>
                <a:off x="4704" y="3696"/>
                <a:ext cx="48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33805" name="Group 20"/>
            <p:cNvGrpSpPr>
              <a:grpSpLocks/>
            </p:cNvGrpSpPr>
            <p:nvPr/>
          </p:nvGrpSpPr>
          <p:grpSpPr bwMode="auto">
            <a:xfrm>
              <a:off x="3696" y="3504"/>
              <a:ext cx="480" cy="480"/>
              <a:chOff x="3888" y="3504"/>
              <a:chExt cx="480" cy="480"/>
            </a:xfrm>
          </p:grpSpPr>
          <p:sp>
            <p:nvSpPr>
              <p:cNvPr id="33810" name="Rectangle 21"/>
              <p:cNvSpPr>
                <a:spLocks noChangeArrowheads="1"/>
              </p:cNvSpPr>
              <p:nvPr/>
            </p:nvSpPr>
            <p:spPr bwMode="auto">
              <a:xfrm>
                <a:off x="3888" y="3504"/>
                <a:ext cx="480" cy="48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800">
                    <a:solidFill>
                      <a:srgbClr val="FF0000"/>
                    </a:solidFill>
                    <a:latin typeface="Arial" charset="0"/>
                    <a:sym typeface="Wingdings" pitchFamily="2" charset="2"/>
                  </a:defRPr>
                </a:lvl1pPr>
                <a:lvl2pPr marL="742950" indent="-285750" eaLnBrk="0" hangingPunct="0">
                  <a:defRPr sz="2800">
                    <a:solidFill>
                      <a:srgbClr val="FF0000"/>
                    </a:solidFill>
                    <a:latin typeface="Arial" charset="0"/>
                    <a:sym typeface="Wingdings" pitchFamily="2" charset="2"/>
                  </a:defRPr>
                </a:lvl2pPr>
                <a:lvl3pPr marL="1143000" indent="-228600" eaLnBrk="0" hangingPunct="0">
                  <a:defRPr sz="2800">
                    <a:solidFill>
                      <a:srgbClr val="FF0000"/>
                    </a:solidFill>
                    <a:latin typeface="Arial" charset="0"/>
                    <a:sym typeface="Wingdings" pitchFamily="2" charset="2"/>
                  </a:defRPr>
                </a:lvl3pPr>
                <a:lvl4pPr marL="1600200" indent="-228600" eaLnBrk="0" hangingPunct="0">
                  <a:defRPr sz="2800">
                    <a:solidFill>
                      <a:srgbClr val="FF0000"/>
                    </a:solidFill>
                    <a:latin typeface="Arial" charset="0"/>
                    <a:sym typeface="Wingdings" pitchFamily="2" charset="2"/>
                  </a:defRPr>
                </a:lvl4pPr>
                <a:lvl5pPr marL="2057400" indent="-228600" eaLnBrk="0" hangingPunct="0">
                  <a:defRPr sz="2800">
                    <a:solidFill>
                      <a:srgbClr val="FF0000"/>
                    </a:solidFill>
                    <a:latin typeface="Arial" charset="0"/>
                    <a:sym typeface="Wingdings" pitchFamily="2" charset="2"/>
                  </a:defRPr>
                </a:lvl5pPr>
                <a:lvl6pPr marL="25146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6pPr>
                <a:lvl7pPr marL="29718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7pPr>
                <a:lvl8pPr marL="34290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8pPr>
                <a:lvl9pPr marL="38862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9pPr>
              </a:lstStyle>
              <a:p>
                <a:pPr eaLnBrk="1" hangingPunct="1"/>
                <a:endParaRPr lang="en-US" altLang="en-US"/>
              </a:p>
            </p:txBody>
          </p:sp>
          <p:sp>
            <p:nvSpPr>
              <p:cNvPr id="121878" name="Text Box 22"/>
              <p:cNvSpPr txBox="1">
                <a:spLocks noChangeArrowheads="1"/>
              </p:cNvSpPr>
              <p:nvPr/>
            </p:nvSpPr>
            <p:spPr bwMode="auto">
              <a:xfrm>
                <a:off x="3888" y="3504"/>
                <a:ext cx="480" cy="192"/>
              </a:xfrm>
              <a:prstGeom prst="rect">
                <a:avLst/>
              </a:prstGeom>
              <a:noFill/>
              <a:ln w="12700" algn="ctr">
                <a:noFill/>
                <a:miter lim="800000"/>
                <a:headEnd/>
                <a:tailEnd/>
              </a:ln>
              <a:effectLst/>
            </p:spPr>
            <p:txBody>
              <a:bodyPr>
                <a:spAutoFit/>
              </a:bodyPr>
              <a:lstStyle/>
              <a:p>
                <a:pPr>
                  <a:spcBef>
                    <a:spcPct val="50000"/>
                  </a:spcBef>
                  <a:buClrTx/>
                  <a:buFontTx/>
                  <a:buNone/>
                  <a:defRPr/>
                </a:pPr>
                <a:r>
                  <a:rPr lang="en-US" sz="1400" b="1">
                    <a:solidFill>
                      <a:srgbClr val="000000"/>
                    </a:solidFill>
                    <a:effectLst>
                      <a:outerShdw blurRad="38100" dist="38100" dir="2700000" algn="tl">
                        <a:srgbClr val="C0C0C0"/>
                      </a:outerShdw>
                    </a:effectLst>
                    <a:latin typeface="Tahoma" charset="0"/>
                  </a:rPr>
                  <a:t>S(X)</a:t>
                </a:r>
              </a:p>
            </p:txBody>
          </p:sp>
          <p:sp>
            <p:nvSpPr>
              <p:cNvPr id="33812" name="Line 23"/>
              <p:cNvSpPr>
                <a:spLocks noChangeShapeType="1"/>
              </p:cNvSpPr>
              <p:nvPr/>
            </p:nvSpPr>
            <p:spPr bwMode="auto">
              <a:xfrm>
                <a:off x="3888" y="3696"/>
                <a:ext cx="48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33806" name="Group 24"/>
            <p:cNvGrpSpPr>
              <a:grpSpLocks/>
            </p:cNvGrpSpPr>
            <p:nvPr/>
          </p:nvGrpSpPr>
          <p:grpSpPr bwMode="auto">
            <a:xfrm>
              <a:off x="2640" y="3504"/>
              <a:ext cx="816" cy="480"/>
              <a:chOff x="2640" y="3504"/>
              <a:chExt cx="816" cy="480"/>
            </a:xfrm>
          </p:grpSpPr>
          <p:sp>
            <p:nvSpPr>
              <p:cNvPr id="33807" name="Rectangle 25"/>
              <p:cNvSpPr>
                <a:spLocks noChangeArrowheads="1"/>
              </p:cNvSpPr>
              <p:nvPr/>
            </p:nvSpPr>
            <p:spPr bwMode="auto">
              <a:xfrm>
                <a:off x="2640" y="3504"/>
                <a:ext cx="816" cy="48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800">
                    <a:solidFill>
                      <a:srgbClr val="FF0000"/>
                    </a:solidFill>
                    <a:latin typeface="Arial" charset="0"/>
                    <a:sym typeface="Wingdings" pitchFamily="2" charset="2"/>
                  </a:defRPr>
                </a:lvl1pPr>
                <a:lvl2pPr marL="742950" indent="-285750" eaLnBrk="0" hangingPunct="0">
                  <a:defRPr sz="2800">
                    <a:solidFill>
                      <a:srgbClr val="FF0000"/>
                    </a:solidFill>
                    <a:latin typeface="Arial" charset="0"/>
                    <a:sym typeface="Wingdings" pitchFamily="2" charset="2"/>
                  </a:defRPr>
                </a:lvl2pPr>
                <a:lvl3pPr marL="1143000" indent="-228600" eaLnBrk="0" hangingPunct="0">
                  <a:defRPr sz="2800">
                    <a:solidFill>
                      <a:srgbClr val="FF0000"/>
                    </a:solidFill>
                    <a:latin typeface="Arial" charset="0"/>
                    <a:sym typeface="Wingdings" pitchFamily="2" charset="2"/>
                  </a:defRPr>
                </a:lvl3pPr>
                <a:lvl4pPr marL="1600200" indent="-228600" eaLnBrk="0" hangingPunct="0">
                  <a:defRPr sz="2800">
                    <a:solidFill>
                      <a:srgbClr val="FF0000"/>
                    </a:solidFill>
                    <a:latin typeface="Arial" charset="0"/>
                    <a:sym typeface="Wingdings" pitchFamily="2" charset="2"/>
                  </a:defRPr>
                </a:lvl4pPr>
                <a:lvl5pPr marL="2057400" indent="-228600" eaLnBrk="0" hangingPunct="0">
                  <a:defRPr sz="2800">
                    <a:solidFill>
                      <a:srgbClr val="FF0000"/>
                    </a:solidFill>
                    <a:latin typeface="Arial" charset="0"/>
                    <a:sym typeface="Wingdings" pitchFamily="2" charset="2"/>
                  </a:defRPr>
                </a:lvl5pPr>
                <a:lvl6pPr marL="25146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6pPr>
                <a:lvl7pPr marL="29718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7pPr>
                <a:lvl8pPr marL="34290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8pPr>
                <a:lvl9pPr marL="3886200" indent="-228600" algn="ctr" eaLnBrk="0" fontAlgn="base" hangingPunct="0">
                  <a:spcBef>
                    <a:spcPct val="20000"/>
                  </a:spcBef>
                  <a:spcAft>
                    <a:spcPct val="0"/>
                  </a:spcAft>
                  <a:buClr>
                    <a:srgbClr val="FF0000"/>
                  </a:buClr>
                  <a:buFont typeface="Wingdings" pitchFamily="2" charset="2"/>
                  <a:defRPr sz="2800">
                    <a:solidFill>
                      <a:srgbClr val="FF0000"/>
                    </a:solidFill>
                    <a:latin typeface="Arial" charset="0"/>
                    <a:sym typeface="Wingdings" pitchFamily="2" charset="2"/>
                  </a:defRPr>
                </a:lvl9pPr>
              </a:lstStyle>
              <a:p>
                <a:pPr eaLnBrk="1" hangingPunct="1"/>
                <a:endParaRPr lang="en-US" altLang="en-US"/>
              </a:p>
            </p:txBody>
          </p:sp>
          <p:sp>
            <p:nvSpPr>
              <p:cNvPr id="121882" name="Text Box 26"/>
              <p:cNvSpPr txBox="1">
                <a:spLocks noChangeArrowheads="1"/>
              </p:cNvSpPr>
              <p:nvPr/>
            </p:nvSpPr>
            <p:spPr bwMode="auto">
              <a:xfrm>
                <a:off x="2640" y="3504"/>
                <a:ext cx="816" cy="192"/>
              </a:xfrm>
              <a:prstGeom prst="rect">
                <a:avLst/>
              </a:prstGeom>
              <a:noFill/>
              <a:ln w="12700" algn="ctr">
                <a:noFill/>
                <a:miter lim="800000"/>
                <a:headEnd/>
                <a:tailEnd/>
              </a:ln>
              <a:effectLst/>
            </p:spPr>
            <p:txBody>
              <a:bodyPr>
                <a:spAutoFit/>
              </a:bodyPr>
              <a:lstStyle/>
              <a:p>
                <a:pPr>
                  <a:spcBef>
                    <a:spcPct val="50000"/>
                  </a:spcBef>
                  <a:buClrTx/>
                  <a:buFontTx/>
                  <a:buNone/>
                  <a:defRPr/>
                </a:pPr>
                <a:r>
                  <a:rPr lang="en-US" sz="1400" b="1">
                    <a:solidFill>
                      <a:srgbClr val="000000"/>
                    </a:solidFill>
                    <a:effectLst>
                      <a:outerShdw blurRad="38100" dist="38100" dir="2700000" algn="tl">
                        <a:srgbClr val="C0C0C0"/>
                      </a:outerShdw>
                    </a:effectLst>
                    <a:latin typeface="Tahoma" charset="0"/>
                  </a:rPr>
                  <a:t>R(Z)</a:t>
                </a:r>
              </a:p>
            </p:txBody>
          </p:sp>
          <p:sp>
            <p:nvSpPr>
              <p:cNvPr id="33809" name="Line 27"/>
              <p:cNvSpPr>
                <a:spLocks noChangeShapeType="1"/>
              </p:cNvSpPr>
              <p:nvPr/>
            </p:nvSpPr>
            <p:spPr bwMode="auto">
              <a:xfrm>
                <a:off x="2640" y="3696"/>
                <a:ext cx="816"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grpSp>
      <p:sp>
        <p:nvSpPr>
          <p:cNvPr id="121885" name="Rectangle 29"/>
          <p:cNvSpPr>
            <a:spLocks noChangeArrowheads="1"/>
          </p:cNvSpPr>
          <p:nvPr/>
        </p:nvSpPr>
        <p:spPr bwMode="auto">
          <a:xfrm>
            <a:off x="6591300" y="3124200"/>
            <a:ext cx="1447800" cy="1447800"/>
          </a:xfrm>
          <a:prstGeom prst="rect">
            <a:avLst/>
          </a:prstGeom>
          <a:noFill/>
          <a:ln w="38100" algn="ctr">
            <a:solidFill>
              <a:schemeClr val="tx1"/>
            </a:solidFill>
            <a:miter lim="800000"/>
            <a:headEnd/>
            <a:tailEnd/>
          </a:ln>
          <a:effectLst/>
        </p:spPr>
        <p:txBody>
          <a:bodyPr wrap="none" anchor="ctr"/>
          <a:lstStyle/>
          <a:p>
            <a:pPr algn="l">
              <a:defRPr/>
            </a:pPr>
            <a:r>
              <a:rPr lang="en-US" sz="2400" b="1" dirty="0"/>
              <a:t>X:DA</a:t>
            </a:r>
          </a:p>
          <a:p>
            <a:pPr algn="l">
              <a:defRPr/>
            </a:pPr>
            <a:r>
              <a:rPr lang="en-US" sz="2400" b="1" dirty="0"/>
              <a:t>Y:NV</a:t>
            </a:r>
          </a:p>
          <a:p>
            <a:pPr algn="l">
              <a:defRPr/>
            </a:pPr>
            <a:r>
              <a:rPr lang="en-US" sz="2400" b="1" dirty="0"/>
              <a:t>Z:PCông</a:t>
            </a: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55</a:t>
            </a:fld>
            <a:endParaRPr lang="en-US" altLang="en-US"/>
          </a:p>
        </p:txBody>
      </p:sp>
    </p:spTree>
    <p:extLst>
      <p:ext uri="{BB962C8B-B14F-4D97-AF65-F5344CB8AC3E}">
        <p14:creationId xmlns:p14="http://schemas.microsoft.com/office/powerpoint/2010/main" val="2429167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8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186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186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1861">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1861">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1861">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1861">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1861">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18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1" grpId="0" uiExpand="1" build="p"/>
      <p:bldP spid="12188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sz="quarter"/>
          </p:nvPr>
        </p:nvSpPr>
        <p:spPr>
          <a:xfrm>
            <a:off x="228600" y="152400"/>
            <a:ext cx="8458200" cy="685800"/>
          </a:xfrm>
        </p:spPr>
        <p:txBody>
          <a:bodyPr>
            <a:normAutofit/>
          </a:bodyPr>
          <a:lstStyle/>
          <a:p>
            <a:r>
              <a:rPr lang="en-US" altLang="en-US" sz="3600" b="1" dirty="0">
                <a:solidFill>
                  <a:schemeClr val="tx1"/>
                </a:solidFill>
                <a:latin typeface="Times New Roman" panose="02020603050405020304" pitchFamily="18" charset="0"/>
                <a:cs typeface="Times New Roman" panose="02020603050405020304" pitchFamily="18" charset="0"/>
              </a:rPr>
              <a:t>8. </a:t>
            </a:r>
            <a:r>
              <a:rPr lang="en-US" altLang="en-US" sz="3600" b="1" dirty="0" err="1">
                <a:solidFill>
                  <a:schemeClr val="tx1"/>
                </a:solidFill>
                <a:latin typeface="Times New Roman" panose="02020603050405020304" pitchFamily="18" charset="0"/>
                <a:cs typeface="Times New Roman" panose="02020603050405020304" pitchFamily="18" charset="0"/>
              </a:rPr>
              <a:t>Phép</a:t>
            </a:r>
            <a:r>
              <a:rPr lang="en-US" altLang="en-US" sz="3600" b="1" dirty="0">
                <a:solidFill>
                  <a:schemeClr val="tx1"/>
                </a:solidFill>
                <a:latin typeface="Times New Roman" panose="02020603050405020304" pitchFamily="18" charset="0"/>
                <a:cs typeface="Times New Roman" panose="02020603050405020304" pitchFamily="18" charset="0"/>
              </a:rPr>
              <a:t> chia</a:t>
            </a:r>
            <a:endParaRPr lang="en-US" altLang="en-US" sz="3600" b="1" dirty="0">
              <a:solidFill>
                <a:schemeClr val="tx1"/>
              </a:solidFill>
            </a:endParaRPr>
          </a:p>
        </p:txBody>
      </p:sp>
      <p:graphicFrame>
        <p:nvGraphicFramePr>
          <p:cNvPr id="176370" name="Group 242"/>
          <p:cNvGraphicFramePr>
            <a:graphicFrameLocks noGrp="1"/>
          </p:cNvGraphicFramePr>
          <p:nvPr>
            <p:ph sz="quarter" idx="1"/>
            <p:extLst>
              <p:ext uri="{D42A27DB-BD31-4B8C-83A1-F6EECF244321}">
                <p14:modId xmlns:p14="http://schemas.microsoft.com/office/powerpoint/2010/main" val="1023138258"/>
              </p:ext>
            </p:extLst>
          </p:nvPr>
        </p:nvGraphicFramePr>
        <p:xfrm>
          <a:off x="533400" y="1447800"/>
          <a:ext cx="1952625" cy="2663826"/>
        </p:xfrm>
        <a:graphic>
          <a:graphicData uri="http://schemas.openxmlformats.org/drawingml/2006/table">
            <a:tbl>
              <a:tblPr/>
              <a:tblGrid>
                <a:gridCol w="976313">
                  <a:extLst>
                    <a:ext uri="{9D8B030D-6E8A-4147-A177-3AD203B41FA5}">
                      <a16:colId xmlns:a16="http://schemas.microsoft.com/office/drawing/2014/main" val="20000"/>
                    </a:ext>
                  </a:extLst>
                </a:gridCol>
                <a:gridCol w="976312">
                  <a:extLst>
                    <a:ext uri="{9D8B030D-6E8A-4147-A177-3AD203B41FA5}">
                      <a16:colId xmlns:a16="http://schemas.microsoft.com/office/drawing/2014/main" val="20001"/>
                    </a:ext>
                  </a:extLst>
                </a:gridCol>
              </a:tblGrid>
              <a:tr h="579189">
                <a:tc gridSpan="2">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pPr>
                      <a:r>
                        <a:rPr kumimoji="0" lang="en-US" sz="3200" b="1" i="0" u="none" strike="noStrike" cap="none" normalizeH="0" baseline="0" dirty="0">
                          <a:ln>
                            <a:noFill/>
                          </a:ln>
                          <a:solidFill>
                            <a:schemeClr val="tx1"/>
                          </a:solidFill>
                          <a:effectLst/>
                          <a:latin typeface="Times New Roman" pitchFamily="18" charset="0"/>
                        </a:rPr>
                        <a:t>R</a:t>
                      </a:r>
                    </a:p>
                  </a:txBody>
                  <a:tcPr marT="45725" marB="45725"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417563">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MADA</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rPr>
                        <a:t>MANV</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417563">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DA01</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NV01</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5974">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rPr>
                        <a:t>DA01</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NV02</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5974">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DA02</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NV01</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7563">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DA03</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rPr>
                        <a:t>NV01</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76398" name="Group 270"/>
          <p:cNvGraphicFramePr>
            <a:graphicFrameLocks noGrp="1"/>
          </p:cNvGraphicFramePr>
          <p:nvPr>
            <p:ph sz="quarter" idx="2"/>
            <p:extLst>
              <p:ext uri="{D42A27DB-BD31-4B8C-83A1-F6EECF244321}">
                <p14:modId xmlns:p14="http://schemas.microsoft.com/office/powerpoint/2010/main" val="571799588"/>
              </p:ext>
            </p:extLst>
          </p:nvPr>
        </p:nvGraphicFramePr>
        <p:xfrm>
          <a:off x="7010400" y="4724400"/>
          <a:ext cx="1066800" cy="1371600"/>
        </p:xfrm>
        <a:graphic>
          <a:graphicData uri="http://schemas.openxmlformats.org/drawingml/2006/table">
            <a:tbl>
              <a:tblPr/>
              <a:tblGrid>
                <a:gridCol w="1066800">
                  <a:extLst>
                    <a:ext uri="{9D8B030D-6E8A-4147-A177-3AD203B41FA5}">
                      <a16:colId xmlns:a16="http://schemas.microsoft.com/office/drawing/2014/main" val="20000"/>
                    </a:ext>
                  </a:extLst>
                </a:gridCol>
              </a:tblGrid>
              <a:tr h="180975">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pPr>
                      <a:r>
                        <a:rPr kumimoji="0" lang="en-US" sz="3200" b="1" i="0" u="none" strike="noStrike" cap="none" normalizeH="0" baseline="0" dirty="0">
                          <a:ln>
                            <a:noFill/>
                          </a:ln>
                          <a:solidFill>
                            <a:schemeClr val="tx1"/>
                          </a:solidFill>
                          <a:effectLst/>
                          <a:latin typeface="Times New Roman" pitchFamily="18" charset="0"/>
                        </a:rPr>
                        <a:t>T</a:t>
                      </a:r>
                    </a:p>
                  </a:txBody>
                  <a:tcP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rPr>
                        <a:t>MANV</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80975">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rPr>
                        <a:t>NV01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76421" name="Group 293"/>
          <p:cNvGraphicFramePr>
            <a:graphicFrameLocks noGrp="1"/>
          </p:cNvGraphicFramePr>
          <p:nvPr>
            <p:ph sz="quarter" idx="3"/>
            <p:extLst>
              <p:ext uri="{D42A27DB-BD31-4B8C-83A1-F6EECF244321}">
                <p14:modId xmlns:p14="http://schemas.microsoft.com/office/powerpoint/2010/main" val="693662748"/>
              </p:ext>
            </p:extLst>
          </p:nvPr>
        </p:nvGraphicFramePr>
        <p:xfrm>
          <a:off x="2743200" y="1676400"/>
          <a:ext cx="976313" cy="2041910"/>
        </p:xfrm>
        <a:graphic>
          <a:graphicData uri="http://schemas.openxmlformats.org/drawingml/2006/table">
            <a:tbl>
              <a:tblPr/>
              <a:tblGrid>
                <a:gridCol w="976313">
                  <a:extLst>
                    <a:ext uri="{9D8B030D-6E8A-4147-A177-3AD203B41FA5}">
                      <a16:colId xmlns:a16="http://schemas.microsoft.com/office/drawing/2014/main" val="20000"/>
                    </a:ext>
                  </a:extLst>
                </a:gridCol>
              </a:tblGrid>
              <a:tr h="457061">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pPr>
                      <a:r>
                        <a:rPr kumimoji="0" lang="en-US" sz="2400" b="1" i="0" u="none" strike="noStrike" cap="none" normalizeH="0" baseline="0" dirty="0">
                          <a:ln>
                            <a:noFill/>
                          </a:ln>
                          <a:solidFill>
                            <a:schemeClr val="tx1"/>
                          </a:solidFill>
                          <a:effectLst/>
                          <a:latin typeface="Times New Roman" pitchFamily="18" charset="0"/>
                        </a:rPr>
                        <a:t>S</a:t>
                      </a:r>
                    </a:p>
                  </a:txBody>
                  <a:tcPr marT="45695" marB="45695"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116">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rPr>
                        <a:t>MADA</a:t>
                      </a:r>
                    </a:p>
                  </a:txBody>
                  <a:tcPr marT="45695" marB="456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396116">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rPr>
                        <a:t>DA01</a:t>
                      </a:r>
                    </a:p>
                  </a:txBody>
                  <a:tcPr marT="45695" marB="4569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116">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DA02</a:t>
                      </a:r>
                    </a:p>
                  </a:txBody>
                  <a:tcPr marT="45695" marB="4569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116">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rPr>
                        <a:t>DA03</a:t>
                      </a:r>
                    </a:p>
                  </a:txBody>
                  <a:tcPr marT="45695" marB="456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76430" name="Group 302"/>
          <p:cNvGraphicFramePr>
            <a:graphicFrameLocks noGrp="1"/>
          </p:cNvGraphicFramePr>
          <p:nvPr>
            <p:ph sz="quarter" idx="4"/>
            <p:extLst>
              <p:ext uri="{D42A27DB-BD31-4B8C-83A1-F6EECF244321}">
                <p14:modId xmlns:p14="http://schemas.microsoft.com/office/powerpoint/2010/main" val="2872084384"/>
              </p:ext>
            </p:extLst>
          </p:nvPr>
        </p:nvGraphicFramePr>
        <p:xfrm>
          <a:off x="3962400" y="2971800"/>
          <a:ext cx="2108200" cy="3230752"/>
        </p:xfrm>
        <a:graphic>
          <a:graphicData uri="http://schemas.openxmlformats.org/drawingml/2006/table">
            <a:tbl>
              <a:tblPr/>
              <a:tblGrid>
                <a:gridCol w="976313">
                  <a:extLst>
                    <a:ext uri="{9D8B030D-6E8A-4147-A177-3AD203B41FA5}">
                      <a16:colId xmlns:a16="http://schemas.microsoft.com/office/drawing/2014/main" val="20000"/>
                    </a:ext>
                  </a:extLst>
                </a:gridCol>
                <a:gridCol w="1131887">
                  <a:extLst>
                    <a:ext uri="{9D8B030D-6E8A-4147-A177-3AD203B41FA5}">
                      <a16:colId xmlns:a16="http://schemas.microsoft.com/office/drawing/2014/main" val="20001"/>
                    </a:ext>
                  </a:extLst>
                </a:gridCol>
              </a:tblGrid>
              <a:tr h="457156">
                <a:tc gridSpan="2">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pPr>
                      <a:r>
                        <a:rPr kumimoji="0" lang="en-US" sz="2400" b="1" i="0" u="none" strike="noStrike" cap="none" normalizeH="0" baseline="0" dirty="0">
                          <a:ln>
                            <a:noFill/>
                          </a:ln>
                          <a:solidFill>
                            <a:schemeClr val="tx1"/>
                          </a:solidFill>
                          <a:effectLst/>
                          <a:latin typeface="Times New Roman" pitchFamily="18" charset="0"/>
                        </a:rPr>
                        <a:t>Q2=Q1xS</a:t>
                      </a:r>
                    </a:p>
                  </a:txBody>
                  <a:tcPr marT="45712" marB="45712"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96201">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MADA</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MANV</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396201">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rPr>
                        <a:t>DA01</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NV01 *</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201">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DA01</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NV02 *</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201">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DA02</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NV01 *</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201">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DA02</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NV02</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201">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DA03</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NV01 *</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201">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rPr>
                        <a:t>DA03</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rPr>
                        <a:t>NV02</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76418" name="Group 290"/>
          <p:cNvGraphicFramePr>
            <a:graphicFrameLocks noGrp="1"/>
          </p:cNvGraphicFramePr>
          <p:nvPr>
            <p:extLst>
              <p:ext uri="{D42A27DB-BD31-4B8C-83A1-F6EECF244321}">
                <p14:modId xmlns:p14="http://schemas.microsoft.com/office/powerpoint/2010/main" val="326888415"/>
              </p:ext>
            </p:extLst>
          </p:nvPr>
        </p:nvGraphicFramePr>
        <p:xfrm>
          <a:off x="2362200" y="4648200"/>
          <a:ext cx="976313" cy="1554352"/>
        </p:xfrm>
        <a:graphic>
          <a:graphicData uri="http://schemas.openxmlformats.org/drawingml/2006/table">
            <a:tbl>
              <a:tblPr/>
              <a:tblGrid>
                <a:gridCol w="976313">
                  <a:extLst>
                    <a:ext uri="{9D8B030D-6E8A-4147-A177-3AD203B41FA5}">
                      <a16:colId xmlns:a16="http://schemas.microsoft.com/office/drawing/2014/main" val="20000"/>
                    </a:ext>
                  </a:extLst>
                </a:gridCol>
              </a:tblGrid>
              <a:tr h="365684">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Q1=R</a:t>
                      </a:r>
                      <a:r>
                        <a:rPr kumimoji="0" lang="en-US" sz="2400" b="1" i="0" u="none" strike="noStrike" cap="none" normalizeH="0" baseline="-25000" dirty="0">
                          <a:ln>
                            <a:noFill/>
                          </a:ln>
                          <a:solidFill>
                            <a:schemeClr val="tx1"/>
                          </a:solidFill>
                          <a:effectLst/>
                          <a:latin typeface="Times New Roman" pitchFamily="18" charset="0"/>
                        </a:rPr>
                        <a:t>Y</a:t>
                      </a:r>
                    </a:p>
                  </a:txBody>
                  <a:tcPr marT="45704" marB="45704"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160">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rPr>
                        <a:t>MANV</a:t>
                      </a: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396160">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rPr>
                        <a:t>NV01</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160">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rPr>
                        <a:t>NV02</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76457" name="Group 329"/>
          <p:cNvGraphicFramePr>
            <a:graphicFrameLocks noGrp="1"/>
          </p:cNvGraphicFramePr>
          <p:nvPr>
            <p:extLst>
              <p:ext uri="{D42A27DB-BD31-4B8C-83A1-F6EECF244321}">
                <p14:modId xmlns:p14="http://schemas.microsoft.com/office/powerpoint/2010/main" val="2179428262"/>
              </p:ext>
            </p:extLst>
          </p:nvPr>
        </p:nvGraphicFramePr>
        <p:xfrm>
          <a:off x="6400800" y="3048000"/>
          <a:ext cx="2260600" cy="1249554"/>
        </p:xfrm>
        <a:graphic>
          <a:graphicData uri="http://schemas.openxmlformats.org/drawingml/2006/table">
            <a:tbl>
              <a:tblPr/>
              <a:tblGrid>
                <a:gridCol w="2260600">
                  <a:extLst>
                    <a:ext uri="{9D8B030D-6E8A-4147-A177-3AD203B41FA5}">
                      <a16:colId xmlns:a16="http://schemas.microsoft.com/office/drawing/2014/main" val="20000"/>
                    </a:ext>
                  </a:extLst>
                </a:gridCol>
              </a:tblGrid>
              <a:tr h="457086">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pPr>
                      <a:r>
                        <a:rPr kumimoji="0" lang="en-US" sz="2400" b="1" i="0" u="none" strike="noStrike" cap="none" normalizeH="0" baseline="0" dirty="0">
                          <a:ln>
                            <a:noFill/>
                          </a:ln>
                          <a:solidFill>
                            <a:schemeClr val="tx1"/>
                          </a:solidFill>
                          <a:effectLst/>
                          <a:latin typeface="Times New Roman" pitchFamily="18" charset="0"/>
                        </a:rPr>
                        <a:t>Q3= </a:t>
                      </a:r>
                      <a:r>
                        <a:rPr kumimoji="0" lang="en-US" sz="2000" b="1" i="0" u="none" strike="noStrike" cap="none" normalizeH="0" baseline="0" dirty="0">
                          <a:ln>
                            <a:noFill/>
                          </a:ln>
                          <a:solidFill>
                            <a:schemeClr val="tx1"/>
                          </a:solidFill>
                          <a:effectLst>
                            <a:outerShdw blurRad="38100" dist="38100" dir="2700000" algn="tl">
                              <a:srgbClr val="C0C0C0"/>
                            </a:outerShdw>
                          </a:effectLst>
                          <a:latin typeface="Times New Roman" pitchFamily="18" charset="0"/>
                          <a:sym typeface="Symbol" pitchFamily="18" charset="2"/>
                        </a:rPr>
                        <a:t></a:t>
                      </a:r>
                      <a:r>
                        <a:rPr kumimoji="0" lang="en-US" sz="2000" b="1" i="0" u="none" strike="noStrike" cap="none" normalizeH="0" baseline="-25000" dirty="0">
                          <a:ln>
                            <a:noFill/>
                          </a:ln>
                          <a:solidFill>
                            <a:schemeClr val="tx1"/>
                          </a:solidFill>
                          <a:effectLst>
                            <a:outerShdw blurRad="38100" dist="38100" dir="2700000" algn="tl">
                              <a:srgbClr val="C0C0C0"/>
                            </a:outerShdw>
                          </a:effectLst>
                          <a:latin typeface="Times New Roman" pitchFamily="18" charset="0"/>
                          <a:sym typeface="Symbol" pitchFamily="18" charset="2"/>
                        </a:rPr>
                        <a:t>Y</a:t>
                      </a:r>
                      <a:r>
                        <a:rPr kumimoji="0" lang="en-US" sz="2000" b="1" i="0" u="none" strike="noStrike" cap="none" normalizeH="0" baseline="0" dirty="0">
                          <a:ln>
                            <a:noFill/>
                          </a:ln>
                          <a:solidFill>
                            <a:schemeClr val="tx1"/>
                          </a:solidFill>
                          <a:effectLst>
                            <a:outerShdw blurRad="38100" dist="38100" dir="2700000" algn="tl">
                              <a:srgbClr val="C0C0C0"/>
                            </a:outerShdw>
                          </a:effectLst>
                          <a:latin typeface="Times New Roman" pitchFamily="18" charset="0"/>
                          <a:sym typeface="Symbol" pitchFamily="18" charset="2"/>
                        </a:rPr>
                        <a:t>(Q2  R)</a:t>
                      </a:r>
                    </a:p>
                  </a:txBody>
                  <a:tcPr marT="45699" marB="45699"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138">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rPr>
                        <a:t>MANV</a:t>
                      </a:r>
                    </a:p>
                  </a:txBody>
                  <a:tcPr marT="45699" marB="456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396138">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rPr>
                        <a:t>NV02</a:t>
                      </a:r>
                    </a:p>
                  </a:txBody>
                  <a:tcPr marT="45699" marB="4569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 name="Slide Number Placeholder 1"/>
          <p:cNvSpPr>
            <a:spLocks noGrp="1"/>
          </p:cNvSpPr>
          <p:nvPr>
            <p:ph type="sldNum" sz="quarter" idx="11"/>
          </p:nvPr>
        </p:nvSpPr>
        <p:spPr/>
        <p:txBody>
          <a:bodyPr/>
          <a:lstStyle/>
          <a:p>
            <a:pPr>
              <a:defRPr/>
            </a:pPr>
            <a:fld id="{7689EFAA-F580-4F8F-AD20-FA068DB63452}" type="slidenum">
              <a:rPr lang="en-US" smtClean="0"/>
              <a:pPr>
                <a:defRPr/>
              </a:pPr>
              <a:t>56</a:t>
            </a:fld>
            <a:endParaRPr lang="en-US"/>
          </a:p>
        </p:txBody>
      </p:sp>
    </p:spTree>
    <p:extLst>
      <p:ext uri="{BB962C8B-B14F-4D97-AF65-F5344CB8AC3E}">
        <p14:creationId xmlns:p14="http://schemas.microsoft.com/office/powerpoint/2010/main" val="1463765222"/>
      </p:ext>
    </p:extLst>
  </p:cSld>
  <p:clrMapOvr>
    <a:masterClrMapping/>
  </p:clrMapOvr>
  <p:transition spd="med">
    <p:fade thruBlk="1"/>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354013"/>
            <a:ext cx="8229600" cy="620712"/>
          </a:xfrm>
        </p:spPr>
        <p:txBody>
          <a:bodyPr>
            <a:noAutofit/>
          </a:bodyPr>
          <a:lstStyle/>
          <a:p>
            <a:pPr eaLnBrk="1" hangingPunct="1"/>
            <a:r>
              <a:rPr lang="en-US" altLang="en-US" sz="3600" b="1" dirty="0" err="1">
                <a:solidFill>
                  <a:schemeClr val="tx1"/>
                </a:solidFill>
                <a:latin typeface="Times New Roman" panose="02020603050405020304" pitchFamily="18" charset="0"/>
                <a:cs typeface="Times New Roman" panose="02020603050405020304" pitchFamily="18" charset="0"/>
              </a:rPr>
              <a:t>Nội</a:t>
            </a:r>
            <a:r>
              <a:rPr lang="en-US" altLang="en-US" sz="3600" b="1" dirty="0">
                <a:solidFill>
                  <a:schemeClr val="tx1"/>
                </a:solidFill>
                <a:latin typeface="Times New Roman" panose="02020603050405020304" pitchFamily="18" charset="0"/>
                <a:cs typeface="Times New Roman" panose="02020603050405020304" pitchFamily="18" charset="0"/>
              </a:rPr>
              <a:t> dung chi </a:t>
            </a:r>
            <a:r>
              <a:rPr lang="en-US" altLang="en-US" sz="3600" b="1" dirty="0" err="1">
                <a:solidFill>
                  <a:schemeClr val="tx1"/>
                </a:solidFill>
                <a:latin typeface="Times New Roman" panose="02020603050405020304" pitchFamily="18" charset="0"/>
                <a:cs typeface="Times New Roman" panose="02020603050405020304" pitchFamily="18" charset="0"/>
              </a:rPr>
              <a:t>tiết</a:t>
            </a:r>
            <a:endParaRPr lang="en-US" altLang="en-US" sz="3600" b="1" dirty="0">
              <a:solidFill>
                <a:schemeClr val="tx1"/>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sz="quarter" idx="1"/>
          </p:nvPr>
        </p:nvSpPr>
        <p:spPr>
          <a:xfrm>
            <a:off x="457200" y="990600"/>
            <a:ext cx="8229600" cy="5562600"/>
          </a:xfrm>
        </p:spPr>
        <p:txBody>
          <a:bodyPr>
            <a:normAutofit fontScale="92500" lnSpcReduction="10000"/>
          </a:bodyPr>
          <a:lstStyle/>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Giới</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thiệu</a:t>
            </a: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Đại</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số</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quan</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hệ</a:t>
            </a: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toán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tập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endParaRPr lang="en-US" altLang="en-US"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Phép</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chọn</a:t>
            </a: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chiếu</a:t>
            </a:r>
            <a:endParaRPr lang="en-US" altLang="en-US"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Phép</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tích</a:t>
            </a:r>
            <a:r>
              <a:rPr lang="en-US" altLang="en-US" sz="2600" dirty="0">
                <a:latin typeface="Times New Roman" panose="02020603050405020304" pitchFamily="18" charset="0"/>
                <a:cs typeface="Times New Roman" panose="02020603050405020304" pitchFamily="18" charset="0"/>
              </a:rPr>
              <a:t> Cartesian (Cartesian Product)</a:t>
            </a:r>
          </a:p>
          <a:p>
            <a:pPr marL="457200" indent="-457200" eaLnBrk="1" hangingPunct="1">
              <a:buFont typeface="+mj-lt"/>
              <a:buAutoNum type="arabicPeriod"/>
            </a:pP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kết</a:t>
            </a:r>
            <a:endParaRPr lang="en-US" altLang="en-US"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Phép</a:t>
            </a:r>
            <a:r>
              <a:rPr lang="en-US" altLang="en-US" sz="2600" dirty="0">
                <a:latin typeface="Times New Roman" panose="02020603050405020304" pitchFamily="18" charset="0"/>
                <a:cs typeface="Times New Roman" panose="02020603050405020304" pitchFamily="18" charset="0"/>
              </a:rPr>
              <a:t> chia</a:t>
            </a:r>
          </a:p>
          <a:p>
            <a:pPr marL="457200" indent="-457200" eaLnBrk="1" hangingPunct="1">
              <a:buFont typeface="+mj-lt"/>
              <a:buAutoNum type="arabicPeriod"/>
            </a:pPr>
            <a:r>
              <a:rPr lang="en-US" altLang="en-US" sz="2600" dirty="0" err="1">
                <a:solidFill>
                  <a:srgbClr val="FF0000"/>
                </a:solidFill>
                <a:latin typeface="Times New Roman" panose="02020603050405020304" pitchFamily="18" charset="0"/>
                <a:cs typeface="Times New Roman" panose="02020603050405020304" pitchFamily="18" charset="0"/>
              </a:rPr>
              <a:t>Các</a:t>
            </a:r>
            <a:r>
              <a:rPr lang="en-US" altLang="en-US" sz="2600" dirty="0">
                <a:solidFill>
                  <a:srgbClr val="FF0000"/>
                </a:solidFill>
                <a:latin typeface="Times New Roman" panose="02020603050405020304" pitchFamily="18" charset="0"/>
                <a:cs typeface="Times New Roman" panose="02020603050405020304" pitchFamily="18" charset="0"/>
              </a:rPr>
              <a:t> </a:t>
            </a:r>
            <a:r>
              <a:rPr lang="en-US" altLang="en-US" sz="2600" dirty="0" err="1">
                <a:solidFill>
                  <a:srgbClr val="FF0000"/>
                </a:solidFill>
                <a:latin typeface="Times New Roman" panose="02020603050405020304" pitchFamily="18" charset="0"/>
                <a:cs typeface="Times New Roman" panose="02020603050405020304" pitchFamily="18" charset="0"/>
              </a:rPr>
              <a:t>phép</a:t>
            </a:r>
            <a:r>
              <a:rPr lang="en-US" altLang="en-US" sz="2600" dirty="0">
                <a:solidFill>
                  <a:srgbClr val="FF0000"/>
                </a:solidFill>
                <a:latin typeface="Times New Roman" panose="02020603050405020304" pitchFamily="18" charset="0"/>
                <a:cs typeface="Times New Roman" panose="02020603050405020304" pitchFamily="18" charset="0"/>
              </a:rPr>
              <a:t> </a:t>
            </a:r>
            <a:r>
              <a:rPr lang="en-US" altLang="en-US" sz="2600" dirty="0" err="1">
                <a:solidFill>
                  <a:srgbClr val="FF0000"/>
                </a:solidFill>
                <a:latin typeface="Times New Roman" panose="02020603050405020304" pitchFamily="18" charset="0"/>
                <a:cs typeface="Times New Roman" panose="02020603050405020304" pitchFamily="18" charset="0"/>
              </a:rPr>
              <a:t>toán</a:t>
            </a:r>
            <a:r>
              <a:rPr lang="en-US" altLang="en-US" sz="2600" dirty="0">
                <a:solidFill>
                  <a:srgbClr val="FF0000"/>
                </a:solidFill>
                <a:latin typeface="Times New Roman" panose="02020603050405020304" pitchFamily="18" charset="0"/>
                <a:cs typeface="Times New Roman" panose="02020603050405020304" pitchFamily="18" charset="0"/>
              </a:rPr>
              <a:t> </a:t>
            </a:r>
            <a:r>
              <a:rPr lang="en-US" altLang="en-US" sz="2600" dirty="0" err="1">
                <a:solidFill>
                  <a:srgbClr val="FF0000"/>
                </a:solidFill>
                <a:latin typeface="Times New Roman" panose="02020603050405020304" pitchFamily="18" charset="0"/>
                <a:cs typeface="Times New Roman" panose="02020603050405020304" pitchFamily="18" charset="0"/>
              </a:rPr>
              <a:t>khác</a:t>
            </a:r>
            <a:endParaRPr lang="en-US" altLang="en-US" sz="2400" dirty="0">
              <a:solidFill>
                <a:srgbClr val="FF0000"/>
              </a:solidFill>
              <a:latin typeface="Times New Roman" panose="02020603050405020304" pitchFamily="18" charset="0"/>
              <a:cs typeface="Times New Roman" panose="02020603050405020304" pitchFamily="18" charset="0"/>
            </a:endParaRPr>
          </a:p>
          <a:p>
            <a:pPr marL="365760" lvl="1" indent="0">
              <a:lnSpc>
                <a:spcPct val="90000"/>
              </a:lnSpc>
              <a:buNone/>
            </a:pPr>
            <a:r>
              <a:rPr lang="en-US" altLang="en-US" dirty="0">
                <a:solidFill>
                  <a:srgbClr val="FF0000"/>
                </a:solidFill>
                <a:latin typeface="Times New Roman" panose="02020603050405020304" pitchFamily="18" charset="0"/>
                <a:cs typeface="Times New Roman" panose="02020603050405020304" pitchFamily="18" charset="0"/>
              </a:rPr>
              <a:t>9.1. </a:t>
            </a:r>
            <a:r>
              <a:rPr lang="en-US" altLang="en-US" dirty="0" err="1">
                <a:solidFill>
                  <a:srgbClr val="FF0000"/>
                </a:solidFill>
                <a:latin typeface="Times New Roman" panose="02020603050405020304" pitchFamily="18" charset="0"/>
                <a:cs typeface="Times New Roman" panose="02020603050405020304" pitchFamily="18" charset="0"/>
              </a:rPr>
              <a:t>Phép</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gán</a:t>
            </a:r>
            <a:endParaRPr lang="en-US" altLang="en-US" dirty="0">
              <a:solidFill>
                <a:srgbClr val="FF0000"/>
              </a:solidFill>
              <a:latin typeface="Times New Roman" panose="02020603050405020304" pitchFamily="18" charset="0"/>
              <a:cs typeface="Times New Roman" panose="02020603050405020304" pitchFamily="18" charset="0"/>
            </a:endParaRPr>
          </a:p>
          <a:p>
            <a:pPr marL="365760" lvl="1" indent="0">
              <a:lnSpc>
                <a:spcPct val="90000"/>
              </a:lnSpc>
              <a:buNone/>
            </a:pPr>
            <a:r>
              <a:rPr lang="en-US" altLang="en-US" dirty="0">
                <a:solidFill>
                  <a:srgbClr val="FF0000"/>
                </a:solidFill>
                <a:latin typeface="Times New Roman" panose="02020603050405020304" pitchFamily="18" charset="0"/>
                <a:cs typeface="Times New Roman" panose="02020603050405020304" pitchFamily="18" charset="0"/>
              </a:rPr>
              <a:t>9.2. </a:t>
            </a:r>
            <a:r>
              <a:rPr lang="en-US" altLang="en-US" dirty="0" err="1">
                <a:solidFill>
                  <a:srgbClr val="FF0000"/>
                </a:solidFill>
                <a:latin typeface="Times New Roman" panose="02020603050405020304" pitchFamily="18" charset="0"/>
                <a:cs typeface="Times New Roman" panose="02020603050405020304" pitchFamily="18" charset="0"/>
              </a:rPr>
              <a:t>Phép</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đổi</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tên</a:t>
            </a:r>
            <a:endParaRPr lang="en-US" altLang="en-US" dirty="0">
              <a:solidFill>
                <a:srgbClr val="FF0000"/>
              </a:solidFill>
              <a:latin typeface="Times New Roman" panose="02020603050405020304" pitchFamily="18" charset="0"/>
              <a:cs typeface="Times New Roman" panose="02020603050405020304" pitchFamily="18" charset="0"/>
            </a:endParaRPr>
          </a:p>
          <a:p>
            <a:pPr marL="365760" lvl="1" indent="0">
              <a:lnSpc>
                <a:spcPct val="90000"/>
              </a:lnSpc>
              <a:buNone/>
            </a:pPr>
            <a:r>
              <a:rPr lang="en-US" altLang="en-US" dirty="0">
                <a:solidFill>
                  <a:srgbClr val="FF0000"/>
                </a:solidFill>
                <a:latin typeface="Times New Roman" panose="02020603050405020304" pitchFamily="18" charset="0"/>
                <a:cs typeface="Times New Roman" panose="02020603050405020304" pitchFamily="18" charset="0"/>
              </a:rPr>
              <a:t>9.3. </a:t>
            </a:r>
            <a:r>
              <a:rPr lang="en-US" altLang="en-US" dirty="0" err="1">
                <a:solidFill>
                  <a:srgbClr val="FF0000"/>
                </a:solidFill>
                <a:latin typeface="Times New Roman" panose="02020603050405020304" pitchFamily="18" charset="0"/>
                <a:cs typeface="Times New Roman" panose="02020603050405020304" pitchFamily="18" charset="0"/>
              </a:rPr>
              <a:t>Hàm</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kết</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hợp</a:t>
            </a:r>
            <a:r>
              <a:rPr lang="en-US" altLang="en-US" dirty="0">
                <a:solidFill>
                  <a:srgbClr val="FF0000"/>
                </a:solidFill>
                <a:latin typeface="Times New Roman" panose="02020603050405020304" pitchFamily="18" charset="0"/>
                <a:cs typeface="Times New Roman" panose="02020603050405020304" pitchFamily="18" charset="0"/>
              </a:rPr>
              <a:t> (Aggregation function)</a:t>
            </a:r>
          </a:p>
          <a:p>
            <a:pPr marL="365760" lvl="1" indent="0">
              <a:lnSpc>
                <a:spcPct val="90000"/>
              </a:lnSpc>
              <a:buNone/>
            </a:pPr>
            <a:r>
              <a:rPr lang="en-US" altLang="en-US" dirty="0">
                <a:solidFill>
                  <a:srgbClr val="FF0000"/>
                </a:solidFill>
                <a:latin typeface="Times New Roman" panose="02020603050405020304" pitchFamily="18" charset="0"/>
                <a:cs typeface="Times New Roman" panose="02020603050405020304" pitchFamily="18" charset="0"/>
              </a:rPr>
              <a:t>9.4. </a:t>
            </a:r>
            <a:r>
              <a:rPr lang="en-US" altLang="en-US" dirty="0" err="1">
                <a:solidFill>
                  <a:srgbClr val="FF0000"/>
                </a:solidFill>
                <a:latin typeface="Times New Roman" panose="02020603050405020304" pitchFamily="18" charset="0"/>
                <a:cs typeface="Times New Roman" panose="02020603050405020304" pitchFamily="18" charset="0"/>
              </a:rPr>
              <a:t>Phép</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gom</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nhóm</a:t>
            </a:r>
            <a:r>
              <a:rPr lang="en-US" altLang="en-US" dirty="0">
                <a:solidFill>
                  <a:srgbClr val="FF0000"/>
                </a:solidFill>
                <a:latin typeface="Times New Roman" panose="02020603050405020304" pitchFamily="18" charset="0"/>
                <a:cs typeface="Times New Roman" panose="02020603050405020304" pitchFamily="18" charset="0"/>
              </a:rPr>
              <a:t> (Grouping)</a:t>
            </a:r>
          </a:p>
          <a:p>
            <a:pPr marL="365760" lvl="1" indent="0">
              <a:lnSpc>
                <a:spcPct val="90000"/>
              </a:lnSpc>
              <a:buNone/>
            </a:pPr>
            <a:r>
              <a:rPr lang="en-US" altLang="en-US" dirty="0">
                <a:solidFill>
                  <a:srgbClr val="FF0000"/>
                </a:solidFill>
                <a:latin typeface="Times New Roman" panose="02020603050405020304" pitchFamily="18" charset="0"/>
                <a:cs typeface="Times New Roman" panose="02020603050405020304" pitchFamily="18" charset="0"/>
              </a:rPr>
              <a:t>9.5. </a:t>
            </a:r>
            <a:r>
              <a:rPr lang="en-US" altLang="en-US" dirty="0" err="1">
                <a:solidFill>
                  <a:srgbClr val="FF0000"/>
                </a:solidFill>
                <a:latin typeface="Times New Roman" panose="02020603050405020304" pitchFamily="18" charset="0"/>
                <a:cs typeface="Times New Roman" panose="02020603050405020304" pitchFamily="18" charset="0"/>
              </a:rPr>
              <a:t>Phép</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kết</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dirty="0" err="1">
                <a:solidFill>
                  <a:srgbClr val="FF0000"/>
                </a:solidFill>
                <a:latin typeface="Times New Roman" panose="02020603050405020304" pitchFamily="18" charset="0"/>
                <a:cs typeface="Times New Roman" panose="02020603050405020304" pitchFamily="18" charset="0"/>
              </a:rPr>
              <a:t>ngoài</a:t>
            </a:r>
            <a:r>
              <a:rPr lang="en-US" altLang="en-US" dirty="0">
                <a:solidFill>
                  <a:srgbClr val="FF0000"/>
                </a:solidFill>
                <a:latin typeface="Times New Roman" panose="02020603050405020304" pitchFamily="18" charset="0"/>
                <a:cs typeface="Times New Roman" panose="02020603050405020304" pitchFamily="18" charset="0"/>
              </a:rPr>
              <a:t> (Outer join)</a:t>
            </a:r>
            <a:endParaRPr lang="en-US" altLang="en-US" sz="2400" dirty="0">
              <a:solidFill>
                <a:srgbClr val="FF0000"/>
              </a:solidFill>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Các</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thao</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tác</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cập</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nhật</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trên</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quan</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hệ</a:t>
            </a:r>
            <a:endParaRPr lang="en-US" altLang="en-US" sz="26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57</a:t>
            </a:fld>
            <a:endParaRPr lang="en-US" altLang="en-US"/>
          </a:p>
        </p:txBody>
      </p:sp>
    </p:spTree>
    <p:extLst>
      <p:ext uri="{BB962C8B-B14F-4D97-AF65-F5344CB8AC3E}">
        <p14:creationId xmlns:p14="http://schemas.microsoft.com/office/powerpoint/2010/main" val="15308701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354013"/>
            <a:ext cx="8229600" cy="620712"/>
          </a:xfrm>
        </p:spPr>
        <p:txBody>
          <a:bodyPr>
            <a:normAutofit fontScale="90000"/>
          </a:bodyPr>
          <a:lstStyle/>
          <a:p>
            <a:pPr eaLnBrk="1" hangingPunct="1"/>
            <a:r>
              <a:rPr lang="en-US" altLang="en-US" sz="3500" b="1" dirty="0">
                <a:solidFill>
                  <a:schemeClr val="tx1"/>
                </a:solidFill>
                <a:latin typeface="Times New Roman" panose="02020603050405020304" pitchFamily="18" charset="0"/>
                <a:cs typeface="Times New Roman" panose="02020603050405020304" pitchFamily="18" charset="0"/>
              </a:rPr>
              <a:t>9.1. </a:t>
            </a:r>
            <a:r>
              <a:rPr lang="en-US" altLang="en-US" sz="3500" b="1" dirty="0" err="1">
                <a:solidFill>
                  <a:schemeClr val="tx1"/>
                </a:solidFill>
                <a:latin typeface="Times New Roman" panose="02020603050405020304" pitchFamily="18" charset="0"/>
                <a:cs typeface="Times New Roman" panose="02020603050405020304" pitchFamily="18" charset="0"/>
              </a:rPr>
              <a:t>Phép</a:t>
            </a:r>
            <a:r>
              <a:rPr lang="en-US" altLang="en-US" sz="3500" b="1" dirty="0">
                <a:solidFill>
                  <a:schemeClr val="tx1"/>
                </a:solidFill>
                <a:latin typeface="Times New Roman" panose="02020603050405020304" pitchFamily="18" charset="0"/>
                <a:cs typeface="Times New Roman" panose="02020603050405020304" pitchFamily="18" charset="0"/>
              </a:rPr>
              <a:t> </a:t>
            </a:r>
            <a:r>
              <a:rPr lang="en-US" altLang="en-US" sz="3500" b="1" dirty="0" err="1">
                <a:solidFill>
                  <a:schemeClr val="tx1"/>
                </a:solidFill>
                <a:latin typeface="Times New Roman" panose="02020603050405020304" pitchFamily="18" charset="0"/>
                <a:cs typeface="Times New Roman" panose="02020603050405020304" pitchFamily="18" charset="0"/>
              </a:rPr>
              <a:t>gán</a:t>
            </a:r>
            <a:r>
              <a:rPr lang="en-US" altLang="en-US" sz="3500" b="1" dirty="0">
                <a:solidFill>
                  <a:schemeClr val="tx1"/>
                </a:solidFill>
                <a:latin typeface="Times New Roman" panose="02020603050405020304" pitchFamily="18" charset="0"/>
                <a:cs typeface="Times New Roman" panose="02020603050405020304" pitchFamily="18" charset="0"/>
              </a:rPr>
              <a:t> (Assignment)</a:t>
            </a:r>
          </a:p>
        </p:txBody>
      </p:sp>
      <p:sp>
        <p:nvSpPr>
          <p:cNvPr id="33795" name="Rectangle 3"/>
          <p:cNvSpPr>
            <a:spLocks noGrp="1" noChangeArrowheads="1"/>
          </p:cNvSpPr>
          <p:nvPr>
            <p:ph sz="quarter" idx="1"/>
          </p:nvPr>
        </p:nvSpPr>
        <p:spPr>
          <a:xfrm>
            <a:off x="381000" y="1295400"/>
            <a:ext cx="8305800" cy="5105400"/>
          </a:xfrm>
        </p:spPr>
        <p:txBody>
          <a:bodyPr/>
          <a:lstStyle/>
          <a:p>
            <a:pPr eaLnBrk="1" hangingPunct="1"/>
            <a:r>
              <a:rPr lang="en-US" altLang="en-US" dirty="0" err="1">
                <a:latin typeface="Times New Roman" panose="02020603050405020304" pitchFamily="18" charset="0"/>
                <a:cs typeface="Times New Roman" panose="02020603050405020304" pitchFamily="18" charset="0"/>
              </a:rPr>
              <a:t>Được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sử</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dụng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để</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nhận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lấy</a:t>
            </a:r>
            <a:r>
              <a:rPr lang="en-US" altLang="en-US" dirty="0">
                <a:latin typeface="Times New Roman" panose="02020603050405020304" pitchFamily="18" charset="0"/>
                <a:cs typeface="Times New Roman" panose="02020603050405020304" pitchFamily="18" charset="0"/>
              </a:rPr>
              <a:t> </a:t>
            </a:r>
            <a:r>
              <a:rPr lang="en-US" altLang="en-US" u="sng" dirty="0" err="1">
                <a:latin typeface="Times New Roman" panose="02020603050405020304" pitchFamily="18" charset="0"/>
                <a:cs typeface="Times New Roman" panose="02020603050405020304" pitchFamily="18" charset="0"/>
              </a:rPr>
              <a:t>kết</a:t>
            </a:r>
            <a:r>
              <a:rPr lang="en-US" altLang="en-US" u="sng" dirty="0">
                <a:latin typeface="Times New Roman" panose="02020603050405020304" pitchFamily="18" charset="0"/>
                <a:cs typeface="Times New Roman" panose="02020603050405020304" pitchFamily="18" charset="0"/>
              </a:rPr>
              <a:t> </a:t>
            </a:r>
            <a:r>
              <a:rPr lang="en-US" altLang="en-US" u="sng" dirty="0" err="1">
                <a:latin typeface="Times New Roman" panose="02020603050405020304" pitchFamily="18" charset="0"/>
                <a:cs typeface="Times New Roman" panose="02020603050405020304" pitchFamily="18" charset="0"/>
              </a:rPr>
              <a:t>quả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về</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một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toán</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err="1">
                <a:latin typeface="Times New Roman" panose="02020603050405020304" pitchFamily="18" charset="0"/>
                <a:cs typeface="Times New Roman" panose="02020603050405020304" pitchFamily="18" charset="0"/>
              </a:rPr>
              <a:t>Thường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trung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trong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chuỗi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toán</a:t>
            </a:r>
            <a:r>
              <a:rPr lang="en-US" altLang="en-US" dirty="0">
                <a:latin typeface="Times New Roman" panose="02020603050405020304" pitchFamily="18" charset="0"/>
                <a:cs typeface="Times New Roman" panose="02020603050405020304" pitchFamily="18" charset="0"/>
              </a:rPr>
              <a:t> </a:t>
            </a:r>
          </a:p>
          <a:p>
            <a:pPr eaLnBrk="1" hangingPunct="1"/>
            <a:r>
              <a:rPr lang="en-US" altLang="en-US" dirty="0" err="1">
                <a:latin typeface="Times New Roman" panose="02020603050405020304" pitchFamily="18" charset="0"/>
                <a:cs typeface="Times New Roman" panose="02020603050405020304" pitchFamily="18" charset="0"/>
              </a:rPr>
              <a:t>Ký</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hiệu</a:t>
            </a:r>
            <a:r>
              <a:rPr lang="en-US"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sym typeface="Symbol" pitchFamily="18" charset="2"/>
              </a:rPr>
              <a:t></a:t>
            </a:r>
          </a:p>
          <a:p>
            <a:pPr eaLnBrk="1" hangingPunct="1"/>
            <a:endParaRPr lang="en-US" altLang="en-US" dirty="0">
              <a:latin typeface="Times New Roman" panose="02020603050405020304" pitchFamily="18" charset="0"/>
              <a:cs typeface="Times New Roman" panose="02020603050405020304" pitchFamily="18" charset="0"/>
              <a:sym typeface="Symbol" pitchFamily="18" charset="2"/>
            </a:endParaRPr>
          </a:p>
          <a:p>
            <a:pPr eaLnBrk="1" hangingPunct="1"/>
            <a:r>
              <a:rPr lang="en-US" altLang="en-US" dirty="0" err="1">
                <a:latin typeface="Times New Roman" panose="02020603050405020304" pitchFamily="18" charset="0"/>
                <a:cs typeface="Times New Roman" panose="02020603050405020304" pitchFamily="18" charset="0"/>
                <a:sym typeface="Symbol" pitchFamily="18" charset="2"/>
              </a:rPr>
              <a:t>Ví</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dirty="0" err="1">
                <a:latin typeface="Times New Roman" panose="02020603050405020304" pitchFamily="18" charset="0"/>
                <a:cs typeface="Times New Roman" panose="02020603050405020304" pitchFamily="18" charset="0"/>
                <a:sym typeface="Symbol" pitchFamily="18" charset="2"/>
              </a:rPr>
              <a:t>dụ</a:t>
            </a:r>
            <a:endParaRPr lang="en-US" altLang="en-US" dirty="0">
              <a:latin typeface="Times New Roman" panose="02020603050405020304" pitchFamily="18" charset="0"/>
              <a:cs typeface="Times New Roman" panose="02020603050405020304" pitchFamily="18" charset="0"/>
              <a:sym typeface="Symbol" pitchFamily="18" charset="2"/>
            </a:endParaRPr>
          </a:p>
          <a:p>
            <a:pPr lvl="1" eaLnBrk="1" hangingPunct="1"/>
            <a:r>
              <a:rPr lang="en-US" altLang="en-US" u="sng" dirty="0">
                <a:latin typeface="Times New Roman" panose="02020603050405020304" pitchFamily="18" charset="0"/>
                <a:cs typeface="Times New Roman" panose="02020603050405020304" pitchFamily="18" charset="0"/>
                <a:sym typeface="Symbol" pitchFamily="18" charset="2"/>
              </a:rPr>
              <a:t>B1</a:t>
            </a:r>
          </a:p>
          <a:p>
            <a:pPr lvl="1" eaLnBrk="1" hangingPunct="1"/>
            <a:endParaRPr lang="en-US" altLang="en-US" dirty="0">
              <a:latin typeface="Times New Roman" panose="02020603050405020304" pitchFamily="18" charset="0"/>
              <a:cs typeface="Times New Roman" panose="02020603050405020304" pitchFamily="18" charset="0"/>
              <a:sym typeface="Symbol" pitchFamily="18" charset="2"/>
            </a:endParaRPr>
          </a:p>
          <a:p>
            <a:pPr lvl="1" eaLnBrk="1" hangingPunct="1"/>
            <a:r>
              <a:rPr lang="en-US" altLang="en-US" u="sng" dirty="0">
                <a:latin typeface="Times New Roman" panose="02020603050405020304" pitchFamily="18" charset="0"/>
                <a:cs typeface="Times New Roman" panose="02020603050405020304" pitchFamily="18" charset="0"/>
                <a:sym typeface="Symbol" pitchFamily="18" charset="2"/>
              </a:rPr>
              <a:t>B2</a:t>
            </a:r>
          </a:p>
        </p:txBody>
      </p:sp>
      <p:sp>
        <p:nvSpPr>
          <p:cNvPr id="33796" name="Text Box 10"/>
          <p:cNvSpPr txBox="1">
            <a:spLocks noChangeArrowheads="1"/>
          </p:cNvSpPr>
          <p:nvPr/>
        </p:nvSpPr>
        <p:spPr bwMode="auto">
          <a:xfrm>
            <a:off x="1600200" y="3581400"/>
            <a:ext cx="2438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2200" dirty="0">
                <a:latin typeface="Times New Roman" panose="02020603050405020304" pitchFamily="18" charset="0"/>
                <a:cs typeface="Times New Roman" panose="02020603050405020304" pitchFamily="18" charset="0"/>
                <a:sym typeface="Symbol" pitchFamily="18" charset="2"/>
              </a:rPr>
              <a:t>S </a:t>
            </a:r>
            <a:r>
              <a:rPr lang="en-US" altLang="en-US" sz="3000"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P </a:t>
            </a:r>
            <a:r>
              <a:rPr lang="en-US" altLang="en-US" sz="2200" dirty="0">
                <a:latin typeface="Times New Roman" panose="02020603050405020304" pitchFamily="18" charset="0"/>
                <a:cs typeface="Times New Roman" panose="02020603050405020304" pitchFamily="18" charset="0"/>
                <a:sym typeface="Symbol" pitchFamily="18" charset="2"/>
              </a:rPr>
              <a:t>(R) </a:t>
            </a:r>
          </a:p>
        </p:txBody>
      </p:sp>
      <p:sp>
        <p:nvSpPr>
          <p:cNvPr id="33797" name="Text Box 11"/>
          <p:cNvSpPr txBox="1">
            <a:spLocks noChangeArrowheads="1"/>
          </p:cNvSpPr>
          <p:nvPr/>
        </p:nvSpPr>
        <p:spPr bwMode="auto">
          <a:xfrm>
            <a:off x="1447800" y="4632325"/>
            <a:ext cx="3886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2200" dirty="0">
                <a:latin typeface="Times New Roman" panose="02020603050405020304" pitchFamily="18" charset="0"/>
                <a:cs typeface="Times New Roman" panose="02020603050405020304" pitchFamily="18" charset="0"/>
                <a:sym typeface="Symbol" pitchFamily="18" charset="2"/>
              </a:rPr>
              <a:t>KQ </a:t>
            </a:r>
            <a:r>
              <a:rPr lang="en-US" altLang="en-US" sz="3000" dirty="0">
                <a:latin typeface="Times New Roman" panose="02020603050405020304" pitchFamily="18" charset="0"/>
                <a:cs typeface="Times New Roman" panose="02020603050405020304" pitchFamily="18" charset="0"/>
                <a:sym typeface="Symbol" pitchFamily="18" charset="2"/>
              </a:rPr>
              <a:t></a:t>
            </a:r>
            <a:r>
              <a:rPr lang="en-US" altLang="en-US" dirty="0">
                <a:latin typeface="Times New Roman" panose="02020603050405020304" pitchFamily="18" charset="0"/>
                <a:cs typeface="Times New Roman" panose="02020603050405020304" pitchFamily="18" charset="0"/>
                <a:sym typeface="Symbol" pitchFamily="18" charset="2"/>
              </a:rPr>
              <a:t> </a:t>
            </a:r>
            <a:r>
              <a:rPr lang="en-US" altLang="en-US" sz="4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A1, A2, …, </a:t>
            </a:r>
            <a:r>
              <a:rPr lang="en-US" altLang="en-US" sz="2200" baseline="-25000" dirty="0" err="1">
                <a:latin typeface="Times New Roman" panose="02020603050405020304" pitchFamily="18" charset="0"/>
                <a:cs typeface="Times New Roman" panose="02020603050405020304" pitchFamily="18" charset="0"/>
                <a:sym typeface="Symbol" pitchFamily="18" charset="2"/>
              </a:rPr>
              <a:t>Ak</a:t>
            </a:r>
            <a:r>
              <a:rPr lang="en-US" altLang="en-US" sz="2200" baseline="-25000" dirty="0">
                <a:latin typeface="Times New Roman" panose="02020603050405020304" pitchFamily="18" charset="0"/>
                <a:cs typeface="Times New Roman" panose="02020603050405020304" pitchFamily="18" charset="0"/>
                <a:sym typeface="Symbol" pitchFamily="18" charset="2"/>
              </a:rPr>
              <a:t> </a:t>
            </a:r>
            <a:r>
              <a:rPr lang="en-US" altLang="en-US" sz="2200" dirty="0">
                <a:latin typeface="Times New Roman" panose="02020603050405020304" pitchFamily="18" charset="0"/>
                <a:cs typeface="Times New Roman" panose="02020603050405020304" pitchFamily="18" charset="0"/>
                <a:sym typeface="Symbol" pitchFamily="18" charset="2"/>
              </a:rPr>
              <a:t>(S)</a:t>
            </a: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58</a:t>
            </a:fld>
            <a:endParaRPr lang="en-US" altLang="en-US"/>
          </a:p>
        </p:txBody>
      </p:sp>
    </p:spTree>
    <p:extLst>
      <p:ext uri="{BB962C8B-B14F-4D97-AF65-F5344CB8AC3E}">
        <p14:creationId xmlns:p14="http://schemas.microsoft.com/office/powerpoint/2010/main" val="37801582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354013"/>
            <a:ext cx="8229600" cy="620712"/>
          </a:xfrm>
        </p:spPr>
        <p:txBody>
          <a:bodyPr>
            <a:normAutofit fontScale="90000"/>
          </a:bodyPr>
          <a:lstStyle/>
          <a:p>
            <a:pPr eaLnBrk="1" hangingPunct="1"/>
            <a:r>
              <a:rPr lang="en-US" altLang="en-US" sz="3500" b="1" dirty="0">
                <a:solidFill>
                  <a:schemeClr val="tx1"/>
                </a:solidFill>
                <a:latin typeface="Times New Roman" panose="02020603050405020304" pitchFamily="18" charset="0"/>
                <a:cs typeface="Times New Roman" panose="02020603050405020304" pitchFamily="18" charset="0"/>
              </a:rPr>
              <a:t>9.2. </a:t>
            </a:r>
            <a:r>
              <a:rPr lang="en-US" altLang="en-US" sz="3500" b="1" dirty="0" err="1">
                <a:solidFill>
                  <a:schemeClr val="tx1"/>
                </a:solidFill>
                <a:latin typeface="Times New Roman" panose="02020603050405020304" pitchFamily="18" charset="0"/>
                <a:cs typeface="Times New Roman" panose="02020603050405020304" pitchFamily="18" charset="0"/>
              </a:rPr>
              <a:t>Phép</a:t>
            </a:r>
            <a:r>
              <a:rPr lang="en-US" altLang="en-US" sz="3500" b="1" dirty="0">
                <a:solidFill>
                  <a:schemeClr val="tx1"/>
                </a:solidFill>
                <a:latin typeface="Times New Roman" panose="02020603050405020304" pitchFamily="18" charset="0"/>
                <a:cs typeface="Times New Roman" panose="02020603050405020304" pitchFamily="18" charset="0"/>
              </a:rPr>
              <a:t> </a:t>
            </a:r>
            <a:r>
              <a:rPr lang="en-US" altLang="en-US" sz="3500" b="1" dirty="0" err="1">
                <a:solidFill>
                  <a:schemeClr val="tx1"/>
                </a:solidFill>
                <a:latin typeface="Times New Roman" panose="02020603050405020304" pitchFamily="18" charset="0"/>
                <a:cs typeface="Times New Roman" panose="02020603050405020304" pitchFamily="18" charset="0"/>
              </a:rPr>
              <a:t>đổi</a:t>
            </a:r>
            <a:r>
              <a:rPr lang="en-US" altLang="en-US" sz="3500" b="1" dirty="0">
                <a:solidFill>
                  <a:schemeClr val="tx1"/>
                </a:solidFill>
                <a:latin typeface="Times New Roman" panose="02020603050405020304" pitchFamily="18" charset="0"/>
                <a:cs typeface="Times New Roman" panose="02020603050405020304" pitchFamily="18" charset="0"/>
              </a:rPr>
              <a:t> </a:t>
            </a:r>
            <a:r>
              <a:rPr lang="en-US" altLang="en-US" sz="3500" b="1" dirty="0" err="1">
                <a:solidFill>
                  <a:schemeClr val="tx1"/>
                </a:solidFill>
                <a:latin typeface="Times New Roman" panose="02020603050405020304" pitchFamily="18" charset="0"/>
                <a:cs typeface="Times New Roman" panose="02020603050405020304" pitchFamily="18" charset="0"/>
              </a:rPr>
              <a:t>tên</a:t>
            </a:r>
            <a:r>
              <a:rPr lang="en-US" altLang="en-US" sz="3500" b="1" dirty="0">
                <a:solidFill>
                  <a:schemeClr val="tx1"/>
                </a:solidFill>
                <a:latin typeface="Times New Roman" panose="02020603050405020304" pitchFamily="18" charset="0"/>
                <a:cs typeface="Times New Roman" panose="02020603050405020304" pitchFamily="18" charset="0"/>
              </a:rPr>
              <a:t> (Rename)</a:t>
            </a:r>
          </a:p>
        </p:txBody>
      </p:sp>
      <p:sp>
        <p:nvSpPr>
          <p:cNvPr id="34819" name="Rectangle 3"/>
          <p:cNvSpPr>
            <a:spLocks noGrp="1" noChangeArrowheads="1"/>
          </p:cNvSpPr>
          <p:nvPr>
            <p:ph sz="quarter" idx="1"/>
          </p:nvPr>
        </p:nvSpPr>
        <p:spPr>
          <a:xfrm>
            <a:off x="381000" y="1295400"/>
            <a:ext cx="8305800" cy="5105400"/>
          </a:xfrm>
        </p:spPr>
        <p:txBody>
          <a:bodyPr/>
          <a:lstStyle/>
          <a:p>
            <a:pPr eaLnBrk="1" hangingPunct="1"/>
            <a:r>
              <a:rPr lang="en-US" altLang="en-US" dirty="0" err="1">
                <a:latin typeface="Times New Roman" panose="02020603050405020304" pitchFamily="18" charset="0"/>
                <a:cs typeface="Times New Roman" panose="02020603050405020304" pitchFamily="18" charset="0"/>
              </a:rPr>
              <a:t>Được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dùng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để</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đổi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tên</a:t>
            </a:r>
            <a:r>
              <a:rPr lang="en-US" altLang="en-US" dirty="0">
                <a:latin typeface="Times New Roman" panose="02020603050405020304" pitchFamily="18" charset="0"/>
                <a:cs typeface="Times New Roman" panose="02020603050405020304" pitchFamily="18" charset="0"/>
              </a:rPr>
              <a:t> </a:t>
            </a:r>
          </a:p>
          <a:p>
            <a:pPr lvl="1" eaLnBrk="1" hangingPunct="1"/>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endParaRPr lang="en-US" altLang="en-US" dirty="0">
              <a:latin typeface="Times New Roman" panose="02020603050405020304" pitchFamily="18" charset="0"/>
              <a:cs typeface="Times New Roman" panose="02020603050405020304" pitchFamily="18" charset="0"/>
            </a:endParaRPr>
          </a:p>
          <a:p>
            <a:pPr lvl="1" eaLnBrk="1" hangingPunct="1"/>
            <a:endParaRPr lang="en-US" altLang="en-US" dirty="0">
              <a:latin typeface="Times New Roman" panose="02020603050405020304" pitchFamily="18" charset="0"/>
              <a:cs typeface="Times New Roman" panose="02020603050405020304" pitchFamily="18" charset="0"/>
            </a:endParaRPr>
          </a:p>
          <a:p>
            <a:pPr lvl="1" eaLnBrk="1" hangingPunct="1"/>
            <a:endParaRPr lang="en-US" altLang="en-US" dirty="0">
              <a:latin typeface="Times New Roman" panose="02020603050405020304" pitchFamily="18" charset="0"/>
              <a:cs typeface="Times New Roman" panose="02020603050405020304" pitchFamily="18" charset="0"/>
            </a:endParaRPr>
          </a:p>
          <a:p>
            <a:pPr lvl="1" eaLnBrk="1" hangingPunct="1"/>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p:txBody>
      </p:sp>
      <p:sp>
        <p:nvSpPr>
          <p:cNvPr id="34820" name="Text Box 4"/>
          <p:cNvSpPr txBox="1">
            <a:spLocks noChangeArrowheads="1"/>
          </p:cNvSpPr>
          <p:nvPr/>
        </p:nvSpPr>
        <p:spPr bwMode="auto">
          <a:xfrm>
            <a:off x="1676400" y="2574925"/>
            <a:ext cx="42672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algn="l" eaLnBrk="1" hangingPunct="1"/>
            <a:r>
              <a:rPr lang="en-US" altLang="en-US" sz="3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S</a:t>
            </a:r>
            <a:r>
              <a:rPr lang="en-US" altLang="en-US" sz="2200" dirty="0">
                <a:latin typeface="Times New Roman" panose="02020603050405020304" pitchFamily="18" charset="0"/>
                <a:cs typeface="Times New Roman" panose="02020603050405020304" pitchFamily="18" charset="0"/>
                <a:sym typeface="Symbol" pitchFamily="18" charset="2"/>
              </a:rPr>
              <a:t>(R)  :  </a:t>
            </a:r>
            <a:r>
              <a:rPr lang="en-US" altLang="en-US" dirty="0" err="1">
                <a:latin typeface="Times New Roman" panose="02020603050405020304" pitchFamily="18" charset="0"/>
                <a:cs typeface="Times New Roman" panose="02020603050405020304" pitchFamily="18" charset="0"/>
              </a:rPr>
              <a:t>Đổi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R </a:t>
            </a:r>
            <a:r>
              <a:rPr lang="en-US" altLang="en-US" dirty="0" err="1">
                <a:latin typeface="Times New Roman" panose="02020603050405020304" pitchFamily="18" charset="0"/>
                <a:cs typeface="Times New Roman" panose="02020603050405020304" pitchFamily="18" charset="0"/>
              </a:rPr>
              <a:t>thành</a:t>
            </a:r>
            <a:r>
              <a:rPr lang="en-US" altLang="en-US" dirty="0">
                <a:latin typeface="Times New Roman" panose="02020603050405020304" pitchFamily="18" charset="0"/>
                <a:cs typeface="Times New Roman" panose="02020603050405020304" pitchFamily="18" charset="0"/>
              </a:rPr>
              <a:t> S</a:t>
            </a:r>
          </a:p>
        </p:txBody>
      </p:sp>
      <p:sp>
        <p:nvSpPr>
          <p:cNvPr id="34821" name="Text Box 5"/>
          <p:cNvSpPr txBox="1">
            <a:spLocks noChangeArrowheads="1"/>
          </p:cNvSpPr>
          <p:nvPr/>
        </p:nvSpPr>
        <p:spPr bwMode="auto">
          <a:xfrm>
            <a:off x="1676400" y="2133600"/>
            <a:ext cx="38862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algn="l" eaLnBrk="1" hangingPunct="1"/>
            <a:r>
              <a:rPr lang="en-US" altLang="en-US" sz="2200" dirty="0" err="1">
                <a:latin typeface="Times New Roman" panose="02020603050405020304" pitchFamily="18" charset="0"/>
                <a:cs typeface="Times New Roman" panose="02020603050405020304" pitchFamily="18" charset="0"/>
                <a:sym typeface="Symbol" pitchFamily="18" charset="2"/>
              </a:rPr>
              <a:t>Xét</a:t>
            </a:r>
            <a:r>
              <a:rPr lang="en-US" altLang="en-US" sz="2200" dirty="0">
                <a:latin typeface="Times New Roman" panose="02020603050405020304" pitchFamily="18" charset="0"/>
                <a:cs typeface="Times New Roman" panose="02020603050405020304" pitchFamily="18" charset="0"/>
                <a:sym typeface="Symbol" pitchFamily="18" charset="2"/>
              </a:rPr>
              <a:t> </a:t>
            </a:r>
            <a:r>
              <a:rPr lang="en-US" altLang="en-US" sz="2200" dirty="0" err="1">
                <a:latin typeface="Times New Roman" panose="02020603050405020304" pitchFamily="18" charset="0"/>
                <a:cs typeface="Times New Roman" panose="02020603050405020304" pitchFamily="18" charset="0"/>
                <a:sym typeface="Symbol" pitchFamily="18" charset="2"/>
              </a:rPr>
              <a:t>quan</a:t>
            </a:r>
            <a:r>
              <a:rPr lang="en-US" altLang="en-US" sz="2200" dirty="0">
                <a:latin typeface="Times New Roman" panose="02020603050405020304" pitchFamily="18" charset="0"/>
                <a:cs typeface="Times New Roman" panose="02020603050405020304" pitchFamily="18" charset="0"/>
                <a:sym typeface="Symbol" pitchFamily="18" charset="2"/>
              </a:rPr>
              <a:t> </a:t>
            </a:r>
            <a:r>
              <a:rPr lang="en-US" altLang="en-US" sz="2200" dirty="0" err="1">
                <a:latin typeface="Times New Roman" panose="02020603050405020304" pitchFamily="18" charset="0"/>
                <a:cs typeface="Times New Roman" panose="02020603050405020304" pitchFamily="18" charset="0"/>
                <a:sym typeface="Symbol" pitchFamily="18" charset="2"/>
              </a:rPr>
              <a:t>hệ</a:t>
            </a:r>
            <a:r>
              <a:rPr lang="en-US" altLang="en-US" sz="2200" dirty="0">
                <a:latin typeface="Times New Roman" panose="02020603050405020304" pitchFamily="18" charset="0"/>
                <a:cs typeface="Times New Roman" panose="02020603050405020304" pitchFamily="18" charset="0"/>
                <a:sym typeface="Symbol" pitchFamily="18" charset="2"/>
              </a:rPr>
              <a:t> R(B, C, D)</a:t>
            </a:r>
            <a:endParaRPr lang="en-US" altLang="en-US" dirty="0">
              <a:latin typeface="Times New Roman" panose="02020603050405020304" pitchFamily="18" charset="0"/>
              <a:cs typeface="Times New Roman" panose="02020603050405020304" pitchFamily="18" charset="0"/>
            </a:endParaRPr>
          </a:p>
        </p:txBody>
      </p:sp>
      <p:sp>
        <p:nvSpPr>
          <p:cNvPr id="34822" name="Text Box 6"/>
          <p:cNvSpPr txBox="1">
            <a:spLocks noChangeArrowheads="1"/>
          </p:cNvSpPr>
          <p:nvPr/>
        </p:nvSpPr>
        <p:spPr bwMode="auto">
          <a:xfrm>
            <a:off x="1676400" y="3870325"/>
            <a:ext cx="63246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algn="l" eaLnBrk="1" hangingPunct="1"/>
            <a:r>
              <a:rPr lang="en-US" altLang="en-US" sz="3000" dirty="0">
                <a:latin typeface="Times New Roman" panose="02020603050405020304" pitchFamily="18" charset="0"/>
                <a:cs typeface="Times New Roman" panose="02020603050405020304" pitchFamily="18" charset="0"/>
                <a:sym typeface="Symbol" pitchFamily="18" charset="2"/>
              </a:rPr>
              <a:t></a:t>
            </a:r>
            <a:r>
              <a:rPr lang="en-US" altLang="en-US" sz="2200" baseline="-25000" dirty="0">
                <a:latin typeface="Times New Roman" panose="02020603050405020304" pitchFamily="18" charset="0"/>
                <a:cs typeface="Times New Roman" panose="02020603050405020304" pitchFamily="18" charset="0"/>
                <a:sym typeface="Symbol" pitchFamily="18" charset="2"/>
              </a:rPr>
              <a:t>X, C, D </a:t>
            </a:r>
            <a:r>
              <a:rPr lang="en-US" altLang="en-US" sz="2200" dirty="0">
                <a:latin typeface="Times New Roman" panose="02020603050405020304" pitchFamily="18" charset="0"/>
                <a:cs typeface="Times New Roman" panose="02020603050405020304" pitchFamily="18" charset="0"/>
                <a:sym typeface="Symbol" pitchFamily="18" charset="2"/>
              </a:rPr>
              <a:t>(R)  :  </a:t>
            </a:r>
            <a:r>
              <a:rPr lang="en-US" altLang="en-US" dirty="0" err="1">
                <a:latin typeface="Times New Roman" panose="02020603050405020304" pitchFamily="18" charset="0"/>
                <a:cs typeface="Times New Roman" panose="02020603050405020304" pitchFamily="18" charset="0"/>
              </a:rPr>
              <a:t>Đổi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B </a:t>
            </a:r>
            <a:r>
              <a:rPr lang="en-US" altLang="en-US" dirty="0" err="1">
                <a:latin typeface="Times New Roman" panose="02020603050405020304" pitchFamily="18" charset="0"/>
                <a:cs typeface="Times New Roman" panose="02020603050405020304" pitchFamily="18" charset="0"/>
              </a:rPr>
              <a:t>thành</a:t>
            </a:r>
            <a:r>
              <a:rPr lang="en-US" altLang="en-US" dirty="0">
                <a:latin typeface="Times New Roman" panose="02020603050405020304" pitchFamily="18" charset="0"/>
                <a:cs typeface="Times New Roman" panose="02020603050405020304" pitchFamily="18" charset="0"/>
              </a:rPr>
              <a:t> X</a:t>
            </a:r>
          </a:p>
        </p:txBody>
      </p:sp>
      <p:sp>
        <p:nvSpPr>
          <p:cNvPr id="445448" name="Text Box 8"/>
          <p:cNvSpPr txBox="1">
            <a:spLocks noChangeArrowheads="1"/>
          </p:cNvSpPr>
          <p:nvPr/>
        </p:nvSpPr>
        <p:spPr bwMode="auto">
          <a:xfrm>
            <a:off x="1295400" y="5181600"/>
            <a:ext cx="5867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dirty="0" err="1">
                <a:latin typeface="Times New Roman" panose="02020603050405020304" pitchFamily="18" charset="0"/>
                <a:cs typeface="Times New Roman" panose="02020603050405020304" pitchFamily="18" charset="0"/>
              </a:rPr>
              <a:t>Đổi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R </a:t>
            </a:r>
            <a:r>
              <a:rPr lang="en-US" altLang="en-US" dirty="0" err="1">
                <a:latin typeface="Times New Roman" panose="02020603050405020304" pitchFamily="18" charset="0"/>
                <a:cs typeface="Times New Roman" panose="02020603050405020304" pitchFamily="18" charset="0"/>
              </a:rPr>
              <a:t>thành</a:t>
            </a:r>
            <a:r>
              <a:rPr lang="en-US" altLang="en-US" dirty="0">
                <a:latin typeface="Times New Roman" panose="02020603050405020304" pitchFamily="18" charset="0"/>
                <a:cs typeface="Times New Roman" panose="02020603050405020304" pitchFamily="18" charset="0"/>
              </a:rPr>
              <a:t> S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B </a:t>
            </a:r>
            <a:r>
              <a:rPr lang="en-US" altLang="en-US" dirty="0" err="1">
                <a:latin typeface="Times New Roman" panose="02020603050405020304" pitchFamily="18" charset="0"/>
                <a:cs typeface="Times New Roman" panose="02020603050405020304" pitchFamily="18" charset="0"/>
              </a:rPr>
              <a:t>thành</a:t>
            </a:r>
            <a:r>
              <a:rPr lang="en-US" altLang="en-US" dirty="0">
                <a:latin typeface="Times New Roman" panose="02020603050405020304" pitchFamily="18" charset="0"/>
                <a:cs typeface="Times New Roman" panose="02020603050405020304" pitchFamily="18" charset="0"/>
              </a:rPr>
              <a:t> X</a:t>
            </a:r>
          </a:p>
        </p:txBody>
      </p:sp>
      <p:sp>
        <p:nvSpPr>
          <p:cNvPr id="445449" name="Text Box 9"/>
          <p:cNvSpPr txBox="1">
            <a:spLocks noChangeArrowheads="1"/>
          </p:cNvSpPr>
          <p:nvPr/>
        </p:nvSpPr>
        <p:spPr bwMode="auto">
          <a:xfrm>
            <a:off x="2895600" y="5562600"/>
            <a:ext cx="20574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50000"/>
              </a:spcBef>
              <a:spcAft>
                <a:spcPct val="0"/>
              </a:spcAft>
              <a:defRPr>
                <a:solidFill>
                  <a:schemeClr val="tx1"/>
                </a:solidFill>
                <a:latin typeface="Tahoma" pitchFamily="34" charset="0"/>
              </a:defRPr>
            </a:lvl6pPr>
            <a:lvl7pPr marL="2971800" indent="-228600" algn="ctr" eaLnBrk="0" fontAlgn="base" hangingPunct="0">
              <a:spcBef>
                <a:spcPct val="50000"/>
              </a:spcBef>
              <a:spcAft>
                <a:spcPct val="0"/>
              </a:spcAft>
              <a:defRPr>
                <a:solidFill>
                  <a:schemeClr val="tx1"/>
                </a:solidFill>
                <a:latin typeface="Tahoma" pitchFamily="34" charset="0"/>
              </a:defRPr>
            </a:lvl7pPr>
            <a:lvl8pPr marL="3429000" indent="-228600" algn="ctr" eaLnBrk="0" fontAlgn="base" hangingPunct="0">
              <a:spcBef>
                <a:spcPct val="50000"/>
              </a:spcBef>
              <a:spcAft>
                <a:spcPct val="0"/>
              </a:spcAft>
              <a:defRPr>
                <a:solidFill>
                  <a:schemeClr val="tx1"/>
                </a:solidFill>
                <a:latin typeface="Tahoma" pitchFamily="34" charset="0"/>
              </a:defRPr>
            </a:lvl8pPr>
            <a:lvl9pPr marL="3886200" indent="-228600" algn="ctr" eaLnBrk="0" fontAlgn="base" hangingPunct="0">
              <a:spcBef>
                <a:spcPct val="50000"/>
              </a:spcBef>
              <a:spcAft>
                <a:spcPct val="0"/>
              </a:spcAft>
              <a:defRPr>
                <a:solidFill>
                  <a:schemeClr val="tx1"/>
                </a:solidFill>
                <a:latin typeface="Tahoma" pitchFamily="34" charset="0"/>
              </a:defRPr>
            </a:lvl9pPr>
          </a:lstStyle>
          <a:p>
            <a:pPr eaLnBrk="1" hangingPunct="1"/>
            <a:r>
              <a:rPr lang="en-US" altLang="en-US" sz="3000">
                <a:latin typeface="Times New Roman" panose="02020603050405020304" pitchFamily="18" charset="0"/>
                <a:cs typeface="Times New Roman" panose="02020603050405020304" pitchFamily="18" charset="0"/>
                <a:sym typeface="Symbol" pitchFamily="18" charset="2"/>
              </a:rPr>
              <a:t></a:t>
            </a:r>
            <a:r>
              <a:rPr lang="en-US" altLang="en-US" sz="2200" baseline="-25000">
                <a:latin typeface="Times New Roman" panose="02020603050405020304" pitchFamily="18" charset="0"/>
                <a:cs typeface="Times New Roman" panose="02020603050405020304" pitchFamily="18" charset="0"/>
                <a:sym typeface="Symbol" pitchFamily="18" charset="2"/>
              </a:rPr>
              <a:t>S(X,C,D)</a:t>
            </a:r>
            <a:r>
              <a:rPr lang="en-US" altLang="en-US" sz="2200">
                <a:latin typeface="Times New Roman" panose="02020603050405020304" pitchFamily="18" charset="0"/>
                <a:cs typeface="Times New Roman" panose="02020603050405020304" pitchFamily="18" charset="0"/>
                <a:sym typeface="Symbol" pitchFamily="18" charset="2"/>
              </a:rPr>
              <a:t>(R)</a:t>
            </a:r>
            <a:endParaRPr lang="en-US" altLang="en-US">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59</a:t>
            </a:fld>
            <a:endParaRPr lang="en-US" altLang="en-US"/>
          </a:p>
        </p:txBody>
      </p:sp>
    </p:spTree>
    <p:extLst>
      <p:ext uri="{BB962C8B-B14F-4D97-AF65-F5344CB8AC3E}">
        <p14:creationId xmlns:p14="http://schemas.microsoft.com/office/powerpoint/2010/main" val="27193951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a:solidFill>
                  <a:schemeClr val="tx1"/>
                </a:solidFill>
                <a:latin typeface="Times New Roman" panose="02020603050405020304" pitchFamily="18" charset="0"/>
                <a:cs typeface="Times New Roman" panose="02020603050405020304" pitchFamily="18" charset="0"/>
              </a:rPr>
              <a:t>9.3. </a:t>
            </a:r>
            <a:r>
              <a:rPr lang="en-US" altLang="en-US" sz="3500" b="1" dirty="0" err="1">
                <a:solidFill>
                  <a:schemeClr val="tx1"/>
                </a:solidFill>
                <a:latin typeface="Times New Roman" panose="02020603050405020304" pitchFamily="18" charset="0"/>
                <a:cs typeface="Times New Roman" panose="02020603050405020304" pitchFamily="18" charset="0"/>
              </a:rPr>
              <a:t>Hàm</a:t>
            </a:r>
            <a:r>
              <a:rPr lang="en-US" altLang="en-US" sz="3500" b="1" dirty="0">
                <a:solidFill>
                  <a:schemeClr val="tx1"/>
                </a:solidFill>
                <a:latin typeface="Times New Roman" panose="02020603050405020304" pitchFamily="18" charset="0"/>
                <a:cs typeface="Times New Roman" panose="02020603050405020304" pitchFamily="18" charset="0"/>
              </a:rPr>
              <a:t> </a:t>
            </a:r>
            <a:r>
              <a:rPr lang="en-US" altLang="en-US" sz="3500" b="1" dirty="0" err="1">
                <a:solidFill>
                  <a:schemeClr val="tx1"/>
                </a:solidFill>
                <a:latin typeface="Times New Roman" panose="02020603050405020304" pitchFamily="18" charset="0"/>
                <a:cs typeface="Times New Roman" panose="02020603050405020304" pitchFamily="18" charset="0"/>
              </a:rPr>
              <a:t>kết</a:t>
            </a:r>
            <a:r>
              <a:rPr lang="en-US" altLang="en-US" sz="3500" b="1" dirty="0">
                <a:solidFill>
                  <a:schemeClr val="tx1"/>
                </a:solidFill>
                <a:latin typeface="Times New Roman" panose="02020603050405020304" pitchFamily="18" charset="0"/>
                <a:cs typeface="Times New Roman" panose="02020603050405020304" pitchFamily="18" charset="0"/>
              </a:rPr>
              <a:t> </a:t>
            </a:r>
            <a:r>
              <a:rPr lang="en-US" altLang="en-US" sz="3500" b="1" dirty="0" err="1">
                <a:solidFill>
                  <a:schemeClr val="tx1"/>
                </a:solidFill>
                <a:latin typeface="Times New Roman" panose="02020603050405020304" pitchFamily="18" charset="0"/>
                <a:cs typeface="Times New Roman" panose="02020603050405020304" pitchFamily="18" charset="0"/>
              </a:rPr>
              <a:t>hợp</a:t>
            </a:r>
            <a:r>
              <a:rPr lang="en-US" altLang="en-US" sz="3500" b="1" dirty="0">
                <a:solidFill>
                  <a:schemeClr val="tx1"/>
                </a:solidFill>
                <a:latin typeface="Times New Roman" panose="02020603050405020304" pitchFamily="18" charset="0"/>
                <a:cs typeface="Times New Roman" panose="02020603050405020304" pitchFamily="18" charset="0"/>
              </a:rPr>
              <a:t> </a:t>
            </a:r>
          </a:p>
        </p:txBody>
      </p:sp>
      <p:sp>
        <p:nvSpPr>
          <p:cNvPr id="68611" name="Rectangle 3"/>
          <p:cNvSpPr>
            <a:spLocks noGrp="1" noChangeArrowheads="1"/>
          </p:cNvSpPr>
          <p:nvPr>
            <p:ph sz="quarter" idx="1"/>
          </p:nvPr>
        </p:nvSpPr>
        <p:spPr>
          <a:xfrm>
            <a:off x="457200" y="1295400"/>
            <a:ext cx="8229600" cy="4835525"/>
          </a:xfrm>
        </p:spPr>
        <p:txBody>
          <a:bodyPr/>
          <a:lstStyle/>
          <a:p>
            <a:pPr eaLnBrk="1" hangingPunct="1"/>
            <a:r>
              <a:rPr lang="en-US" altLang="en-US" dirty="0" err="1">
                <a:latin typeface="Times New Roman" panose="02020603050405020304" pitchFamily="18" charset="0"/>
                <a:cs typeface="Times New Roman" panose="02020603050405020304" pitchFamily="18" charset="0"/>
              </a:rPr>
              <a:t>Nhận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tập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giá</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trị</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về</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một</a:t>
            </a:r>
            <a:r>
              <a:rPr lang="en-US" altLang="en-US" dirty="0">
                <a:latin typeface="Times New Roman" panose="02020603050405020304" pitchFamily="18" charset="0"/>
                <a:cs typeface="Times New Roman" panose="02020603050405020304" pitchFamily="18" charset="0"/>
              </a:rPr>
              <a:t> </a:t>
            </a:r>
            <a:r>
              <a:rPr lang="en-US" altLang="en-US" u="sng" dirty="0" err="1">
                <a:latin typeface="Times New Roman" panose="02020603050405020304" pitchFamily="18" charset="0"/>
                <a:cs typeface="Times New Roman" panose="02020603050405020304" pitchFamily="18" charset="0"/>
              </a:rPr>
              <a:t>giá</a:t>
            </a:r>
            <a:r>
              <a:rPr lang="en-US" altLang="en-US" u="sng" dirty="0">
                <a:latin typeface="Times New Roman" panose="02020603050405020304" pitchFamily="18" charset="0"/>
                <a:cs typeface="Times New Roman" panose="02020603050405020304" pitchFamily="18" charset="0"/>
              </a:rPr>
              <a:t> </a:t>
            </a:r>
            <a:r>
              <a:rPr lang="en-US" altLang="en-US" u="sng" dirty="0" err="1">
                <a:latin typeface="Times New Roman" panose="02020603050405020304" pitchFamily="18" charset="0"/>
                <a:cs typeface="Times New Roman" panose="02020603050405020304" pitchFamily="18" charset="0"/>
              </a:rPr>
              <a:t>trị</a:t>
            </a:r>
            <a:r>
              <a:rPr lang="en-US" altLang="en-US" u="sng" dirty="0">
                <a:latin typeface="Times New Roman" panose="02020603050405020304" pitchFamily="18" charset="0"/>
                <a:cs typeface="Times New Roman" panose="02020603050405020304" pitchFamily="18" charset="0"/>
              </a:rPr>
              <a:t> </a:t>
            </a:r>
            <a:r>
              <a:rPr lang="en-US" altLang="en-US" u="sng" dirty="0" err="1">
                <a:latin typeface="Times New Roman" panose="02020603050405020304" pitchFamily="18" charset="0"/>
                <a:cs typeface="Times New Roman" panose="02020603050405020304" pitchFamily="18" charset="0"/>
              </a:rPr>
              <a:t>đơn</a:t>
            </a:r>
            <a:endParaRPr lang="en-US" altLang="en-US" u="sng" dirty="0">
              <a:latin typeface="Times New Roman" panose="02020603050405020304" pitchFamily="18" charset="0"/>
              <a:cs typeface="Times New Roman" panose="02020603050405020304" pitchFamily="18" charset="0"/>
            </a:endParaRPr>
          </a:p>
          <a:p>
            <a:pPr lvl="1" eaLnBrk="1" hangingPunct="1"/>
            <a:r>
              <a:rPr lang="en-US" altLang="en-US" dirty="0">
                <a:latin typeface="Times New Roman" panose="02020603050405020304" pitchFamily="18" charset="0"/>
                <a:cs typeface="Times New Roman" panose="02020603050405020304" pitchFamily="18" charset="0"/>
              </a:rPr>
              <a:t>AVG</a:t>
            </a:r>
          </a:p>
          <a:p>
            <a:pPr lvl="1" eaLnBrk="1" hangingPunct="1"/>
            <a:r>
              <a:rPr lang="en-US" altLang="en-US" dirty="0">
                <a:latin typeface="Times New Roman" panose="02020603050405020304" pitchFamily="18" charset="0"/>
                <a:cs typeface="Times New Roman" panose="02020603050405020304" pitchFamily="18" charset="0"/>
              </a:rPr>
              <a:t>MIN</a:t>
            </a:r>
          </a:p>
          <a:p>
            <a:pPr lvl="1" eaLnBrk="1" hangingPunct="1"/>
            <a:r>
              <a:rPr lang="en-US" altLang="en-US" dirty="0">
                <a:latin typeface="Times New Roman" panose="02020603050405020304" pitchFamily="18" charset="0"/>
                <a:cs typeface="Times New Roman" panose="02020603050405020304" pitchFamily="18" charset="0"/>
              </a:rPr>
              <a:t>MAX</a:t>
            </a:r>
          </a:p>
          <a:p>
            <a:pPr lvl="1" eaLnBrk="1" hangingPunct="1"/>
            <a:r>
              <a:rPr lang="en-US" altLang="en-US" dirty="0">
                <a:latin typeface="Times New Roman" panose="02020603050405020304" pitchFamily="18" charset="0"/>
                <a:cs typeface="Times New Roman" panose="02020603050405020304" pitchFamily="18" charset="0"/>
              </a:rPr>
              <a:t>SUM</a:t>
            </a:r>
          </a:p>
          <a:p>
            <a:pPr lvl="1" eaLnBrk="1" hangingPunct="1"/>
            <a:r>
              <a:rPr lang="en-US" altLang="en-US" dirty="0">
                <a:latin typeface="Times New Roman" panose="02020603050405020304" pitchFamily="18" charset="0"/>
                <a:cs typeface="Times New Roman" panose="02020603050405020304" pitchFamily="18" charset="0"/>
              </a:rPr>
              <a:t>COUNT</a:t>
            </a:r>
          </a:p>
          <a:p>
            <a:pPr lvl="1" eaLnBrk="1" hangingPunct="1"/>
            <a:endParaRPr lang="en-US" altLang="en-US" dirty="0">
              <a:latin typeface="Times New Roman" panose="02020603050405020304" pitchFamily="18" charset="0"/>
              <a:cs typeface="Times New Roman" panose="02020603050405020304" pitchFamily="18" charset="0"/>
            </a:endParaRPr>
          </a:p>
          <a:p>
            <a:pPr lvl="1" eaLnBrk="1" hangingPunct="1"/>
            <a:endParaRPr lang="en-US" altLang="en-US"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60</a:t>
            </a:fld>
            <a:endParaRPr lang="en-US" altLang="en-US"/>
          </a:p>
        </p:txBody>
      </p:sp>
    </p:spTree>
    <p:extLst>
      <p:ext uri="{BB962C8B-B14F-4D97-AF65-F5344CB8AC3E}">
        <p14:creationId xmlns:p14="http://schemas.microsoft.com/office/powerpoint/2010/main" val="8395285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457200" y="354013"/>
            <a:ext cx="8534400" cy="620712"/>
          </a:xfrm>
        </p:spPr>
        <p:txBody>
          <a:bodyPr>
            <a:normAutofit fontScale="90000"/>
          </a:bodyPr>
          <a:lstStyle/>
          <a:p>
            <a:r>
              <a:rPr lang="en-US" altLang="en-US" sz="3500" b="1" dirty="0">
                <a:solidFill>
                  <a:schemeClr val="tx1"/>
                </a:solidFill>
                <a:latin typeface="Times New Roman" panose="02020603050405020304" pitchFamily="18" charset="0"/>
                <a:cs typeface="Times New Roman" panose="02020603050405020304" pitchFamily="18" charset="0"/>
              </a:rPr>
              <a:t>9.3. </a:t>
            </a:r>
            <a:r>
              <a:rPr lang="en-US" altLang="en-US" sz="3500" b="1" dirty="0" err="1">
                <a:solidFill>
                  <a:schemeClr val="tx1"/>
                </a:solidFill>
                <a:latin typeface="Times New Roman" panose="02020603050405020304" pitchFamily="18" charset="0"/>
                <a:cs typeface="Times New Roman" panose="02020603050405020304" pitchFamily="18" charset="0"/>
              </a:rPr>
              <a:t>Hàm</a:t>
            </a:r>
            <a:r>
              <a:rPr lang="en-US" altLang="en-US" sz="3500" b="1" dirty="0">
                <a:solidFill>
                  <a:schemeClr val="tx1"/>
                </a:solidFill>
                <a:latin typeface="Times New Roman" panose="02020603050405020304" pitchFamily="18" charset="0"/>
                <a:cs typeface="Times New Roman" panose="02020603050405020304" pitchFamily="18" charset="0"/>
              </a:rPr>
              <a:t> </a:t>
            </a:r>
            <a:r>
              <a:rPr lang="en-US" altLang="en-US" sz="3500" b="1" dirty="0" err="1">
                <a:solidFill>
                  <a:schemeClr val="tx1"/>
                </a:solidFill>
                <a:latin typeface="Times New Roman" panose="02020603050405020304" pitchFamily="18" charset="0"/>
                <a:cs typeface="Times New Roman" panose="02020603050405020304" pitchFamily="18" charset="0"/>
              </a:rPr>
              <a:t>kết</a:t>
            </a:r>
            <a:r>
              <a:rPr lang="en-US" altLang="en-US" sz="3500" b="1" dirty="0">
                <a:solidFill>
                  <a:schemeClr val="tx1"/>
                </a:solidFill>
                <a:latin typeface="Times New Roman" panose="02020603050405020304" pitchFamily="18" charset="0"/>
                <a:cs typeface="Times New Roman" panose="02020603050405020304" pitchFamily="18" charset="0"/>
              </a:rPr>
              <a:t> </a:t>
            </a:r>
            <a:r>
              <a:rPr lang="en-US" altLang="en-US" sz="3500" b="1" dirty="0" err="1">
                <a:solidFill>
                  <a:schemeClr val="tx1"/>
                </a:solidFill>
                <a:latin typeface="Times New Roman" panose="02020603050405020304" pitchFamily="18" charset="0"/>
                <a:cs typeface="Times New Roman" panose="02020603050405020304" pitchFamily="18" charset="0"/>
              </a:rPr>
              <a:t>hợp</a:t>
            </a:r>
            <a:r>
              <a:rPr lang="en-US" altLang="en-US" sz="3500" b="1" dirty="0">
                <a:solidFill>
                  <a:schemeClr val="tx1"/>
                </a:solidFill>
                <a:latin typeface="Times New Roman" panose="02020603050405020304" pitchFamily="18" charset="0"/>
                <a:cs typeface="Times New Roman" panose="02020603050405020304" pitchFamily="18" charset="0"/>
              </a:rPr>
              <a:t> </a:t>
            </a:r>
            <a:endParaRPr lang="en-US" altLang="en-US" sz="3500" b="1" dirty="0">
              <a:solidFill>
                <a:schemeClr val="tx1"/>
              </a:solidFill>
            </a:endParaRPr>
          </a:p>
        </p:txBody>
      </p:sp>
      <p:sp>
        <p:nvSpPr>
          <p:cNvPr id="69635" name="Rectangle 3"/>
          <p:cNvSpPr>
            <a:spLocks noGrp="1" noChangeArrowheads="1"/>
          </p:cNvSpPr>
          <p:nvPr>
            <p:ph sz="quarter" idx="1"/>
          </p:nvPr>
        </p:nvSpPr>
        <p:spPr>
          <a:xfrm>
            <a:off x="457200" y="1295400"/>
            <a:ext cx="8229600" cy="4835525"/>
          </a:xfrm>
        </p:spPr>
        <p:txBody>
          <a:bodyPr/>
          <a:lstStyle/>
          <a:p>
            <a:pPr eaLnBrk="1" hangingPunct="1"/>
            <a:r>
              <a:rPr lang="en-US" altLang="en-US"/>
              <a:t>Ví dụ</a:t>
            </a:r>
          </a:p>
          <a:p>
            <a:pPr lvl="1" eaLnBrk="1" hangingPunct="1"/>
            <a:endParaRPr lang="en-US" altLang="en-US"/>
          </a:p>
          <a:p>
            <a:pPr lvl="1" eaLnBrk="1" hangingPunct="1"/>
            <a:endParaRPr lang="en-US" altLang="en-US"/>
          </a:p>
          <a:p>
            <a:pPr lvl="1" eaLnBrk="1" hangingPunct="1"/>
            <a:endParaRPr lang="en-US" altLang="en-US"/>
          </a:p>
        </p:txBody>
      </p:sp>
      <p:grpSp>
        <p:nvGrpSpPr>
          <p:cNvPr id="69636" name="Group 24"/>
          <p:cNvGrpSpPr>
            <a:grpSpLocks/>
          </p:cNvGrpSpPr>
          <p:nvPr/>
        </p:nvGrpSpPr>
        <p:grpSpPr bwMode="auto">
          <a:xfrm>
            <a:off x="1295400" y="2514600"/>
            <a:ext cx="1447800" cy="1600200"/>
            <a:chOff x="576" y="1440"/>
            <a:chExt cx="912" cy="1008"/>
          </a:xfrm>
        </p:grpSpPr>
        <p:sp>
          <p:nvSpPr>
            <p:cNvPr id="69638" name="Line 5"/>
            <p:cNvSpPr>
              <a:spLocks noChangeShapeType="1"/>
            </p:cNvSpPr>
            <p:nvPr/>
          </p:nvSpPr>
          <p:spPr bwMode="auto">
            <a:xfrm>
              <a:off x="576" y="1632"/>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9639" name="Text Box 6"/>
            <p:cNvSpPr txBox="1">
              <a:spLocks noChangeArrowheads="1"/>
            </p:cNvSpPr>
            <p:nvPr/>
          </p:nvSpPr>
          <p:spPr bwMode="auto">
            <a:xfrm>
              <a:off x="912" y="144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A</a:t>
              </a:r>
            </a:p>
          </p:txBody>
        </p:sp>
        <p:sp>
          <p:nvSpPr>
            <p:cNvPr id="69640" name="Text Box 7"/>
            <p:cNvSpPr txBox="1">
              <a:spLocks noChangeArrowheads="1"/>
            </p:cNvSpPr>
            <p:nvPr/>
          </p:nvSpPr>
          <p:spPr bwMode="auto">
            <a:xfrm>
              <a:off x="1200" y="144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B</a:t>
              </a:r>
            </a:p>
          </p:txBody>
        </p:sp>
        <p:sp>
          <p:nvSpPr>
            <p:cNvPr id="69641" name="Text Box 8"/>
            <p:cNvSpPr txBox="1">
              <a:spLocks noChangeArrowheads="1"/>
            </p:cNvSpPr>
            <p:nvPr/>
          </p:nvSpPr>
          <p:spPr bwMode="auto">
            <a:xfrm>
              <a:off x="912"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69642" name="Line 9"/>
            <p:cNvSpPr>
              <a:spLocks noChangeShapeType="1"/>
            </p:cNvSpPr>
            <p:nvPr/>
          </p:nvSpPr>
          <p:spPr bwMode="auto">
            <a:xfrm>
              <a:off x="576" y="1440"/>
              <a:ext cx="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9643" name="Line 10"/>
            <p:cNvSpPr>
              <a:spLocks noChangeShapeType="1"/>
            </p:cNvSpPr>
            <p:nvPr/>
          </p:nvSpPr>
          <p:spPr bwMode="auto">
            <a:xfrm>
              <a:off x="912" y="2448"/>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9644" name="Text Box 11"/>
            <p:cNvSpPr txBox="1">
              <a:spLocks noChangeArrowheads="1"/>
            </p:cNvSpPr>
            <p:nvPr/>
          </p:nvSpPr>
          <p:spPr bwMode="auto">
            <a:xfrm>
              <a:off x="576" y="1440"/>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t>R</a:t>
              </a:r>
            </a:p>
          </p:txBody>
        </p:sp>
        <p:sp>
          <p:nvSpPr>
            <p:cNvPr id="69645" name="Line 12"/>
            <p:cNvSpPr>
              <a:spLocks noChangeShapeType="1"/>
            </p:cNvSpPr>
            <p:nvPr/>
          </p:nvSpPr>
          <p:spPr bwMode="auto">
            <a:xfrm>
              <a:off x="576" y="1440"/>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9646" name="Text Box 13"/>
            <p:cNvSpPr txBox="1">
              <a:spLocks noChangeArrowheads="1"/>
            </p:cNvSpPr>
            <p:nvPr/>
          </p:nvSpPr>
          <p:spPr bwMode="auto">
            <a:xfrm>
              <a:off x="912" y="187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3</a:t>
              </a:r>
            </a:p>
          </p:txBody>
        </p:sp>
        <p:grpSp>
          <p:nvGrpSpPr>
            <p:cNvPr id="69647" name="Group 14"/>
            <p:cNvGrpSpPr>
              <a:grpSpLocks/>
            </p:cNvGrpSpPr>
            <p:nvPr/>
          </p:nvGrpSpPr>
          <p:grpSpPr bwMode="auto">
            <a:xfrm>
              <a:off x="912" y="1440"/>
              <a:ext cx="576" cy="1008"/>
              <a:chOff x="960" y="2880"/>
              <a:chExt cx="576" cy="1008"/>
            </a:xfrm>
          </p:grpSpPr>
          <p:sp>
            <p:nvSpPr>
              <p:cNvPr id="69654" name="Line 15"/>
              <p:cNvSpPr>
                <a:spLocks noChangeShapeType="1"/>
              </p:cNvSpPr>
              <p:nvPr/>
            </p:nvSpPr>
            <p:spPr bwMode="auto">
              <a:xfrm>
                <a:off x="1248"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9655" name="Line 16"/>
              <p:cNvSpPr>
                <a:spLocks noChangeShapeType="1"/>
              </p:cNvSpPr>
              <p:nvPr/>
            </p:nvSpPr>
            <p:spPr bwMode="auto">
              <a:xfrm>
                <a:off x="960"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9656" name="Line 17"/>
              <p:cNvSpPr>
                <a:spLocks noChangeShapeType="1"/>
              </p:cNvSpPr>
              <p:nvPr/>
            </p:nvSpPr>
            <p:spPr bwMode="auto">
              <a:xfrm>
                <a:off x="1536" y="2880"/>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69648" name="Text Box 18"/>
            <p:cNvSpPr txBox="1">
              <a:spLocks noChangeArrowheads="1"/>
            </p:cNvSpPr>
            <p:nvPr/>
          </p:nvSpPr>
          <p:spPr bwMode="auto">
            <a:xfrm>
              <a:off x="1200" y="16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sp>
          <p:nvSpPr>
            <p:cNvPr id="69649" name="Text Box 19"/>
            <p:cNvSpPr txBox="1">
              <a:spLocks noChangeArrowheads="1"/>
            </p:cNvSpPr>
            <p:nvPr/>
          </p:nvSpPr>
          <p:spPr bwMode="auto">
            <a:xfrm>
              <a:off x="1200" y="187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4</a:t>
              </a:r>
            </a:p>
          </p:txBody>
        </p:sp>
        <p:sp>
          <p:nvSpPr>
            <p:cNvPr id="69650" name="Text Box 20"/>
            <p:cNvSpPr txBox="1">
              <a:spLocks noChangeArrowheads="1"/>
            </p:cNvSpPr>
            <p:nvPr/>
          </p:nvSpPr>
          <p:spPr bwMode="auto">
            <a:xfrm>
              <a:off x="912" y="206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69651" name="Text Box 21"/>
            <p:cNvSpPr txBox="1">
              <a:spLocks noChangeArrowheads="1"/>
            </p:cNvSpPr>
            <p:nvPr/>
          </p:nvSpPr>
          <p:spPr bwMode="auto">
            <a:xfrm>
              <a:off x="912" y="225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a:t>
              </a:r>
            </a:p>
          </p:txBody>
        </p:sp>
        <p:sp>
          <p:nvSpPr>
            <p:cNvPr id="69652" name="Text Box 22"/>
            <p:cNvSpPr txBox="1">
              <a:spLocks noChangeArrowheads="1"/>
            </p:cNvSpPr>
            <p:nvPr/>
          </p:nvSpPr>
          <p:spPr bwMode="auto">
            <a:xfrm>
              <a:off x="1200" y="206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sp>
          <p:nvSpPr>
            <p:cNvPr id="69653" name="Text Box 23"/>
            <p:cNvSpPr txBox="1">
              <a:spLocks noChangeArrowheads="1"/>
            </p:cNvSpPr>
            <p:nvPr/>
          </p:nvSpPr>
          <p:spPr bwMode="auto">
            <a:xfrm>
              <a:off x="1200" y="225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grpSp>
      <p:sp>
        <p:nvSpPr>
          <p:cNvPr id="69637" name="Text Box 25"/>
          <p:cNvSpPr txBox="1">
            <a:spLocks noChangeArrowheads="1"/>
          </p:cNvSpPr>
          <p:nvPr/>
        </p:nvSpPr>
        <p:spPr bwMode="auto">
          <a:xfrm>
            <a:off x="4114800" y="2209800"/>
            <a:ext cx="2133600" cy="2439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a:t>SUM(B) = 10</a:t>
            </a:r>
          </a:p>
          <a:p>
            <a:pPr algn="l" eaLnBrk="1" hangingPunct="1"/>
            <a:r>
              <a:rPr lang="en-US" altLang="en-US" sz="2200"/>
              <a:t>AVG(A) = 1.5</a:t>
            </a:r>
          </a:p>
          <a:p>
            <a:pPr algn="l" eaLnBrk="1" hangingPunct="1"/>
            <a:r>
              <a:rPr lang="en-US" altLang="en-US" sz="2200"/>
              <a:t>MIN(A) = 1</a:t>
            </a:r>
          </a:p>
          <a:p>
            <a:pPr algn="l" eaLnBrk="1" hangingPunct="1"/>
            <a:r>
              <a:rPr lang="en-US" altLang="en-US" sz="2200"/>
              <a:t>MAX(B) = 4</a:t>
            </a:r>
          </a:p>
          <a:p>
            <a:pPr algn="l" eaLnBrk="1" hangingPunct="1"/>
            <a:r>
              <a:rPr lang="en-US" altLang="en-US" sz="2200"/>
              <a:t>COUNT(A) = 4</a:t>
            </a: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61</a:t>
            </a:fld>
            <a:endParaRPr lang="en-US" altLang="en-US"/>
          </a:p>
        </p:txBody>
      </p:sp>
    </p:spTree>
    <p:extLst>
      <p:ext uri="{BB962C8B-B14F-4D97-AF65-F5344CB8AC3E}">
        <p14:creationId xmlns:p14="http://schemas.microsoft.com/office/powerpoint/2010/main" val="37749275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a:solidFill>
                  <a:schemeClr val="tx1"/>
                </a:solidFill>
                <a:latin typeface="Times New Roman" panose="02020603050405020304" pitchFamily="18" charset="0"/>
                <a:cs typeface="Times New Roman" panose="02020603050405020304" pitchFamily="18" charset="0"/>
              </a:rPr>
              <a:t>9.4. </a:t>
            </a:r>
            <a:r>
              <a:rPr lang="en-US" altLang="en-US" sz="3500" b="1" dirty="0" err="1">
                <a:solidFill>
                  <a:schemeClr val="tx1"/>
                </a:solidFill>
                <a:latin typeface="Times New Roman" panose="02020603050405020304" pitchFamily="18" charset="0"/>
                <a:cs typeface="Times New Roman" panose="02020603050405020304" pitchFamily="18" charset="0"/>
              </a:rPr>
              <a:t>Phép</a:t>
            </a:r>
            <a:r>
              <a:rPr lang="en-US" altLang="en-US" sz="3500" b="1" dirty="0">
                <a:solidFill>
                  <a:schemeClr val="tx1"/>
                </a:solidFill>
                <a:latin typeface="Times New Roman" panose="02020603050405020304" pitchFamily="18" charset="0"/>
                <a:cs typeface="Times New Roman" panose="02020603050405020304" pitchFamily="18" charset="0"/>
              </a:rPr>
              <a:t> </a:t>
            </a:r>
            <a:r>
              <a:rPr lang="en-US" altLang="en-US" sz="3500" b="1" dirty="0" err="1">
                <a:solidFill>
                  <a:schemeClr val="tx1"/>
                </a:solidFill>
                <a:latin typeface="Times New Roman" panose="02020603050405020304" pitchFamily="18" charset="0"/>
                <a:cs typeface="Times New Roman" panose="02020603050405020304" pitchFamily="18" charset="0"/>
              </a:rPr>
              <a:t>gom</a:t>
            </a:r>
            <a:r>
              <a:rPr lang="en-US" altLang="en-US" sz="3500" b="1" dirty="0">
                <a:solidFill>
                  <a:schemeClr val="tx1"/>
                </a:solidFill>
                <a:latin typeface="Times New Roman" panose="02020603050405020304" pitchFamily="18" charset="0"/>
                <a:cs typeface="Times New Roman" panose="02020603050405020304" pitchFamily="18" charset="0"/>
              </a:rPr>
              <a:t> </a:t>
            </a:r>
            <a:r>
              <a:rPr lang="en-US" altLang="en-US" sz="3500" b="1" dirty="0" err="1">
                <a:solidFill>
                  <a:schemeClr val="tx1"/>
                </a:solidFill>
                <a:latin typeface="Times New Roman" panose="02020603050405020304" pitchFamily="18" charset="0"/>
                <a:cs typeface="Times New Roman" panose="02020603050405020304" pitchFamily="18" charset="0"/>
              </a:rPr>
              <a:t>nhóm</a:t>
            </a:r>
            <a:endParaRPr lang="en-US" altLang="en-US" sz="3500" b="1" dirty="0">
              <a:solidFill>
                <a:schemeClr val="tx1"/>
              </a:solidFill>
              <a:latin typeface="Times New Roman" panose="02020603050405020304" pitchFamily="18" charset="0"/>
              <a:cs typeface="Times New Roman" panose="02020603050405020304" pitchFamily="18" charset="0"/>
            </a:endParaRPr>
          </a:p>
        </p:txBody>
      </p:sp>
      <p:sp>
        <p:nvSpPr>
          <p:cNvPr id="70659" name="Rectangle 3"/>
          <p:cNvSpPr>
            <a:spLocks noGrp="1" noChangeArrowheads="1"/>
          </p:cNvSpPr>
          <p:nvPr>
            <p:ph sz="quarter" idx="1"/>
          </p:nvPr>
        </p:nvSpPr>
        <p:spPr>
          <a:xfrm>
            <a:off x="304800" y="1295400"/>
            <a:ext cx="8534400" cy="4835525"/>
          </a:xfrm>
        </p:spPr>
        <p:txBody>
          <a:bodyPr/>
          <a:lstStyle/>
          <a:p>
            <a:pPr eaLnBrk="1" hangingPunct="1"/>
            <a:r>
              <a:rPr lang="en-US" altLang="en-US" dirty="0" err="1">
                <a:latin typeface="Times New Roman" panose="02020603050405020304" pitchFamily="18" charset="0"/>
                <a:cs typeface="Times New Roman" panose="02020603050405020304" pitchFamily="18" charset="0"/>
              </a:rPr>
              <a:t>Được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dùng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để</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phân</a:t>
            </a:r>
            <a:r>
              <a:rPr lang="en-US" altLang="en-US" dirty="0">
                <a:latin typeface="Times New Roman" panose="02020603050405020304" pitchFamily="18" charset="0"/>
                <a:cs typeface="Times New Roman" panose="02020603050405020304" pitchFamily="18" charset="0"/>
              </a:rPr>
              <a:t> chia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thành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nhiều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nhóm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dựa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điều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kiện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gom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nhóm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nào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đó</a:t>
            </a:r>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err="1">
                <a:latin typeface="Times New Roman" panose="02020603050405020304" pitchFamily="18" charset="0"/>
                <a:cs typeface="Times New Roman" panose="02020603050405020304" pitchFamily="18" charset="0"/>
              </a:rPr>
              <a:t>Ký</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hiệu</a:t>
            </a:r>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a:latin typeface="Times New Roman" panose="02020603050405020304" pitchFamily="18" charset="0"/>
                <a:cs typeface="Times New Roman" panose="02020603050405020304" pitchFamily="18" charset="0"/>
              </a:rPr>
              <a:t>E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biểu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thức</a:t>
            </a:r>
            <a:r>
              <a:rPr lang="en-US" altLang="en-US" dirty="0">
                <a:latin typeface="Times New Roman" panose="02020603050405020304" pitchFamily="18" charset="0"/>
                <a:cs typeface="Times New Roman" panose="02020603050405020304" pitchFamily="18" charset="0"/>
              </a:rPr>
              <a:t> ĐSQH</a:t>
            </a:r>
          </a:p>
          <a:p>
            <a:pPr lvl="1" eaLnBrk="1" hangingPunct="1"/>
            <a:r>
              <a:rPr lang="en-US" altLang="en-US" dirty="0">
                <a:latin typeface="Times New Roman" panose="02020603050405020304" pitchFamily="18" charset="0"/>
                <a:cs typeface="Times New Roman" panose="02020603050405020304" pitchFamily="18" charset="0"/>
              </a:rPr>
              <a:t>G1, G2, …, </a:t>
            </a:r>
            <a:r>
              <a:rPr lang="en-US" altLang="en-US" dirty="0" err="1">
                <a:latin typeface="Times New Roman" panose="02020603050405020304" pitchFamily="18" charset="0"/>
                <a:cs typeface="Times New Roman" panose="02020603050405020304" pitchFamily="18" charset="0"/>
              </a:rPr>
              <a:t>Gn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gom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nhóm</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a:latin typeface="Times New Roman" panose="02020603050405020304" pitchFamily="18" charset="0"/>
                <a:cs typeface="Times New Roman" panose="02020603050405020304" pitchFamily="18" charset="0"/>
              </a:rPr>
              <a:t>F1, F2, …, </a:t>
            </a:r>
            <a:r>
              <a:rPr lang="en-US" altLang="en-US" dirty="0" err="1">
                <a:latin typeface="Times New Roman" panose="02020603050405020304" pitchFamily="18" charset="0"/>
                <a:cs typeface="Times New Roman" panose="02020603050405020304" pitchFamily="18" charset="0"/>
              </a:rPr>
              <a:t>Fn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hàm</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a:latin typeface="Times New Roman" panose="02020603050405020304" pitchFamily="18" charset="0"/>
                <a:cs typeface="Times New Roman" panose="02020603050405020304" pitchFamily="18" charset="0"/>
              </a:rPr>
              <a:t>A1, A2, …, An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toán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trong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hàm</a:t>
            </a:r>
            <a:r>
              <a:rPr lang="en-US" altLang="en-US" dirty="0">
                <a:latin typeface="Times New Roman" panose="02020603050405020304" pitchFamily="18" charset="0"/>
                <a:cs typeface="Times New Roman" panose="02020603050405020304" pitchFamily="18" charset="0"/>
              </a:rPr>
              <a:t> F</a:t>
            </a:r>
          </a:p>
        </p:txBody>
      </p:sp>
      <p:sp>
        <p:nvSpPr>
          <p:cNvPr id="70660" name="Text Box 4"/>
          <p:cNvSpPr txBox="1">
            <a:spLocks noChangeArrowheads="1"/>
          </p:cNvSpPr>
          <p:nvPr/>
        </p:nvSpPr>
        <p:spPr bwMode="auto">
          <a:xfrm>
            <a:off x="1371600" y="2422525"/>
            <a:ext cx="56388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600" dirty="0">
                <a:latin typeface="Times New Roman" panose="02020603050405020304" pitchFamily="18" charset="0"/>
                <a:cs typeface="Times New Roman" panose="02020603050405020304" pitchFamily="18" charset="0"/>
              </a:rPr>
              <a:t>G1, G2, …, Gn</a:t>
            </a:r>
            <a:r>
              <a:rPr lang="en-US" altLang="en-US" sz="3000" dirty="0">
                <a:latin typeface="Times New Roman" panose="02020603050405020304" pitchFamily="18" charset="0"/>
                <a:cs typeface="Times New Roman" panose="02020603050405020304" pitchFamily="18" charset="0"/>
                <a:sym typeface="Symbol" pitchFamily="18" charset="2"/>
              </a:rPr>
              <a:t></a:t>
            </a:r>
            <a:r>
              <a:rPr lang="en-US" sz="2400" dirty="0">
                <a:solidFill>
                  <a:schemeClr val="folHlink"/>
                </a:solidFill>
                <a:effectLst>
                  <a:outerShdw blurRad="38100" dist="38100" dir="2700000" algn="tl">
                    <a:srgbClr val="C0C0C0"/>
                  </a:outerShdw>
                </a:effectLst>
                <a:latin typeface="Script MT Bold" pitchFamily="66" charset="0"/>
                <a:sym typeface="Symbol" pitchFamily="18" charset="2"/>
              </a:rPr>
              <a:t>I</a:t>
            </a:r>
            <a:r>
              <a:rPr lang="en-US" altLang="en-US" sz="2200" baseline="-25000" dirty="0">
                <a:latin typeface="Times New Roman" panose="02020603050405020304" pitchFamily="18" charset="0"/>
                <a:cs typeface="Times New Roman" panose="02020603050405020304" pitchFamily="18" charset="0"/>
                <a:sym typeface="Symbol" pitchFamily="18" charset="2"/>
              </a:rPr>
              <a:t>F1(A1), F2(A2), …, </a:t>
            </a:r>
            <a:r>
              <a:rPr lang="en-US" altLang="en-US" sz="2200" baseline="-25000" dirty="0" err="1">
                <a:latin typeface="Times New Roman" panose="02020603050405020304" pitchFamily="18" charset="0"/>
                <a:cs typeface="Times New Roman" panose="02020603050405020304" pitchFamily="18" charset="0"/>
                <a:sym typeface="Symbol" pitchFamily="18" charset="2"/>
              </a:rPr>
              <a:t>Fn</a:t>
            </a:r>
            <a:r>
              <a:rPr lang="en-US" altLang="en-US" sz="2200" baseline="-25000" dirty="0">
                <a:latin typeface="Times New Roman" panose="02020603050405020304" pitchFamily="18" charset="0"/>
                <a:cs typeface="Times New Roman" panose="02020603050405020304" pitchFamily="18" charset="0"/>
                <a:sym typeface="Symbol" pitchFamily="18" charset="2"/>
              </a:rPr>
              <a:t>(An)</a:t>
            </a:r>
            <a:r>
              <a:rPr lang="en-US" altLang="en-US" sz="2200" dirty="0">
                <a:latin typeface="Times New Roman" panose="02020603050405020304" pitchFamily="18" charset="0"/>
                <a:cs typeface="Times New Roman" panose="02020603050405020304" pitchFamily="18" charset="0"/>
                <a:sym typeface="Symbol" pitchFamily="18" charset="2"/>
              </a:rPr>
              <a:t>(E)</a:t>
            </a: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62</a:t>
            </a:fld>
            <a:endParaRPr lang="en-US" altLang="en-US"/>
          </a:p>
        </p:txBody>
      </p:sp>
    </p:spTree>
    <p:extLst>
      <p:ext uri="{BB962C8B-B14F-4D97-AF65-F5344CB8AC3E}">
        <p14:creationId xmlns:p14="http://schemas.microsoft.com/office/powerpoint/2010/main" val="42743644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457200" y="354013"/>
            <a:ext cx="8534400" cy="620712"/>
          </a:xfrm>
        </p:spPr>
        <p:txBody>
          <a:bodyPr>
            <a:normAutofit fontScale="90000"/>
          </a:bodyPr>
          <a:lstStyle/>
          <a:p>
            <a:r>
              <a:rPr lang="en-US" altLang="en-US" sz="3500" b="1" dirty="0">
                <a:solidFill>
                  <a:schemeClr val="tx1"/>
                </a:solidFill>
                <a:latin typeface="Times New Roman" panose="02020603050405020304" pitchFamily="18" charset="0"/>
                <a:cs typeface="Times New Roman" panose="02020603050405020304" pitchFamily="18" charset="0"/>
              </a:rPr>
              <a:t>9.4. </a:t>
            </a:r>
            <a:r>
              <a:rPr lang="en-US" altLang="en-US" sz="3500" b="1" dirty="0" err="1">
                <a:solidFill>
                  <a:schemeClr val="tx1"/>
                </a:solidFill>
                <a:latin typeface="Times New Roman" panose="02020603050405020304" pitchFamily="18" charset="0"/>
                <a:cs typeface="Times New Roman" panose="02020603050405020304" pitchFamily="18" charset="0"/>
              </a:rPr>
              <a:t>Phép</a:t>
            </a:r>
            <a:r>
              <a:rPr lang="en-US" altLang="en-US" sz="3500" b="1" dirty="0">
                <a:solidFill>
                  <a:schemeClr val="tx1"/>
                </a:solidFill>
                <a:latin typeface="Times New Roman" panose="02020603050405020304" pitchFamily="18" charset="0"/>
                <a:cs typeface="Times New Roman" panose="02020603050405020304" pitchFamily="18" charset="0"/>
              </a:rPr>
              <a:t> </a:t>
            </a:r>
            <a:r>
              <a:rPr lang="en-US" altLang="en-US" sz="3500" b="1" dirty="0" err="1">
                <a:solidFill>
                  <a:schemeClr val="tx1"/>
                </a:solidFill>
                <a:latin typeface="Times New Roman" panose="02020603050405020304" pitchFamily="18" charset="0"/>
                <a:cs typeface="Times New Roman" panose="02020603050405020304" pitchFamily="18" charset="0"/>
              </a:rPr>
              <a:t>gom</a:t>
            </a:r>
            <a:r>
              <a:rPr lang="en-US" altLang="en-US" sz="3500" b="1" dirty="0">
                <a:solidFill>
                  <a:schemeClr val="tx1"/>
                </a:solidFill>
                <a:latin typeface="Times New Roman" panose="02020603050405020304" pitchFamily="18" charset="0"/>
                <a:cs typeface="Times New Roman" panose="02020603050405020304" pitchFamily="18" charset="0"/>
              </a:rPr>
              <a:t> </a:t>
            </a:r>
            <a:r>
              <a:rPr lang="en-US" altLang="en-US" sz="3500" b="1" dirty="0" err="1">
                <a:solidFill>
                  <a:schemeClr val="tx1"/>
                </a:solidFill>
                <a:latin typeface="Times New Roman" panose="02020603050405020304" pitchFamily="18" charset="0"/>
                <a:cs typeface="Times New Roman" panose="02020603050405020304" pitchFamily="18" charset="0"/>
              </a:rPr>
              <a:t>nhóm</a:t>
            </a:r>
            <a:endParaRPr lang="en-US" altLang="en-US" sz="3500" b="1" dirty="0">
              <a:solidFill>
                <a:schemeClr val="tx1"/>
              </a:solidFill>
            </a:endParaRPr>
          </a:p>
        </p:txBody>
      </p:sp>
      <p:sp>
        <p:nvSpPr>
          <p:cNvPr id="71683" name="Rectangle 3"/>
          <p:cNvSpPr>
            <a:spLocks noGrp="1" noChangeArrowheads="1"/>
          </p:cNvSpPr>
          <p:nvPr>
            <p:ph sz="quarter" idx="1"/>
          </p:nvPr>
        </p:nvSpPr>
        <p:spPr>
          <a:xfrm>
            <a:off x="304800" y="1295400"/>
            <a:ext cx="8534400" cy="4835525"/>
          </a:xfrm>
        </p:spPr>
        <p:txBody>
          <a:bodyPr/>
          <a:lstStyle/>
          <a:p>
            <a:pPr eaLnBrk="1" hangingPunct="1"/>
            <a:r>
              <a:rPr lang="en-US" altLang="en-US" dirty="0" err="1"/>
              <a:t>Ví</a:t>
            </a:r>
            <a:r>
              <a:rPr lang="en-US" altLang="en-US" dirty="0"/>
              <a:t> </a:t>
            </a:r>
            <a:r>
              <a:rPr lang="en-US" altLang="en-US" dirty="0" err="1"/>
              <a:t>dụ</a:t>
            </a:r>
            <a:endParaRPr lang="en-US" altLang="en-US" dirty="0"/>
          </a:p>
        </p:txBody>
      </p:sp>
      <p:sp>
        <p:nvSpPr>
          <p:cNvPr id="71684" name="Text Box 34"/>
          <p:cNvSpPr txBox="1">
            <a:spLocks noChangeArrowheads="1"/>
          </p:cNvSpPr>
          <p:nvPr/>
        </p:nvSpPr>
        <p:spPr bwMode="auto">
          <a:xfrm>
            <a:off x="5181600" y="1981200"/>
            <a:ext cx="21336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3000">
                <a:sym typeface="Symbol" pitchFamily="18" charset="2"/>
              </a:rPr>
              <a:t></a:t>
            </a:r>
            <a:r>
              <a:rPr lang="en-US" altLang="en-US" sz="2200" baseline="-25000"/>
              <a:t>SUM(C)</a:t>
            </a:r>
            <a:r>
              <a:rPr lang="en-US" altLang="en-US" sz="2200"/>
              <a:t>(R)</a:t>
            </a:r>
          </a:p>
        </p:txBody>
      </p:sp>
      <p:grpSp>
        <p:nvGrpSpPr>
          <p:cNvPr id="521255" name="Group 39"/>
          <p:cNvGrpSpPr>
            <a:grpSpLocks/>
          </p:cNvGrpSpPr>
          <p:nvPr/>
        </p:nvGrpSpPr>
        <p:grpSpPr bwMode="auto">
          <a:xfrm>
            <a:off x="5486400" y="2682875"/>
            <a:ext cx="914400" cy="762000"/>
            <a:chOff x="3456" y="1776"/>
            <a:chExt cx="576" cy="480"/>
          </a:xfrm>
        </p:grpSpPr>
        <p:sp>
          <p:nvSpPr>
            <p:cNvPr id="71724" name="Rectangle 35"/>
            <p:cNvSpPr>
              <a:spLocks noChangeArrowheads="1"/>
            </p:cNvSpPr>
            <p:nvPr/>
          </p:nvSpPr>
          <p:spPr bwMode="auto">
            <a:xfrm>
              <a:off x="3456" y="1776"/>
              <a:ext cx="576" cy="48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71725" name="Text Box 36"/>
            <p:cNvSpPr txBox="1">
              <a:spLocks noChangeArrowheads="1"/>
            </p:cNvSpPr>
            <p:nvPr/>
          </p:nvSpPr>
          <p:spPr bwMode="auto">
            <a:xfrm>
              <a:off x="3456" y="1776"/>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SUM_C</a:t>
              </a:r>
            </a:p>
          </p:txBody>
        </p:sp>
        <p:sp>
          <p:nvSpPr>
            <p:cNvPr id="71726" name="Line 37"/>
            <p:cNvSpPr>
              <a:spLocks noChangeShapeType="1"/>
            </p:cNvSpPr>
            <p:nvPr/>
          </p:nvSpPr>
          <p:spPr bwMode="auto">
            <a:xfrm>
              <a:off x="3456" y="1968"/>
              <a:ext cx="5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1727" name="Text Box 38"/>
            <p:cNvSpPr txBox="1">
              <a:spLocks noChangeArrowheads="1"/>
            </p:cNvSpPr>
            <p:nvPr/>
          </p:nvSpPr>
          <p:spPr bwMode="auto">
            <a:xfrm>
              <a:off x="3456" y="2016"/>
              <a:ext cx="57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27</a:t>
              </a:r>
            </a:p>
          </p:txBody>
        </p:sp>
      </p:grpSp>
      <p:grpSp>
        <p:nvGrpSpPr>
          <p:cNvPr id="71686" name="Group 40"/>
          <p:cNvGrpSpPr>
            <a:grpSpLocks/>
          </p:cNvGrpSpPr>
          <p:nvPr/>
        </p:nvGrpSpPr>
        <p:grpSpPr bwMode="auto">
          <a:xfrm>
            <a:off x="1295400" y="2895600"/>
            <a:ext cx="1905000" cy="1600200"/>
            <a:chOff x="816" y="1584"/>
            <a:chExt cx="1200" cy="1008"/>
          </a:xfrm>
        </p:grpSpPr>
        <p:sp>
          <p:nvSpPr>
            <p:cNvPr id="71698" name="Text Box 41"/>
            <p:cNvSpPr txBox="1">
              <a:spLocks noChangeArrowheads="1"/>
            </p:cNvSpPr>
            <p:nvPr/>
          </p:nvSpPr>
          <p:spPr bwMode="auto">
            <a:xfrm>
              <a:off x="1152" y="15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A</a:t>
              </a:r>
            </a:p>
          </p:txBody>
        </p:sp>
        <p:sp>
          <p:nvSpPr>
            <p:cNvPr id="71699" name="Text Box 42"/>
            <p:cNvSpPr txBox="1">
              <a:spLocks noChangeArrowheads="1"/>
            </p:cNvSpPr>
            <p:nvPr/>
          </p:nvSpPr>
          <p:spPr bwMode="auto">
            <a:xfrm>
              <a:off x="1440" y="15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B</a:t>
              </a:r>
            </a:p>
          </p:txBody>
        </p:sp>
        <p:sp>
          <p:nvSpPr>
            <p:cNvPr id="71700" name="Text Box 43"/>
            <p:cNvSpPr txBox="1">
              <a:spLocks noChangeArrowheads="1"/>
            </p:cNvSpPr>
            <p:nvPr/>
          </p:nvSpPr>
          <p:spPr bwMode="auto">
            <a:xfrm>
              <a:off x="1152" y="182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grpSp>
          <p:nvGrpSpPr>
            <p:cNvPr id="71701" name="Group 44"/>
            <p:cNvGrpSpPr>
              <a:grpSpLocks/>
            </p:cNvGrpSpPr>
            <p:nvPr/>
          </p:nvGrpSpPr>
          <p:grpSpPr bwMode="auto">
            <a:xfrm>
              <a:off x="816" y="1584"/>
              <a:ext cx="1200" cy="192"/>
              <a:chOff x="816" y="1584"/>
              <a:chExt cx="1200" cy="192"/>
            </a:xfrm>
          </p:grpSpPr>
          <p:sp>
            <p:nvSpPr>
              <p:cNvPr id="71722" name="Line 45"/>
              <p:cNvSpPr>
                <a:spLocks noChangeShapeType="1"/>
              </p:cNvSpPr>
              <p:nvPr/>
            </p:nvSpPr>
            <p:spPr bwMode="auto">
              <a:xfrm>
                <a:off x="816" y="1776"/>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1723" name="Line 46"/>
              <p:cNvSpPr>
                <a:spLocks noChangeShapeType="1"/>
              </p:cNvSpPr>
              <p:nvPr/>
            </p:nvSpPr>
            <p:spPr bwMode="auto">
              <a:xfrm>
                <a:off x="816" y="1584"/>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71702" name="Line 47"/>
            <p:cNvSpPr>
              <a:spLocks noChangeShapeType="1"/>
            </p:cNvSpPr>
            <p:nvPr/>
          </p:nvSpPr>
          <p:spPr bwMode="auto">
            <a:xfrm>
              <a:off x="1152" y="2592"/>
              <a:ext cx="86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1703" name="Text Box 48"/>
            <p:cNvSpPr txBox="1">
              <a:spLocks noChangeArrowheads="1"/>
            </p:cNvSpPr>
            <p:nvPr/>
          </p:nvSpPr>
          <p:spPr bwMode="auto">
            <a:xfrm>
              <a:off x="816" y="1584"/>
              <a:ext cx="3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b="1"/>
                <a:t>R</a:t>
              </a:r>
            </a:p>
          </p:txBody>
        </p:sp>
        <p:sp>
          <p:nvSpPr>
            <p:cNvPr id="71704" name="Line 49"/>
            <p:cNvSpPr>
              <a:spLocks noChangeShapeType="1"/>
            </p:cNvSpPr>
            <p:nvPr/>
          </p:nvSpPr>
          <p:spPr bwMode="auto">
            <a:xfrm>
              <a:off x="816" y="1584"/>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1705" name="Text Box 50"/>
            <p:cNvSpPr txBox="1">
              <a:spLocks noChangeArrowheads="1"/>
            </p:cNvSpPr>
            <p:nvPr/>
          </p:nvSpPr>
          <p:spPr bwMode="auto">
            <a:xfrm>
              <a:off x="1152" y="201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71706" name="Text Box 51"/>
            <p:cNvSpPr txBox="1">
              <a:spLocks noChangeArrowheads="1"/>
            </p:cNvSpPr>
            <p:nvPr/>
          </p:nvSpPr>
          <p:spPr bwMode="auto">
            <a:xfrm>
              <a:off x="1440" y="182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sp>
          <p:nvSpPr>
            <p:cNvPr id="71707" name="Text Box 52"/>
            <p:cNvSpPr txBox="1">
              <a:spLocks noChangeArrowheads="1"/>
            </p:cNvSpPr>
            <p:nvPr/>
          </p:nvSpPr>
          <p:spPr bwMode="auto">
            <a:xfrm>
              <a:off x="1440" y="201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4</a:t>
              </a:r>
            </a:p>
          </p:txBody>
        </p:sp>
        <p:sp>
          <p:nvSpPr>
            <p:cNvPr id="71708" name="Text Box 53"/>
            <p:cNvSpPr txBox="1">
              <a:spLocks noChangeArrowheads="1"/>
            </p:cNvSpPr>
            <p:nvPr/>
          </p:nvSpPr>
          <p:spPr bwMode="auto">
            <a:xfrm>
              <a:off x="1152" y="220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71709" name="Text Box 54"/>
            <p:cNvSpPr txBox="1">
              <a:spLocks noChangeArrowheads="1"/>
            </p:cNvSpPr>
            <p:nvPr/>
          </p:nvSpPr>
          <p:spPr bwMode="auto">
            <a:xfrm>
              <a:off x="1152" y="240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a:t>
              </a:r>
            </a:p>
          </p:txBody>
        </p:sp>
        <p:sp>
          <p:nvSpPr>
            <p:cNvPr id="71710" name="Text Box 55"/>
            <p:cNvSpPr txBox="1">
              <a:spLocks noChangeArrowheads="1"/>
            </p:cNvSpPr>
            <p:nvPr/>
          </p:nvSpPr>
          <p:spPr bwMode="auto">
            <a:xfrm>
              <a:off x="1440" y="220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sp>
          <p:nvSpPr>
            <p:cNvPr id="71711" name="Text Box 56"/>
            <p:cNvSpPr txBox="1">
              <a:spLocks noChangeArrowheads="1"/>
            </p:cNvSpPr>
            <p:nvPr/>
          </p:nvSpPr>
          <p:spPr bwMode="auto">
            <a:xfrm>
              <a:off x="1440" y="240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2</a:t>
              </a:r>
            </a:p>
          </p:txBody>
        </p:sp>
        <p:sp>
          <p:nvSpPr>
            <p:cNvPr id="71712" name="Text Box 57"/>
            <p:cNvSpPr txBox="1">
              <a:spLocks noChangeArrowheads="1"/>
            </p:cNvSpPr>
            <p:nvPr/>
          </p:nvSpPr>
          <p:spPr bwMode="auto">
            <a:xfrm>
              <a:off x="1728" y="158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C</a:t>
              </a:r>
            </a:p>
          </p:txBody>
        </p:sp>
        <p:sp>
          <p:nvSpPr>
            <p:cNvPr id="71713" name="Text Box 58"/>
            <p:cNvSpPr txBox="1">
              <a:spLocks noChangeArrowheads="1"/>
            </p:cNvSpPr>
            <p:nvPr/>
          </p:nvSpPr>
          <p:spPr bwMode="auto">
            <a:xfrm>
              <a:off x="1728" y="1824"/>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7</a:t>
              </a:r>
            </a:p>
          </p:txBody>
        </p:sp>
        <p:sp>
          <p:nvSpPr>
            <p:cNvPr id="71714" name="Text Box 59"/>
            <p:cNvSpPr txBox="1">
              <a:spLocks noChangeArrowheads="1"/>
            </p:cNvSpPr>
            <p:nvPr/>
          </p:nvSpPr>
          <p:spPr bwMode="auto">
            <a:xfrm>
              <a:off x="1728" y="2016"/>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7</a:t>
              </a:r>
            </a:p>
          </p:txBody>
        </p:sp>
        <p:sp>
          <p:nvSpPr>
            <p:cNvPr id="71715" name="Text Box 60"/>
            <p:cNvSpPr txBox="1">
              <a:spLocks noChangeArrowheads="1"/>
            </p:cNvSpPr>
            <p:nvPr/>
          </p:nvSpPr>
          <p:spPr bwMode="auto">
            <a:xfrm>
              <a:off x="1728" y="2208"/>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dirty="0">
                  <a:sym typeface="Symbol" pitchFamily="18" charset="2"/>
                </a:rPr>
                <a:t>3</a:t>
              </a:r>
            </a:p>
          </p:txBody>
        </p:sp>
        <p:sp>
          <p:nvSpPr>
            <p:cNvPr id="71716" name="Text Box 61"/>
            <p:cNvSpPr txBox="1">
              <a:spLocks noChangeArrowheads="1"/>
            </p:cNvSpPr>
            <p:nvPr/>
          </p:nvSpPr>
          <p:spPr bwMode="auto">
            <a:xfrm>
              <a:off x="1728" y="240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sym typeface="Symbol" pitchFamily="18" charset="2"/>
                </a:rPr>
                <a:t>10</a:t>
              </a:r>
            </a:p>
          </p:txBody>
        </p:sp>
        <p:grpSp>
          <p:nvGrpSpPr>
            <p:cNvPr id="71717" name="Group 62"/>
            <p:cNvGrpSpPr>
              <a:grpSpLocks/>
            </p:cNvGrpSpPr>
            <p:nvPr/>
          </p:nvGrpSpPr>
          <p:grpSpPr bwMode="auto">
            <a:xfrm>
              <a:off x="1152" y="1584"/>
              <a:ext cx="864" cy="1008"/>
              <a:chOff x="1152" y="1584"/>
              <a:chExt cx="864" cy="1008"/>
            </a:xfrm>
          </p:grpSpPr>
          <p:sp>
            <p:nvSpPr>
              <p:cNvPr id="71718" name="Line 63"/>
              <p:cNvSpPr>
                <a:spLocks noChangeShapeType="1"/>
              </p:cNvSpPr>
              <p:nvPr/>
            </p:nvSpPr>
            <p:spPr bwMode="auto">
              <a:xfrm>
                <a:off x="1440" y="158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1719" name="Line 64"/>
              <p:cNvSpPr>
                <a:spLocks noChangeShapeType="1"/>
              </p:cNvSpPr>
              <p:nvPr/>
            </p:nvSpPr>
            <p:spPr bwMode="auto">
              <a:xfrm>
                <a:off x="1152" y="158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1720" name="Line 65"/>
              <p:cNvSpPr>
                <a:spLocks noChangeShapeType="1"/>
              </p:cNvSpPr>
              <p:nvPr/>
            </p:nvSpPr>
            <p:spPr bwMode="auto">
              <a:xfrm>
                <a:off x="1728" y="158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1721" name="Line 66"/>
              <p:cNvSpPr>
                <a:spLocks noChangeShapeType="1"/>
              </p:cNvSpPr>
              <p:nvPr/>
            </p:nvSpPr>
            <p:spPr bwMode="auto">
              <a:xfrm>
                <a:off x="2016" y="1584"/>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sp>
        <p:nvSpPr>
          <p:cNvPr id="71687" name="Text Box 67"/>
          <p:cNvSpPr txBox="1">
            <a:spLocks noChangeArrowheads="1"/>
          </p:cNvSpPr>
          <p:nvPr/>
        </p:nvSpPr>
        <p:spPr bwMode="auto">
          <a:xfrm>
            <a:off x="5181600" y="3946525"/>
            <a:ext cx="21336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1600">
                <a:sym typeface="Symbol" pitchFamily="18" charset="2"/>
              </a:rPr>
              <a:t>A</a:t>
            </a:r>
            <a:r>
              <a:rPr lang="en-US" altLang="en-US" sz="3000">
                <a:sym typeface="Symbol" pitchFamily="18" charset="2"/>
              </a:rPr>
              <a:t></a:t>
            </a:r>
            <a:r>
              <a:rPr lang="en-US" altLang="en-US" sz="2200" baseline="-25000"/>
              <a:t>SUM(C)</a:t>
            </a:r>
            <a:r>
              <a:rPr lang="en-US" altLang="en-US" sz="2200"/>
              <a:t>(R)</a:t>
            </a:r>
          </a:p>
        </p:txBody>
      </p:sp>
      <p:grpSp>
        <p:nvGrpSpPr>
          <p:cNvPr id="521284" name="Group 68"/>
          <p:cNvGrpSpPr>
            <a:grpSpLocks/>
          </p:cNvGrpSpPr>
          <p:nvPr/>
        </p:nvGrpSpPr>
        <p:grpSpPr bwMode="auto">
          <a:xfrm>
            <a:off x="1600200" y="3886200"/>
            <a:ext cx="1752600" cy="304800"/>
            <a:chOff x="1008" y="2208"/>
            <a:chExt cx="1104" cy="192"/>
          </a:xfrm>
        </p:grpSpPr>
        <p:sp>
          <p:nvSpPr>
            <p:cNvPr id="71696" name="Line 69"/>
            <p:cNvSpPr>
              <a:spLocks noChangeShapeType="1"/>
            </p:cNvSpPr>
            <p:nvPr/>
          </p:nvSpPr>
          <p:spPr bwMode="auto">
            <a:xfrm>
              <a:off x="1008" y="2208"/>
              <a:ext cx="1104"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1697" name="Line 70"/>
            <p:cNvSpPr>
              <a:spLocks noChangeShapeType="1"/>
            </p:cNvSpPr>
            <p:nvPr/>
          </p:nvSpPr>
          <p:spPr bwMode="auto">
            <a:xfrm>
              <a:off x="1008" y="2400"/>
              <a:ext cx="1104"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8386" y="4876800"/>
            <a:ext cx="1876425" cy="1238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63</a:t>
            </a:fld>
            <a:endParaRPr lang="en-US" altLang="en-US"/>
          </a:p>
        </p:txBody>
      </p:sp>
    </p:spTree>
    <p:extLst>
      <p:ext uri="{BB962C8B-B14F-4D97-AF65-F5344CB8AC3E}">
        <p14:creationId xmlns:p14="http://schemas.microsoft.com/office/powerpoint/2010/main" val="36932106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err="1">
                <a:solidFill>
                  <a:schemeClr val="tx1"/>
                </a:solidFill>
              </a:rPr>
              <a:t>Bài</a:t>
            </a:r>
            <a:r>
              <a:rPr lang="en-US" altLang="en-US" sz="3500" b="1" dirty="0">
                <a:solidFill>
                  <a:schemeClr val="tx1"/>
                </a:solidFill>
              </a:rPr>
              <a:t> </a:t>
            </a:r>
            <a:r>
              <a:rPr lang="en-US" altLang="en-US" sz="3500" b="1" dirty="0" err="1">
                <a:solidFill>
                  <a:schemeClr val="tx1"/>
                </a:solidFill>
              </a:rPr>
              <a:t>tập</a:t>
            </a:r>
            <a:r>
              <a:rPr lang="en-US" altLang="en-US" sz="3500" b="1" dirty="0">
                <a:solidFill>
                  <a:schemeClr val="tx1"/>
                </a:solidFill>
              </a:rPr>
              <a:t>:</a:t>
            </a:r>
          </a:p>
        </p:txBody>
      </p:sp>
      <p:sp>
        <p:nvSpPr>
          <p:cNvPr id="72707" name="Rectangle 3"/>
          <p:cNvSpPr>
            <a:spLocks noGrp="1" noChangeArrowheads="1"/>
          </p:cNvSpPr>
          <p:nvPr>
            <p:ph sz="quarter" idx="1"/>
          </p:nvPr>
        </p:nvSpPr>
        <p:spPr>
          <a:xfrm>
            <a:off x="304800" y="1295400"/>
            <a:ext cx="8534400" cy="4835525"/>
          </a:xfrm>
        </p:spPr>
        <p:txBody>
          <a:bodyPr/>
          <a:lstStyle/>
          <a:p>
            <a:pPr marL="514350" indent="-514350" eaLnBrk="1" hangingPunct="1">
              <a:buAutoNum type="arabicPeriod"/>
            </a:pPr>
            <a:r>
              <a:rPr lang="en-US" altLang="en-US" dirty="0" err="1"/>
              <a:t>Tính</a:t>
            </a:r>
            <a:r>
              <a:rPr lang="en-US" altLang="en-US" dirty="0"/>
              <a:t> </a:t>
            </a:r>
            <a:r>
              <a:rPr lang="en-US" altLang="en-US" dirty="0" err="1"/>
              <a:t>số</a:t>
            </a:r>
            <a:r>
              <a:rPr lang="en-US" altLang="en-US" dirty="0"/>
              <a:t> </a:t>
            </a:r>
            <a:r>
              <a:rPr lang="en-US" altLang="en-US" dirty="0" err="1"/>
              <a:t>lượng</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và</a:t>
            </a:r>
            <a:r>
              <a:rPr lang="en-US" altLang="en-US" dirty="0"/>
              <a:t> </a:t>
            </a:r>
            <a:r>
              <a:rPr lang="en-US" altLang="en-US" dirty="0" err="1"/>
              <a:t>lương</a:t>
            </a:r>
            <a:r>
              <a:rPr lang="en-US" altLang="en-US" dirty="0"/>
              <a:t> </a:t>
            </a:r>
            <a:r>
              <a:rPr lang="en-US" altLang="en-US" dirty="0" err="1"/>
              <a:t>trung</a:t>
            </a:r>
            <a:r>
              <a:rPr lang="en-US" altLang="en-US" dirty="0"/>
              <a:t> </a:t>
            </a:r>
            <a:r>
              <a:rPr lang="en-US" altLang="en-US" dirty="0" err="1"/>
              <a:t>bình</a:t>
            </a:r>
            <a:r>
              <a:rPr lang="en-US" altLang="en-US" dirty="0"/>
              <a:t> </a:t>
            </a:r>
            <a:r>
              <a:rPr lang="en-US" altLang="en-US" dirty="0" err="1"/>
              <a:t>của</a:t>
            </a:r>
            <a:r>
              <a:rPr lang="en-US" altLang="en-US" dirty="0"/>
              <a:t> </a:t>
            </a:r>
            <a:r>
              <a:rPr lang="en-US" altLang="en-US" dirty="0" err="1"/>
              <a:t>cả</a:t>
            </a:r>
            <a:r>
              <a:rPr lang="en-US" altLang="en-US" dirty="0"/>
              <a:t> </a:t>
            </a:r>
            <a:r>
              <a:rPr lang="en-US" altLang="en-US" dirty="0" err="1"/>
              <a:t>công</a:t>
            </a:r>
            <a:r>
              <a:rPr lang="en-US" altLang="en-US" dirty="0"/>
              <a:t> ty</a:t>
            </a:r>
          </a:p>
          <a:p>
            <a:pPr marL="514350" indent="-514350" eaLnBrk="1" hangingPunct="1">
              <a:buAutoNum type="arabicPeriod"/>
            </a:pPr>
            <a:endParaRPr lang="en-US" altLang="en-US" dirty="0"/>
          </a:p>
          <a:p>
            <a:pPr marL="514350" indent="-514350" eaLnBrk="1" hangingPunct="1">
              <a:buAutoNum type="arabicPeriod"/>
            </a:pPr>
            <a:endParaRPr lang="en-US" altLang="en-US" dirty="0"/>
          </a:p>
          <a:p>
            <a:pPr marL="514350" indent="-514350" eaLnBrk="1" hangingPunct="1">
              <a:buAutoNum type="arabicPeriod"/>
            </a:pPr>
            <a:endParaRPr lang="en-US" altLang="en-US" dirty="0"/>
          </a:p>
          <a:p>
            <a:pPr marL="514350" indent="-514350">
              <a:buFont typeface="Wingdings 2"/>
              <a:buAutoNum type="arabicPeriod"/>
            </a:pPr>
            <a:r>
              <a:rPr lang="en-US" altLang="en-US" dirty="0" err="1"/>
              <a:t>Tính</a:t>
            </a:r>
            <a:r>
              <a:rPr lang="en-US" altLang="en-US" dirty="0"/>
              <a:t> </a:t>
            </a:r>
            <a:r>
              <a:rPr lang="en-US" altLang="en-US" dirty="0" err="1"/>
              <a:t>số</a:t>
            </a:r>
            <a:r>
              <a:rPr lang="en-US" altLang="en-US" dirty="0"/>
              <a:t> </a:t>
            </a:r>
            <a:r>
              <a:rPr lang="en-US" altLang="en-US" dirty="0" err="1"/>
              <a:t>lượng</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và</a:t>
            </a:r>
            <a:r>
              <a:rPr lang="en-US" altLang="en-US" dirty="0"/>
              <a:t> </a:t>
            </a:r>
            <a:r>
              <a:rPr lang="en-US" altLang="en-US" dirty="0" err="1"/>
              <a:t>lương</a:t>
            </a:r>
            <a:r>
              <a:rPr lang="en-US" altLang="en-US" dirty="0"/>
              <a:t> </a:t>
            </a:r>
            <a:r>
              <a:rPr lang="en-US" altLang="en-US" dirty="0" err="1"/>
              <a:t>trung</a:t>
            </a:r>
            <a:r>
              <a:rPr lang="en-US" altLang="en-US" dirty="0"/>
              <a:t> </a:t>
            </a:r>
            <a:r>
              <a:rPr lang="en-US" altLang="en-US" dirty="0" err="1"/>
              <a:t>bình</a:t>
            </a:r>
            <a:r>
              <a:rPr lang="en-US" altLang="en-US" dirty="0"/>
              <a:t> </a:t>
            </a:r>
            <a:r>
              <a:rPr lang="en-US" altLang="en-US" dirty="0" err="1"/>
              <a:t>của</a:t>
            </a:r>
            <a:r>
              <a:rPr lang="en-US" altLang="en-US" dirty="0"/>
              <a:t> </a:t>
            </a:r>
            <a:r>
              <a:rPr lang="en-US" altLang="en-US" dirty="0" err="1"/>
              <a:t>từng</a:t>
            </a:r>
            <a:r>
              <a:rPr lang="en-US" altLang="en-US" dirty="0"/>
              <a:t> </a:t>
            </a:r>
            <a:r>
              <a:rPr lang="en-US" altLang="en-US" dirty="0" err="1"/>
              <a:t>phòng</a:t>
            </a:r>
            <a:r>
              <a:rPr lang="en-US" altLang="en-US" dirty="0"/>
              <a:t> ban</a:t>
            </a:r>
          </a:p>
          <a:p>
            <a:pPr marL="0" indent="0" eaLnBrk="1" hangingPunct="1">
              <a:buNone/>
            </a:pPr>
            <a:endParaRPr lang="en-US" altLang="en-US"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262" y="2133600"/>
            <a:ext cx="7229475" cy="657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950" y="4419600"/>
            <a:ext cx="7658100" cy="666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64</a:t>
            </a:fld>
            <a:endParaRPr lang="en-US" altLang="en-US"/>
          </a:p>
        </p:txBody>
      </p:sp>
    </p:spTree>
    <p:extLst>
      <p:ext uri="{BB962C8B-B14F-4D97-AF65-F5344CB8AC3E}">
        <p14:creationId xmlns:p14="http://schemas.microsoft.com/office/powerpoint/2010/main" val="30705623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err="1">
                <a:solidFill>
                  <a:schemeClr val="tx1"/>
                </a:solidFill>
              </a:rPr>
              <a:t>Bài</a:t>
            </a:r>
            <a:r>
              <a:rPr lang="en-US" altLang="en-US" sz="3500" b="1" dirty="0">
                <a:solidFill>
                  <a:schemeClr val="tx1"/>
                </a:solidFill>
              </a:rPr>
              <a:t> </a:t>
            </a:r>
            <a:r>
              <a:rPr lang="en-US" altLang="en-US" sz="3500" b="1" dirty="0" err="1">
                <a:solidFill>
                  <a:schemeClr val="tx1"/>
                </a:solidFill>
              </a:rPr>
              <a:t>tập</a:t>
            </a:r>
            <a:r>
              <a:rPr lang="en-US" altLang="en-US" sz="3500" b="1" dirty="0">
                <a:solidFill>
                  <a:schemeClr val="tx1"/>
                </a:solidFill>
              </a:rPr>
              <a:t>:</a:t>
            </a:r>
          </a:p>
        </p:txBody>
      </p:sp>
      <p:sp>
        <p:nvSpPr>
          <p:cNvPr id="72707" name="Rectangle 3"/>
          <p:cNvSpPr>
            <a:spLocks noGrp="1" noChangeArrowheads="1"/>
          </p:cNvSpPr>
          <p:nvPr>
            <p:ph sz="quarter" idx="1"/>
          </p:nvPr>
        </p:nvSpPr>
        <p:spPr>
          <a:xfrm>
            <a:off x="304800" y="1295400"/>
            <a:ext cx="8229600" cy="4835525"/>
          </a:xfrm>
        </p:spPr>
        <p:txBody>
          <a:bodyPr/>
          <a:lstStyle/>
          <a:p>
            <a:pPr marL="514350" indent="-514350" algn="just" eaLnBrk="1" hangingPunct="1">
              <a:buAutoNum type="arabicPeriod"/>
            </a:pPr>
            <a:r>
              <a:rPr lang="en-US" altLang="en-US" dirty="0" err="1"/>
              <a:t>Tính</a:t>
            </a:r>
            <a:r>
              <a:rPr lang="en-US" altLang="en-US" dirty="0"/>
              <a:t> </a:t>
            </a:r>
            <a:r>
              <a:rPr lang="en-US" altLang="en-US" dirty="0" err="1"/>
              <a:t>số</a:t>
            </a:r>
            <a:r>
              <a:rPr lang="en-US" altLang="en-US" dirty="0"/>
              <a:t> </a:t>
            </a:r>
            <a:r>
              <a:rPr lang="en-US" altLang="en-US" dirty="0" err="1"/>
              <a:t>lượng</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và</a:t>
            </a:r>
            <a:r>
              <a:rPr lang="en-US" altLang="en-US" dirty="0"/>
              <a:t> </a:t>
            </a:r>
            <a:r>
              <a:rPr lang="en-US" altLang="en-US" dirty="0" err="1"/>
              <a:t>lương</a:t>
            </a:r>
            <a:r>
              <a:rPr lang="en-US" altLang="en-US" dirty="0"/>
              <a:t> </a:t>
            </a:r>
            <a:r>
              <a:rPr lang="en-US" altLang="en-US" dirty="0" err="1"/>
              <a:t>trung</a:t>
            </a:r>
            <a:r>
              <a:rPr lang="en-US" altLang="en-US" dirty="0"/>
              <a:t> </a:t>
            </a:r>
            <a:r>
              <a:rPr lang="en-US" altLang="en-US" dirty="0" err="1"/>
              <a:t>bình</a:t>
            </a:r>
            <a:r>
              <a:rPr lang="en-US" altLang="en-US" dirty="0"/>
              <a:t> </a:t>
            </a:r>
            <a:r>
              <a:rPr lang="en-US" altLang="en-US" dirty="0" err="1"/>
              <a:t>của</a:t>
            </a:r>
            <a:r>
              <a:rPr lang="en-US" altLang="en-US" dirty="0"/>
              <a:t> </a:t>
            </a:r>
            <a:r>
              <a:rPr lang="en-US" altLang="en-US" dirty="0" err="1"/>
              <a:t>cả</a:t>
            </a:r>
            <a:r>
              <a:rPr lang="en-US" altLang="en-US" dirty="0"/>
              <a:t> </a:t>
            </a:r>
            <a:r>
              <a:rPr lang="en-US" altLang="en-US" dirty="0" err="1"/>
              <a:t>công</a:t>
            </a:r>
            <a:r>
              <a:rPr lang="en-US" altLang="en-US" dirty="0"/>
              <a:t> ty</a:t>
            </a:r>
          </a:p>
          <a:p>
            <a:pPr marL="514350" indent="-514350" algn="just">
              <a:buFont typeface="Wingdings 2"/>
              <a:buAutoNum type="arabicPeriod"/>
            </a:pPr>
            <a:r>
              <a:rPr lang="en-US" altLang="en-US" dirty="0" err="1"/>
              <a:t>Tính</a:t>
            </a:r>
            <a:r>
              <a:rPr lang="en-US" altLang="en-US" dirty="0"/>
              <a:t> </a:t>
            </a:r>
            <a:r>
              <a:rPr lang="en-US" altLang="en-US" dirty="0" err="1"/>
              <a:t>số</a:t>
            </a:r>
            <a:r>
              <a:rPr lang="en-US" altLang="en-US" dirty="0"/>
              <a:t> </a:t>
            </a:r>
            <a:r>
              <a:rPr lang="en-US" altLang="en-US" dirty="0" err="1"/>
              <a:t>lượng</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và</a:t>
            </a:r>
            <a:r>
              <a:rPr lang="en-US" altLang="en-US" dirty="0"/>
              <a:t> </a:t>
            </a:r>
            <a:r>
              <a:rPr lang="en-US" altLang="en-US" dirty="0" err="1"/>
              <a:t>lương</a:t>
            </a:r>
            <a:r>
              <a:rPr lang="en-US" altLang="en-US" dirty="0"/>
              <a:t> </a:t>
            </a:r>
            <a:r>
              <a:rPr lang="en-US" altLang="en-US" dirty="0" err="1"/>
              <a:t>trung</a:t>
            </a:r>
            <a:r>
              <a:rPr lang="en-US" altLang="en-US" dirty="0"/>
              <a:t> </a:t>
            </a:r>
            <a:r>
              <a:rPr lang="en-US" altLang="en-US" dirty="0" err="1"/>
              <a:t>bình</a:t>
            </a:r>
            <a:r>
              <a:rPr lang="en-US" altLang="en-US" dirty="0"/>
              <a:t> </a:t>
            </a:r>
            <a:r>
              <a:rPr lang="en-US" altLang="en-US" dirty="0" err="1"/>
              <a:t>của</a:t>
            </a:r>
            <a:r>
              <a:rPr lang="en-US" altLang="en-US" dirty="0"/>
              <a:t> </a:t>
            </a:r>
            <a:r>
              <a:rPr lang="en-US" altLang="en-US" dirty="0" err="1"/>
              <a:t>từng</a:t>
            </a:r>
            <a:r>
              <a:rPr lang="en-US" altLang="en-US" dirty="0"/>
              <a:t> </a:t>
            </a:r>
            <a:r>
              <a:rPr lang="en-US" altLang="en-US" dirty="0" err="1"/>
              <a:t>phòng</a:t>
            </a:r>
            <a:r>
              <a:rPr lang="en-US" altLang="en-US" dirty="0"/>
              <a:t> ban</a:t>
            </a:r>
          </a:p>
          <a:p>
            <a:pPr marL="0" indent="0" eaLnBrk="1" hangingPunct="1">
              <a:buNone/>
            </a:pPr>
            <a:endParaRPr lang="en-US" altLang="en-US" dirty="0"/>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65</a:t>
            </a:fld>
            <a:endParaRPr lang="en-US" altLang="en-US"/>
          </a:p>
        </p:txBody>
      </p:sp>
    </p:spTree>
    <p:extLst>
      <p:ext uri="{BB962C8B-B14F-4D97-AF65-F5344CB8AC3E}">
        <p14:creationId xmlns:p14="http://schemas.microsoft.com/office/powerpoint/2010/main" val="11206915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a:solidFill>
                  <a:schemeClr val="tx1"/>
                </a:solidFill>
              </a:rPr>
              <a:t>9.5. </a:t>
            </a:r>
            <a:r>
              <a:rPr lang="en-US" altLang="en-US" sz="3500" b="1" dirty="0" err="1">
                <a:solidFill>
                  <a:schemeClr val="tx1"/>
                </a:solidFill>
              </a:rPr>
              <a:t>Phép</a:t>
            </a:r>
            <a:r>
              <a:rPr lang="en-US" altLang="en-US" sz="3500" b="1" dirty="0">
                <a:solidFill>
                  <a:schemeClr val="tx1"/>
                </a:solidFill>
              </a:rPr>
              <a:t> </a:t>
            </a:r>
            <a:r>
              <a:rPr lang="en-US" altLang="en-US" sz="3500" b="1" dirty="0" err="1">
                <a:solidFill>
                  <a:schemeClr val="tx1"/>
                </a:solidFill>
              </a:rPr>
              <a:t>kết</a:t>
            </a:r>
            <a:r>
              <a:rPr lang="en-US" altLang="en-US" sz="3500" b="1" dirty="0">
                <a:solidFill>
                  <a:schemeClr val="tx1"/>
                </a:solidFill>
              </a:rPr>
              <a:t> </a:t>
            </a:r>
            <a:r>
              <a:rPr lang="en-US" altLang="en-US" sz="3500" b="1" dirty="0" err="1">
                <a:solidFill>
                  <a:schemeClr val="tx1"/>
                </a:solidFill>
              </a:rPr>
              <a:t>ngoài</a:t>
            </a:r>
            <a:r>
              <a:rPr lang="en-US" altLang="en-US" sz="3500" b="1" dirty="0">
                <a:solidFill>
                  <a:schemeClr val="tx1"/>
                </a:solidFill>
              </a:rPr>
              <a:t> (OUTER JOIN)</a:t>
            </a:r>
          </a:p>
        </p:txBody>
      </p:sp>
      <p:sp>
        <p:nvSpPr>
          <p:cNvPr id="74755" name="Rectangle 3"/>
          <p:cNvSpPr>
            <a:spLocks noGrp="1" noChangeArrowheads="1"/>
          </p:cNvSpPr>
          <p:nvPr>
            <p:ph sz="quarter" idx="1"/>
          </p:nvPr>
        </p:nvSpPr>
        <p:spPr>
          <a:xfrm>
            <a:off x="152400" y="1295400"/>
            <a:ext cx="8534400" cy="4835525"/>
          </a:xfrm>
        </p:spPr>
        <p:txBody>
          <a:bodyPr/>
          <a:lstStyle/>
          <a:p>
            <a:pPr eaLnBrk="1" hangingPunct="1"/>
            <a:r>
              <a:rPr lang="en-US" altLang="en-US" dirty="0" err="1"/>
              <a:t>Mở</a:t>
            </a:r>
            <a:r>
              <a:rPr lang="en-US" altLang="en-US" dirty="0"/>
              <a:t> </a:t>
            </a:r>
            <a:r>
              <a:rPr lang="en-US" altLang="en-US" dirty="0" err="1"/>
              <a:t>rộng</a:t>
            </a:r>
            <a:r>
              <a:rPr lang="en-US" altLang="en-US" dirty="0"/>
              <a:t> </a:t>
            </a:r>
            <a:r>
              <a:rPr lang="en-US" altLang="en-US" dirty="0" err="1"/>
              <a:t>phép</a:t>
            </a:r>
            <a:r>
              <a:rPr lang="en-US" altLang="en-US" dirty="0"/>
              <a:t> </a:t>
            </a:r>
            <a:r>
              <a:rPr lang="en-US" altLang="en-US" dirty="0" err="1"/>
              <a:t>kết</a:t>
            </a:r>
            <a:r>
              <a:rPr lang="en-US" altLang="en-US" dirty="0"/>
              <a:t> </a:t>
            </a:r>
            <a:r>
              <a:rPr lang="en-US" altLang="en-US" dirty="0" err="1"/>
              <a:t>để</a:t>
            </a:r>
            <a:r>
              <a:rPr lang="en-US" altLang="en-US" dirty="0"/>
              <a:t> </a:t>
            </a:r>
            <a:r>
              <a:rPr lang="en-US" altLang="en-US" dirty="0" err="1"/>
              <a:t>tránh</a:t>
            </a:r>
            <a:r>
              <a:rPr lang="en-US" altLang="en-US" dirty="0"/>
              <a:t> </a:t>
            </a:r>
            <a:r>
              <a:rPr lang="en-US" altLang="en-US" dirty="0" err="1"/>
              <a:t>mất</a:t>
            </a:r>
            <a:r>
              <a:rPr lang="en-US" altLang="en-US" dirty="0"/>
              <a:t> </a:t>
            </a:r>
            <a:r>
              <a:rPr lang="en-US" altLang="en-US" dirty="0" err="1"/>
              <a:t>mát</a:t>
            </a:r>
            <a:r>
              <a:rPr lang="en-US" altLang="en-US" dirty="0"/>
              <a:t> </a:t>
            </a:r>
            <a:r>
              <a:rPr lang="en-US" altLang="en-US" dirty="0" err="1"/>
              <a:t>thông</a:t>
            </a:r>
            <a:r>
              <a:rPr lang="en-US" altLang="en-US" dirty="0"/>
              <a:t> tin</a:t>
            </a:r>
          </a:p>
          <a:p>
            <a:pPr lvl="1" eaLnBrk="1" hangingPunct="1"/>
            <a:r>
              <a:rPr lang="en-US" altLang="en-US" dirty="0" err="1"/>
              <a:t>Thực</a:t>
            </a:r>
            <a:r>
              <a:rPr lang="en-US" altLang="en-US" dirty="0"/>
              <a:t> </a:t>
            </a:r>
            <a:r>
              <a:rPr lang="en-US" altLang="en-US" dirty="0" err="1"/>
              <a:t>hiện</a:t>
            </a:r>
            <a:r>
              <a:rPr lang="en-US" altLang="en-US" dirty="0"/>
              <a:t> </a:t>
            </a:r>
            <a:r>
              <a:rPr lang="en-US" altLang="en-US" dirty="0" err="1"/>
              <a:t>phép</a:t>
            </a:r>
            <a:r>
              <a:rPr lang="en-US" altLang="en-US" dirty="0"/>
              <a:t> </a:t>
            </a:r>
            <a:r>
              <a:rPr lang="en-US" altLang="en-US" dirty="0" err="1"/>
              <a:t>kết</a:t>
            </a:r>
            <a:endParaRPr lang="en-US" altLang="en-US" dirty="0"/>
          </a:p>
          <a:p>
            <a:pPr lvl="1" eaLnBrk="1" hangingPunct="1"/>
            <a:r>
              <a:rPr lang="en-US" altLang="en-US" dirty="0" err="1"/>
              <a:t>Lấy</a:t>
            </a:r>
            <a:r>
              <a:rPr lang="en-US" altLang="en-US" dirty="0"/>
              <a:t> </a:t>
            </a:r>
            <a:r>
              <a:rPr lang="en-US" altLang="en-US" dirty="0" err="1"/>
              <a:t>thêm</a:t>
            </a:r>
            <a:r>
              <a:rPr lang="en-US" altLang="en-US" dirty="0"/>
              <a:t> </a:t>
            </a:r>
            <a:r>
              <a:rPr lang="en-US" altLang="en-US" dirty="0" err="1"/>
              <a:t>các</a:t>
            </a:r>
            <a:r>
              <a:rPr lang="en-US" altLang="en-US" dirty="0"/>
              <a:t> </a:t>
            </a:r>
            <a:r>
              <a:rPr lang="en-US" altLang="en-US" dirty="0" err="1"/>
              <a:t>bộ</a:t>
            </a:r>
            <a:r>
              <a:rPr lang="en-US" altLang="en-US" dirty="0"/>
              <a:t> </a:t>
            </a:r>
            <a:r>
              <a:rPr lang="en-US" altLang="en-US" dirty="0" err="1"/>
              <a:t>không</a:t>
            </a:r>
            <a:r>
              <a:rPr lang="en-US" altLang="en-US" dirty="0"/>
              <a:t> </a:t>
            </a:r>
            <a:r>
              <a:rPr lang="en-US" altLang="en-US" dirty="0" err="1"/>
              <a:t>thỏa</a:t>
            </a:r>
            <a:r>
              <a:rPr lang="en-US" altLang="en-US" dirty="0"/>
              <a:t> </a:t>
            </a:r>
            <a:r>
              <a:rPr lang="en-US" altLang="en-US" dirty="0" err="1"/>
              <a:t>điều</a:t>
            </a:r>
            <a:r>
              <a:rPr lang="en-US" altLang="en-US" dirty="0"/>
              <a:t> </a:t>
            </a:r>
            <a:r>
              <a:rPr lang="en-US" altLang="en-US" dirty="0" err="1"/>
              <a:t>kiện</a:t>
            </a:r>
            <a:r>
              <a:rPr lang="en-US" altLang="en-US" dirty="0"/>
              <a:t> </a:t>
            </a:r>
            <a:r>
              <a:rPr lang="en-US" altLang="en-US" dirty="0" err="1"/>
              <a:t>kết</a:t>
            </a:r>
            <a:endParaRPr lang="en-US" altLang="en-US" dirty="0"/>
          </a:p>
          <a:p>
            <a:pPr eaLnBrk="1" hangingPunct="1"/>
            <a:endParaRPr lang="en-US" altLang="en-US" dirty="0"/>
          </a:p>
          <a:p>
            <a:pPr eaLnBrk="1" hangingPunct="1"/>
            <a:r>
              <a:rPr lang="en-US" altLang="en-US" dirty="0" err="1"/>
              <a:t>Có</a:t>
            </a:r>
            <a:r>
              <a:rPr lang="en-US" altLang="en-US" dirty="0"/>
              <a:t> 3 </a:t>
            </a:r>
            <a:r>
              <a:rPr lang="en-US" altLang="en-US" dirty="0" err="1"/>
              <a:t>hình</a:t>
            </a:r>
            <a:r>
              <a:rPr lang="en-US" altLang="en-US" dirty="0"/>
              <a:t> </a:t>
            </a:r>
            <a:r>
              <a:rPr lang="en-US" altLang="en-US" dirty="0" err="1"/>
              <a:t>thức</a:t>
            </a:r>
            <a:endParaRPr lang="en-US" altLang="en-US" dirty="0"/>
          </a:p>
          <a:p>
            <a:pPr lvl="1" eaLnBrk="1" hangingPunct="1"/>
            <a:r>
              <a:rPr lang="en-US" altLang="en-US" dirty="0" err="1"/>
              <a:t>Mở</a:t>
            </a:r>
            <a:r>
              <a:rPr lang="en-US" altLang="en-US" dirty="0"/>
              <a:t> </a:t>
            </a:r>
            <a:r>
              <a:rPr lang="en-US" altLang="en-US" dirty="0" err="1"/>
              <a:t>rộng</a:t>
            </a:r>
            <a:r>
              <a:rPr lang="en-US" altLang="en-US" dirty="0"/>
              <a:t> </a:t>
            </a:r>
            <a:r>
              <a:rPr lang="en-US" altLang="en-US" dirty="0" err="1"/>
              <a:t>bên</a:t>
            </a:r>
            <a:r>
              <a:rPr lang="en-US" altLang="en-US" dirty="0"/>
              <a:t> </a:t>
            </a:r>
            <a:r>
              <a:rPr lang="en-US" altLang="en-US" dirty="0" err="1"/>
              <a:t>trái</a:t>
            </a:r>
            <a:r>
              <a:rPr lang="en-US" altLang="en-US" dirty="0"/>
              <a:t> (left outer join):</a:t>
            </a:r>
          </a:p>
          <a:p>
            <a:pPr lvl="1" eaLnBrk="1" hangingPunct="1"/>
            <a:r>
              <a:rPr lang="en-US" altLang="en-US" dirty="0" err="1"/>
              <a:t>Mở</a:t>
            </a:r>
            <a:r>
              <a:rPr lang="en-US" altLang="en-US" dirty="0"/>
              <a:t> </a:t>
            </a:r>
            <a:r>
              <a:rPr lang="en-US" altLang="en-US" dirty="0" err="1"/>
              <a:t>rộng</a:t>
            </a:r>
            <a:r>
              <a:rPr lang="en-US" altLang="en-US" dirty="0"/>
              <a:t> </a:t>
            </a:r>
            <a:r>
              <a:rPr lang="en-US" altLang="en-US" dirty="0" err="1"/>
              <a:t>bên</a:t>
            </a:r>
            <a:r>
              <a:rPr lang="en-US" altLang="en-US" dirty="0"/>
              <a:t> </a:t>
            </a:r>
            <a:r>
              <a:rPr lang="en-US" altLang="en-US" dirty="0" err="1"/>
              <a:t>phải</a:t>
            </a:r>
            <a:r>
              <a:rPr lang="en-US" altLang="en-US" dirty="0"/>
              <a:t> (right outer join): </a:t>
            </a:r>
          </a:p>
          <a:p>
            <a:pPr lvl="1" eaLnBrk="1" hangingPunct="1"/>
            <a:r>
              <a:rPr lang="en-US" altLang="en-US" dirty="0" err="1"/>
              <a:t>Mở</a:t>
            </a:r>
            <a:r>
              <a:rPr lang="en-US" altLang="en-US" dirty="0"/>
              <a:t> </a:t>
            </a:r>
            <a:r>
              <a:rPr lang="en-US" altLang="en-US" dirty="0" err="1"/>
              <a:t>rộng</a:t>
            </a:r>
            <a:r>
              <a:rPr lang="en-US" altLang="en-US" dirty="0"/>
              <a:t> 2 </a:t>
            </a:r>
            <a:r>
              <a:rPr lang="en-US" altLang="en-US" dirty="0" err="1"/>
              <a:t>bên</a:t>
            </a:r>
            <a:r>
              <a:rPr lang="en-US" altLang="en-US" dirty="0"/>
              <a:t> (full outer join):</a:t>
            </a:r>
          </a:p>
        </p:txBody>
      </p:sp>
      <p:grpSp>
        <p:nvGrpSpPr>
          <p:cNvPr id="74757" name="Group 11"/>
          <p:cNvGrpSpPr>
            <a:grpSpLocks/>
          </p:cNvGrpSpPr>
          <p:nvPr/>
        </p:nvGrpSpPr>
        <p:grpSpPr bwMode="auto">
          <a:xfrm>
            <a:off x="4572000" y="3519488"/>
            <a:ext cx="457200" cy="214312"/>
            <a:chOff x="2256" y="2601"/>
            <a:chExt cx="2256" cy="615"/>
          </a:xfrm>
        </p:grpSpPr>
        <p:sp>
          <p:nvSpPr>
            <p:cNvPr id="74768" name="AutoShape 5"/>
            <p:cNvSpPr>
              <a:spLocks noChangeArrowheads="1"/>
            </p:cNvSpPr>
            <p:nvPr/>
          </p:nvSpPr>
          <p:spPr bwMode="auto">
            <a:xfrm rot="-5400000">
              <a:off x="3439" y="2144"/>
              <a:ext cx="615" cy="1530"/>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74769" name="Line 9"/>
            <p:cNvSpPr>
              <a:spLocks noChangeShapeType="1"/>
            </p:cNvSpPr>
            <p:nvPr/>
          </p:nvSpPr>
          <p:spPr bwMode="auto">
            <a:xfrm>
              <a:off x="2256" y="3216"/>
              <a:ext cx="7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770" name="Line 10"/>
            <p:cNvSpPr>
              <a:spLocks noChangeShapeType="1"/>
            </p:cNvSpPr>
            <p:nvPr/>
          </p:nvSpPr>
          <p:spPr bwMode="auto">
            <a:xfrm>
              <a:off x="2256" y="2601"/>
              <a:ext cx="7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74758" name="Group 15"/>
          <p:cNvGrpSpPr>
            <a:grpSpLocks/>
          </p:cNvGrpSpPr>
          <p:nvPr/>
        </p:nvGrpSpPr>
        <p:grpSpPr bwMode="auto">
          <a:xfrm>
            <a:off x="4838017" y="3907369"/>
            <a:ext cx="457200" cy="214312"/>
            <a:chOff x="672" y="2889"/>
            <a:chExt cx="2256" cy="615"/>
          </a:xfrm>
        </p:grpSpPr>
        <p:sp>
          <p:nvSpPr>
            <p:cNvPr id="74765" name="AutoShape 12"/>
            <p:cNvSpPr>
              <a:spLocks noChangeArrowheads="1"/>
            </p:cNvSpPr>
            <p:nvPr/>
          </p:nvSpPr>
          <p:spPr bwMode="auto">
            <a:xfrm rot="-5400000">
              <a:off x="1129" y="2432"/>
              <a:ext cx="615" cy="1530"/>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74766" name="Line 13"/>
            <p:cNvSpPr>
              <a:spLocks noChangeShapeType="1"/>
            </p:cNvSpPr>
            <p:nvPr/>
          </p:nvSpPr>
          <p:spPr bwMode="auto">
            <a:xfrm>
              <a:off x="2208" y="3504"/>
              <a:ext cx="7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767" name="Line 14"/>
            <p:cNvSpPr>
              <a:spLocks noChangeShapeType="1"/>
            </p:cNvSpPr>
            <p:nvPr/>
          </p:nvSpPr>
          <p:spPr bwMode="auto">
            <a:xfrm>
              <a:off x="2208" y="2889"/>
              <a:ext cx="7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74759" name="Group 21"/>
          <p:cNvGrpSpPr>
            <a:grpSpLocks/>
          </p:cNvGrpSpPr>
          <p:nvPr/>
        </p:nvGrpSpPr>
        <p:grpSpPr bwMode="auto">
          <a:xfrm>
            <a:off x="4436533" y="4270024"/>
            <a:ext cx="609600" cy="214312"/>
            <a:chOff x="2256" y="2601"/>
            <a:chExt cx="2976" cy="615"/>
          </a:xfrm>
        </p:grpSpPr>
        <p:sp>
          <p:nvSpPr>
            <p:cNvPr id="74760" name="AutoShape 16"/>
            <p:cNvSpPr>
              <a:spLocks noChangeArrowheads="1"/>
            </p:cNvSpPr>
            <p:nvPr/>
          </p:nvSpPr>
          <p:spPr bwMode="auto">
            <a:xfrm rot="-5400000">
              <a:off x="3439" y="2144"/>
              <a:ext cx="615" cy="1530"/>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74761" name="Line 17"/>
            <p:cNvSpPr>
              <a:spLocks noChangeShapeType="1"/>
            </p:cNvSpPr>
            <p:nvPr/>
          </p:nvSpPr>
          <p:spPr bwMode="auto">
            <a:xfrm>
              <a:off x="2256" y="3216"/>
              <a:ext cx="7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762" name="Line 18"/>
            <p:cNvSpPr>
              <a:spLocks noChangeShapeType="1"/>
            </p:cNvSpPr>
            <p:nvPr/>
          </p:nvSpPr>
          <p:spPr bwMode="auto">
            <a:xfrm>
              <a:off x="2256" y="2601"/>
              <a:ext cx="7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763" name="Line 19"/>
            <p:cNvSpPr>
              <a:spLocks noChangeShapeType="1"/>
            </p:cNvSpPr>
            <p:nvPr/>
          </p:nvSpPr>
          <p:spPr bwMode="auto">
            <a:xfrm>
              <a:off x="4512" y="3216"/>
              <a:ext cx="7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764" name="Line 20"/>
            <p:cNvSpPr>
              <a:spLocks noChangeShapeType="1"/>
            </p:cNvSpPr>
            <p:nvPr/>
          </p:nvSpPr>
          <p:spPr bwMode="auto">
            <a:xfrm>
              <a:off x="4512" y="2601"/>
              <a:ext cx="7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66</a:t>
            </a:fld>
            <a:endParaRPr lang="en-US" altLang="en-US"/>
          </a:p>
        </p:txBody>
      </p:sp>
    </p:spTree>
    <p:extLst>
      <p:ext uri="{BB962C8B-B14F-4D97-AF65-F5344CB8AC3E}">
        <p14:creationId xmlns:p14="http://schemas.microsoft.com/office/powerpoint/2010/main" val="30426286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a:solidFill>
                  <a:schemeClr val="tx1"/>
                </a:solidFill>
              </a:rPr>
              <a:t>9.5. </a:t>
            </a:r>
            <a:r>
              <a:rPr lang="en-US" altLang="en-US" sz="3500" b="1" dirty="0" err="1">
                <a:solidFill>
                  <a:schemeClr val="tx1"/>
                </a:solidFill>
              </a:rPr>
              <a:t>Phép</a:t>
            </a:r>
            <a:r>
              <a:rPr lang="en-US" altLang="en-US" sz="3500" b="1" dirty="0">
                <a:solidFill>
                  <a:schemeClr val="tx1"/>
                </a:solidFill>
              </a:rPr>
              <a:t> </a:t>
            </a:r>
            <a:r>
              <a:rPr lang="en-US" altLang="en-US" sz="3500" b="1" dirty="0" err="1">
                <a:solidFill>
                  <a:schemeClr val="tx1"/>
                </a:solidFill>
              </a:rPr>
              <a:t>kết</a:t>
            </a:r>
            <a:r>
              <a:rPr lang="en-US" altLang="en-US" sz="3500" b="1" dirty="0">
                <a:solidFill>
                  <a:schemeClr val="tx1"/>
                </a:solidFill>
              </a:rPr>
              <a:t> </a:t>
            </a:r>
            <a:r>
              <a:rPr lang="en-US" altLang="en-US" sz="3500" b="1" dirty="0" err="1">
                <a:solidFill>
                  <a:schemeClr val="tx1"/>
                </a:solidFill>
              </a:rPr>
              <a:t>ngoài</a:t>
            </a:r>
            <a:r>
              <a:rPr lang="en-US" altLang="en-US" sz="3500" b="1" dirty="0">
                <a:solidFill>
                  <a:schemeClr val="tx1"/>
                </a:solidFill>
              </a:rPr>
              <a:t> (OUTER JOIN)</a:t>
            </a: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67</a:t>
            </a:fld>
            <a:endParaRPr lang="en-US" altLang="en-US"/>
          </a:p>
        </p:txBody>
      </p:sp>
      <p:sp>
        <p:nvSpPr>
          <p:cNvPr id="4" name="Content Placeholder 3"/>
          <p:cNvSpPr>
            <a:spLocks noGrp="1"/>
          </p:cNvSpPr>
          <p:nvPr>
            <p:ph sz="quarter" idx="1"/>
          </p:nvPr>
        </p:nvSpPr>
        <p:spPr>
          <a:xfrm>
            <a:off x="457200" y="1295400"/>
            <a:ext cx="7848600" cy="5178552"/>
          </a:xfrm>
        </p:spPr>
        <p:txBody>
          <a:bodyPr/>
          <a:lstStyle/>
          <a:p>
            <a:pPr algn="just"/>
            <a:r>
              <a:rPr lang="vi-VN" b="1" dirty="0"/>
              <a:t>INNER JOIN</a:t>
            </a:r>
            <a:r>
              <a:rPr lang="vi-VN" dirty="0"/>
              <a:t> trả về kết quả là các bản ghi mà trường được join ở hai bảng khớp nhau, các bản ghi chỉ xuất hiện ở một trong hai bảng sẽ bị loại.</a:t>
            </a: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2819400"/>
            <a:ext cx="3074918"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822395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a:solidFill>
                  <a:schemeClr val="tx1"/>
                </a:solidFill>
              </a:rPr>
              <a:t>9.5. </a:t>
            </a:r>
            <a:r>
              <a:rPr lang="en-US" altLang="en-US" sz="3500" b="1" dirty="0" err="1">
                <a:solidFill>
                  <a:schemeClr val="tx1"/>
                </a:solidFill>
              </a:rPr>
              <a:t>Phép</a:t>
            </a:r>
            <a:r>
              <a:rPr lang="en-US" altLang="en-US" sz="3500" b="1" dirty="0">
                <a:solidFill>
                  <a:schemeClr val="tx1"/>
                </a:solidFill>
              </a:rPr>
              <a:t> </a:t>
            </a:r>
            <a:r>
              <a:rPr lang="en-US" altLang="en-US" sz="3500" b="1" dirty="0" err="1">
                <a:solidFill>
                  <a:schemeClr val="tx1"/>
                </a:solidFill>
              </a:rPr>
              <a:t>kết</a:t>
            </a:r>
            <a:r>
              <a:rPr lang="en-US" altLang="en-US" sz="3500" b="1" dirty="0">
                <a:solidFill>
                  <a:schemeClr val="tx1"/>
                </a:solidFill>
              </a:rPr>
              <a:t> </a:t>
            </a:r>
            <a:r>
              <a:rPr lang="en-US" altLang="en-US" sz="3500" b="1" dirty="0" err="1">
                <a:solidFill>
                  <a:schemeClr val="tx1"/>
                </a:solidFill>
              </a:rPr>
              <a:t>ngoài</a:t>
            </a:r>
            <a:r>
              <a:rPr lang="en-US" altLang="en-US" sz="3500" b="1" dirty="0">
                <a:solidFill>
                  <a:schemeClr val="tx1"/>
                </a:solidFill>
              </a:rPr>
              <a:t> (OUTER JOIN)</a:t>
            </a: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68</a:t>
            </a:fld>
            <a:endParaRPr lang="en-US" altLang="en-US"/>
          </a:p>
        </p:txBody>
      </p:sp>
      <p:sp>
        <p:nvSpPr>
          <p:cNvPr id="4" name="Content Placeholder 3"/>
          <p:cNvSpPr>
            <a:spLocks noGrp="1"/>
          </p:cNvSpPr>
          <p:nvPr>
            <p:ph sz="quarter" idx="1"/>
          </p:nvPr>
        </p:nvSpPr>
        <p:spPr>
          <a:xfrm>
            <a:off x="136008" y="1349248"/>
            <a:ext cx="4114800" cy="5178552"/>
          </a:xfrm>
        </p:spPr>
        <p:txBody>
          <a:bodyPr>
            <a:normAutofit/>
          </a:bodyPr>
          <a:lstStyle/>
          <a:p>
            <a:pPr algn="just"/>
            <a:r>
              <a:rPr lang="vi-VN" sz="2000" dirty="0"/>
              <a:t>HALF OUTER JOIN (LEFT hoặc RIGHT): nếu bảng A LEFT OUTER JOIN với bảng B thì kết quả gồm các bản ghi có trong bảng A, với các bản ghi không có mặt trong bảng B thì các cột từ B được điền NULL. Các bản ghi chỉ có trong B mà không có trong A sẽ không được trả về.</a:t>
            </a:r>
            <a:endParaRPr lang="en-US" sz="20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4470400"/>
            <a:ext cx="3145908" cy="205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3"/>
          <p:cNvSpPr txBox="1">
            <a:spLocks/>
          </p:cNvSpPr>
          <p:nvPr/>
        </p:nvSpPr>
        <p:spPr>
          <a:xfrm>
            <a:off x="4343400" y="1352296"/>
            <a:ext cx="4114800" cy="5178552"/>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algn="just" fontAlgn="auto">
              <a:spcAft>
                <a:spcPts val="0"/>
              </a:spcAft>
            </a:pPr>
            <a:r>
              <a:rPr lang="vi-VN" sz="2000" dirty="0"/>
              <a:t>FULL OUTER JOIN: kết quả gồm tất cả các bản ghi của cả hai bảng. Với các bản ghi chỉ xuất hiện trong một bảng thì các cột dữ liệu từ bảng kia được điền giá trị NULL.</a:t>
            </a:r>
            <a:endParaRPr lang="en-US" sz="2000" dirty="0"/>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3403599"/>
            <a:ext cx="3276600" cy="20219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0708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457200" y="354013"/>
            <a:ext cx="8534400" cy="620712"/>
          </a:xfrm>
        </p:spPr>
        <p:txBody>
          <a:bodyPr>
            <a:normAutofit fontScale="90000"/>
          </a:bodyPr>
          <a:lstStyle/>
          <a:p>
            <a:r>
              <a:rPr lang="en-US" altLang="en-US" sz="3500" b="1" dirty="0">
                <a:solidFill>
                  <a:schemeClr val="tx1"/>
                </a:solidFill>
              </a:rPr>
              <a:t>9.5. </a:t>
            </a:r>
            <a:r>
              <a:rPr lang="en-US" altLang="en-US" sz="3500" b="1" dirty="0" err="1">
                <a:solidFill>
                  <a:schemeClr val="tx1"/>
                </a:solidFill>
              </a:rPr>
              <a:t>Phép</a:t>
            </a:r>
            <a:r>
              <a:rPr lang="en-US" altLang="en-US" sz="3500" b="1" dirty="0">
                <a:solidFill>
                  <a:schemeClr val="tx1"/>
                </a:solidFill>
              </a:rPr>
              <a:t> </a:t>
            </a:r>
            <a:r>
              <a:rPr lang="en-US" altLang="en-US" sz="3500" b="1" dirty="0" err="1">
                <a:solidFill>
                  <a:schemeClr val="tx1"/>
                </a:solidFill>
              </a:rPr>
              <a:t>kết</a:t>
            </a:r>
            <a:r>
              <a:rPr lang="en-US" altLang="en-US" sz="3500" b="1" dirty="0">
                <a:solidFill>
                  <a:schemeClr val="tx1"/>
                </a:solidFill>
              </a:rPr>
              <a:t> </a:t>
            </a:r>
            <a:r>
              <a:rPr lang="en-US" altLang="en-US" sz="3500" b="1" dirty="0" err="1">
                <a:solidFill>
                  <a:schemeClr val="tx1"/>
                </a:solidFill>
              </a:rPr>
              <a:t>ngoài</a:t>
            </a:r>
            <a:r>
              <a:rPr lang="en-US" altLang="en-US" sz="3500" b="1" dirty="0">
                <a:solidFill>
                  <a:schemeClr val="tx1"/>
                </a:solidFill>
              </a:rPr>
              <a:t> </a:t>
            </a:r>
          </a:p>
        </p:txBody>
      </p:sp>
      <p:grpSp>
        <p:nvGrpSpPr>
          <p:cNvPr id="75802" name="Group 21"/>
          <p:cNvGrpSpPr>
            <a:grpSpLocks/>
          </p:cNvGrpSpPr>
          <p:nvPr/>
        </p:nvGrpSpPr>
        <p:grpSpPr bwMode="auto">
          <a:xfrm>
            <a:off x="3581400" y="3581409"/>
            <a:ext cx="457200" cy="214313"/>
            <a:chOff x="2256" y="2601"/>
            <a:chExt cx="2256" cy="615"/>
          </a:xfrm>
        </p:grpSpPr>
        <p:sp>
          <p:nvSpPr>
            <p:cNvPr id="75803" name="AutoShape 22"/>
            <p:cNvSpPr>
              <a:spLocks noChangeArrowheads="1"/>
            </p:cNvSpPr>
            <p:nvPr/>
          </p:nvSpPr>
          <p:spPr bwMode="auto">
            <a:xfrm rot="16200000">
              <a:off x="3439" y="2144"/>
              <a:ext cx="615" cy="1530"/>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75804" name="Line 23"/>
            <p:cNvSpPr>
              <a:spLocks noChangeShapeType="1"/>
            </p:cNvSpPr>
            <p:nvPr/>
          </p:nvSpPr>
          <p:spPr bwMode="auto">
            <a:xfrm>
              <a:off x="2256" y="3216"/>
              <a:ext cx="7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5805" name="Line 24"/>
            <p:cNvSpPr>
              <a:spLocks noChangeShapeType="1"/>
            </p:cNvSpPr>
            <p:nvPr/>
          </p:nvSpPr>
          <p:spPr bwMode="auto">
            <a:xfrm>
              <a:off x="2256" y="2601"/>
              <a:ext cx="7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69</a:t>
            </a:fld>
            <a:endParaRPr lang="en-US" alt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966" y="1137189"/>
            <a:ext cx="7765050" cy="5188458"/>
          </a:xfrm>
          <a:prstGeom prst="rect">
            <a:avLst/>
          </a:prstGeom>
        </p:spPr>
      </p:pic>
    </p:spTree>
    <p:extLst>
      <p:ext uri="{BB962C8B-B14F-4D97-AF65-F5344CB8AC3E}">
        <p14:creationId xmlns:p14="http://schemas.microsoft.com/office/powerpoint/2010/main" val="3091989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457200" y="354013"/>
            <a:ext cx="8534400" cy="620712"/>
          </a:xfrm>
        </p:spPr>
        <p:txBody>
          <a:bodyPr>
            <a:normAutofit fontScale="90000"/>
          </a:bodyPr>
          <a:lstStyle/>
          <a:p>
            <a:r>
              <a:rPr lang="en-US" altLang="en-US" sz="3500" b="1" dirty="0">
                <a:solidFill>
                  <a:schemeClr val="tx1"/>
                </a:solidFill>
              </a:rPr>
              <a:t>9.5. </a:t>
            </a:r>
            <a:r>
              <a:rPr lang="en-US" altLang="en-US" sz="3500" b="1" dirty="0" err="1">
                <a:solidFill>
                  <a:schemeClr val="tx1"/>
                </a:solidFill>
              </a:rPr>
              <a:t>Phép</a:t>
            </a:r>
            <a:r>
              <a:rPr lang="en-US" altLang="en-US" sz="3500" b="1" dirty="0">
                <a:solidFill>
                  <a:schemeClr val="tx1"/>
                </a:solidFill>
              </a:rPr>
              <a:t> </a:t>
            </a:r>
            <a:r>
              <a:rPr lang="en-US" altLang="en-US" sz="3500" b="1" dirty="0" err="1">
                <a:solidFill>
                  <a:schemeClr val="tx1"/>
                </a:solidFill>
              </a:rPr>
              <a:t>kết</a:t>
            </a:r>
            <a:r>
              <a:rPr lang="en-US" altLang="en-US" sz="3500" b="1" dirty="0">
                <a:solidFill>
                  <a:schemeClr val="tx1"/>
                </a:solidFill>
              </a:rPr>
              <a:t> </a:t>
            </a:r>
            <a:r>
              <a:rPr lang="en-US" altLang="en-US" sz="3500" b="1" dirty="0" err="1">
                <a:solidFill>
                  <a:schemeClr val="tx1"/>
                </a:solidFill>
              </a:rPr>
              <a:t>ngoài</a:t>
            </a:r>
            <a:r>
              <a:rPr lang="en-US" altLang="en-US" sz="3500" b="1" dirty="0">
                <a:solidFill>
                  <a:schemeClr val="tx1"/>
                </a:solidFill>
              </a:rPr>
              <a:t> </a:t>
            </a:r>
          </a:p>
        </p:txBody>
      </p:sp>
      <p:sp>
        <p:nvSpPr>
          <p:cNvPr id="75779" name="Rectangle 3"/>
          <p:cNvSpPr>
            <a:spLocks noGrp="1" noChangeArrowheads="1"/>
          </p:cNvSpPr>
          <p:nvPr>
            <p:ph sz="quarter" idx="1"/>
          </p:nvPr>
        </p:nvSpPr>
        <p:spPr>
          <a:xfrm>
            <a:off x="457200" y="1295400"/>
            <a:ext cx="8229600" cy="4835525"/>
          </a:xfrm>
        </p:spPr>
        <p:txBody>
          <a:bodyPr/>
          <a:lstStyle/>
          <a:p>
            <a:pPr eaLnBrk="1" hangingPunct="1"/>
            <a:r>
              <a:rPr lang="en-US" altLang="en-US" dirty="0" err="1"/>
              <a:t>Ví</a:t>
            </a:r>
            <a:r>
              <a:rPr lang="en-US" altLang="en-US" dirty="0"/>
              <a:t> </a:t>
            </a:r>
            <a:r>
              <a:rPr lang="en-US" altLang="en-US" dirty="0" err="1"/>
              <a:t>dụ</a:t>
            </a:r>
            <a:r>
              <a:rPr lang="en-US" altLang="en-US" dirty="0"/>
              <a:t>: Cho </a:t>
            </a:r>
            <a:r>
              <a:rPr lang="en-US" altLang="en-US" dirty="0" err="1"/>
              <a:t>biết</a:t>
            </a:r>
            <a:r>
              <a:rPr lang="en-US" altLang="en-US" dirty="0"/>
              <a:t> </a:t>
            </a:r>
            <a:r>
              <a:rPr lang="en-US" altLang="en-US" dirty="0" err="1"/>
              <a:t>họ</a:t>
            </a:r>
            <a:r>
              <a:rPr lang="en-US" altLang="en-US" dirty="0"/>
              <a:t> </a:t>
            </a:r>
            <a:r>
              <a:rPr lang="en-US" altLang="en-US" dirty="0" err="1"/>
              <a:t>tên</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và</a:t>
            </a:r>
            <a:r>
              <a:rPr lang="en-US" altLang="en-US" dirty="0"/>
              <a:t> </a:t>
            </a:r>
            <a:r>
              <a:rPr lang="en-US" altLang="en-US" dirty="0" err="1"/>
              <a:t>tên</a:t>
            </a:r>
            <a:r>
              <a:rPr lang="en-US" altLang="en-US" dirty="0"/>
              <a:t> </a:t>
            </a:r>
            <a:r>
              <a:rPr lang="en-US" altLang="en-US" dirty="0" err="1"/>
              <a:t>phòng</a:t>
            </a:r>
            <a:r>
              <a:rPr lang="en-US" altLang="en-US" dirty="0"/>
              <a:t> ban </a:t>
            </a:r>
            <a:r>
              <a:rPr lang="en-US" altLang="en-US" dirty="0" err="1"/>
              <a:t>mà</a:t>
            </a:r>
            <a:r>
              <a:rPr lang="en-US" altLang="en-US" dirty="0"/>
              <a:t> </a:t>
            </a:r>
            <a:r>
              <a:rPr lang="en-US" altLang="en-US" dirty="0" err="1"/>
              <a:t>họ</a:t>
            </a:r>
            <a:r>
              <a:rPr lang="en-US" altLang="en-US" dirty="0"/>
              <a:t> </a:t>
            </a:r>
            <a:r>
              <a:rPr lang="en-US" altLang="en-US" dirty="0" err="1"/>
              <a:t>phụ</a:t>
            </a:r>
            <a:r>
              <a:rPr lang="en-US" altLang="en-US" dirty="0"/>
              <a:t> </a:t>
            </a:r>
            <a:r>
              <a:rPr lang="en-US" altLang="en-US" dirty="0" err="1"/>
              <a:t>trách</a:t>
            </a:r>
            <a:r>
              <a:rPr lang="en-US" altLang="en-US" dirty="0"/>
              <a:t> </a:t>
            </a:r>
            <a:r>
              <a:rPr lang="en-US" altLang="en-US" dirty="0" err="1"/>
              <a:t>nếu</a:t>
            </a:r>
            <a:r>
              <a:rPr lang="en-US" altLang="en-US" dirty="0"/>
              <a:t> </a:t>
            </a:r>
            <a:r>
              <a:rPr lang="en-US" altLang="en-US" dirty="0" err="1"/>
              <a:t>có</a:t>
            </a:r>
            <a:endParaRPr lang="en-US" altLang="en-US" dirty="0"/>
          </a:p>
          <a:p>
            <a:pPr lvl="1" eaLnBrk="1" hangingPunct="1"/>
            <a:r>
              <a:rPr lang="en-US" altLang="en-US" dirty="0" err="1"/>
              <a:t>Quan</a:t>
            </a:r>
            <a:r>
              <a:rPr lang="en-US" altLang="en-US" dirty="0"/>
              <a:t> </a:t>
            </a:r>
            <a:r>
              <a:rPr lang="en-US" altLang="en-US" dirty="0" err="1"/>
              <a:t>hệ</a:t>
            </a:r>
            <a:r>
              <a:rPr lang="en-US" altLang="en-US" dirty="0"/>
              <a:t>: NHAN_VIEN, PHONG_BAN</a:t>
            </a:r>
          </a:p>
          <a:p>
            <a:pPr lvl="1" eaLnBrk="1" hangingPunct="1"/>
            <a:r>
              <a:rPr lang="en-US" altLang="en-US" dirty="0" err="1"/>
              <a:t>Thuộc</a:t>
            </a:r>
            <a:r>
              <a:rPr lang="en-US" altLang="en-US" dirty="0"/>
              <a:t> </a:t>
            </a:r>
            <a:r>
              <a:rPr lang="en-US" altLang="en-US" dirty="0" err="1"/>
              <a:t>tinh</a:t>
            </a:r>
            <a:r>
              <a:rPr lang="en-US" altLang="en-US" dirty="0"/>
              <a:t>: TENNV, TENPH</a:t>
            </a:r>
          </a:p>
        </p:txBody>
      </p:sp>
      <p:grpSp>
        <p:nvGrpSpPr>
          <p:cNvPr id="75780" name="Group 35"/>
          <p:cNvGrpSpPr>
            <a:grpSpLocks/>
          </p:cNvGrpSpPr>
          <p:nvPr/>
        </p:nvGrpSpPr>
        <p:grpSpPr bwMode="auto">
          <a:xfrm>
            <a:off x="990600" y="3352800"/>
            <a:ext cx="7543800" cy="549275"/>
            <a:chOff x="432" y="2160"/>
            <a:chExt cx="4752" cy="346"/>
          </a:xfrm>
        </p:grpSpPr>
        <p:sp>
          <p:nvSpPr>
            <p:cNvPr id="75801" name="Text Box 19"/>
            <p:cNvSpPr txBox="1">
              <a:spLocks noChangeArrowheads="1"/>
            </p:cNvSpPr>
            <p:nvPr/>
          </p:nvSpPr>
          <p:spPr bwMode="auto">
            <a:xfrm>
              <a:off x="432" y="2160"/>
              <a:ext cx="4752"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dirty="0">
                  <a:sym typeface="Symbol" pitchFamily="18" charset="2"/>
                </a:rPr>
                <a:t>R1 </a:t>
              </a:r>
              <a:r>
                <a:rPr lang="en-US" altLang="en-US" sz="3000" dirty="0">
                  <a:sym typeface="Symbol" pitchFamily="18" charset="2"/>
                </a:rPr>
                <a:t></a:t>
              </a:r>
              <a:r>
                <a:rPr lang="en-US" altLang="en-US" sz="2200" dirty="0">
                  <a:sym typeface="Symbol" pitchFamily="18" charset="2"/>
                </a:rPr>
                <a:t> NHAN_VIEN        </a:t>
              </a:r>
              <a:r>
                <a:rPr lang="en-US" altLang="en-US" sz="2200" baseline="-25000" dirty="0">
                  <a:sym typeface="Symbol" pitchFamily="18" charset="2"/>
                </a:rPr>
                <a:t>PHG=MAPHG</a:t>
              </a:r>
              <a:r>
                <a:rPr lang="en-US" altLang="en-US" sz="2200" dirty="0">
                  <a:sym typeface="Symbol" pitchFamily="18" charset="2"/>
                </a:rPr>
                <a:t> PHONG_BAN</a:t>
              </a:r>
              <a:endParaRPr lang="en-US" altLang="en-US" sz="2200" baseline="-25000" dirty="0"/>
            </a:p>
          </p:txBody>
        </p:sp>
        <p:grpSp>
          <p:nvGrpSpPr>
            <p:cNvPr id="75802" name="Group 21"/>
            <p:cNvGrpSpPr>
              <a:grpSpLocks/>
            </p:cNvGrpSpPr>
            <p:nvPr/>
          </p:nvGrpSpPr>
          <p:grpSpPr bwMode="auto">
            <a:xfrm>
              <a:off x="2064" y="2304"/>
              <a:ext cx="288" cy="135"/>
              <a:chOff x="2256" y="2601"/>
              <a:chExt cx="2256" cy="615"/>
            </a:xfrm>
          </p:grpSpPr>
          <p:sp>
            <p:nvSpPr>
              <p:cNvPr id="75803" name="AutoShape 22"/>
              <p:cNvSpPr>
                <a:spLocks noChangeArrowheads="1"/>
              </p:cNvSpPr>
              <p:nvPr/>
            </p:nvSpPr>
            <p:spPr bwMode="auto">
              <a:xfrm rot="16200000">
                <a:off x="3439" y="2144"/>
                <a:ext cx="615" cy="1530"/>
              </a:xfrm>
              <a:prstGeom prst="flowChartCollate">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endParaRPr lang="en-US" altLang="en-US"/>
              </a:p>
            </p:txBody>
          </p:sp>
          <p:sp>
            <p:nvSpPr>
              <p:cNvPr id="75804" name="Line 23"/>
              <p:cNvSpPr>
                <a:spLocks noChangeShapeType="1"/>
              </p:cNvSpPr>
              <p:nvPr/>
            </p:nvSpPr>
            <p:spPr bwMode="auto">
              <a:xfrm>
                <a:off x="2256" y="3216"/>
                <a:ext cx="7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5805" name="Line 24"/>
              <p:cNvSpPr>
                <a:spLocks noChangeShapeType="1"/>
              </p:cNvSpPr>
              <p:nvPr/>
            </p:nvSpPr>
            <p:spPr bwMode="auto">
              <a:xfrm>
                <a:off x="2256" y="2601"/>
                <a:ext cx="7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sp>
        <p:nvSpPr>
          <p:cNvPr id="75781" name="Text Box 37"/>
          <p:cNvSpPr txBox="1">
            <a:spLocks noChangeArrowheads="1"/>
          </p:cNvSpPr>
          <p:nvPr/>
        </p:nvSpPr>
        <p:spPr bwMode="auto">
          <a:xfrm>
            <a:off x="990600" y="3749675"/>
            <a:ext cx="4343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dirty="0">
                <a:sym typeface="Symbol" pitchFamily="18" charset="2"/>
              </a:rPr>
              <a:t>KQ </a:t>
            </a:r>
            <a:r>
              <a:rPr lang="en-US" altLang="en-US" sz="3000" dirty="0">
                <a:sym typeface="Symbol" pitchFamily="18" charset="2"/>
              </a:rPr>
              <a:t></a:t>
            </a:r>
            <a:r>
              <a:rPr lang="en-US" altLang="en-US" sz="2200" dirty="0">
                <a:sym typeface="Symbol" pitchFamily="18" charset="2"/>
              </a:rPr>
              <a:t> </a:t>
            </a:r>
            <a:r>
              <a:rPr lang="en-US" altLang="en-US" sz="4000" dirty="0">
                <a:sym typeface="Symbol" pitchFamily="18" charset="2"/>
              </a:rPr>
              <a:t></a:t>
            </a:r>
            <a:r>
              <a:rPr lang="en-US" altLang="en-US" sz="2200" baseline="-25000" dirty="0">
                <a:sym typeface="Symbol" pitchFamily="18" charset="2"/>
              </a:rPr>
              <a:t>HONV,TENNV, TENPHG </a:t>
            </a:r>
            <a:r>
              <a:rPr lang="en-US" altLang="en-US" sz="2200" dirty="0">
                <a:sym typeface="Symbol" pitchFamily="18" charset="2"/>
              </a:rPr>
              <a:t>(R1)</a:t>
            </a:r>
            <a:endParaRPr lang="en-US" altLang="en-US" sz="2200" baseline="-25000" dirty="0"/>
          </a:p>
        </p:txBody>
      </p:sp>
      <p:grpSp>
        <p:nvGrpSpPr>
          <p:cNvPr id="75782" name="Group 85"/>
          <p:cNvGrpSpPr>
            <a:grpSpLocks/>
          </p:cNvGrpSpPr>
          <p:nvPr/>
        </p:nvGrpSpPr>
        <p:grpSpPr bwMode="auto">
          <a:xfrm>
            <a:off x="2514600" y="4724400"/>
            <a:ext cx="3581400" cy="1600200"/>
            <a:chOff x="528" y="2928"/>
            <a:chExt cx="2256" cy="1008"/>
          </a:xfrm>
        </p:grpSpPr>
        <p:sp>
          <p:nvSpPr>
            <p:cNvPr id="75783" name="Line 43"/>
            <p:cNvSpPr>
              <a:spLocks noChangeShapeType="1"/>
            </p:cNvSpPr>
            <p:nvPr/>
          </p:nvSpPr>
          <p:spPr bwMode="auto">
            <a:xfrm>
              <a:off x="528" y="3120"/>
              <a:ext cx="22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75784" name="Line 44"/>
            <p:cNvSpPr>
              <a:spLocks noChangeShapeType="1"/>
            </p:cNvSpPr>
            <p:nvPr/>
          </p:nvSpPr>
          <p:spPr bwMode="auto">
            <a:xfrm>
              <a:off x="1152" y="2928"/>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5785" name="Text Box 45"/>
            <p:cNvSpPr txBox="1">
              <a:spLocks noChangeArrowheads="1"/>
            </p:cNvSpPr>
            <p:nvPr/>
          </p:nvSpPr>
          <p:spPr bwMode="auto">
            <a:xfrm>
              <a:off x="528" y="2928"/>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dirty="0"/>
                <a:t>TENNV</a:t>
              </a:r>
            </a:p>
          </p:txBody>
        </p:sp>
        <p:sp>
          <p:nvSpPr>
            <p:cNvPr id="75786" name="Text Box 46"/>
            <p:cNvSpPr txBox="1">
              <a:spLocks noChangeArrowheads="1"/>
            </p:cNvSpPr>
            <p:nvPr/>
          </p:nvSpPr>
          <p:spPr bwMode="auto">
            <a:xfrm>
              <a:off x="1152" y="2928"/>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HONV</a:t>
              </a:r>
            </a:p>
          </p:txBody>
        </p:sp>
        <p:sp>
          <p:nvSpPr>
            <p:cNvPr id="75787" name="Line 47"/>
            <p:cNvSpPr>
              <a:spLocks noChangeShapeType="1"/>
            </p:cNvSpPr>
            <p:nvPr/>
          </p:nvSpPr>
          <p:spPr bwMode="auto">
            <a:xfrm>
              <a:off x="1824" y="2928"/>
              <a:ext cx="0" cy="100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5788" name="Text Box 48"/>
            <p:cNvSpPr txBox="1">
              <a:spLocks noChangeArrowheads="1"/>
            </p:cNvSpPr>
            <p:nvPr/>
          </p:nvSpPr>
          <p:spPr bwMode="auto">
            <a:xfrm>
              <a:off x="1824" y="2928"/>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TENPHG</a:t>
              </a:r>
            </a:p>
          </p:txBody>
        </p:sp>
        <p:sp>
          <p:nvSpPr>
            <p:cNvPr id="75789" name="Text Box 57"/>
            <p:cNvSpPr txBox="1">
              <a:spLocks noChangeArrowheads="1"/>
            </p:cNvSpPr>
            <p:nvPr/>
          </p:nvSpPr>
          <p:spPr bwMode="auto">
            <a:xfrm>
              <a:off x="528" y="3168"/>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Tung</a:t>
              </a:r>
            </a:p>
          </p:txBody>
        </p:sp>
        <p:sp>
          <p:nvSpPr>
            <p:cNvPr id="75790" name="Text Box 58"/>
            <p:cNvSpPr txBox="1">
              <a:spLocks noChangeArrowheads="1"/>
            </p:cNvSpPr>
            <p:nvPr/>
          </p:nvSpPr>
          <p:spPr bwMode="auto">
            <a:xfrm>
              <a:off x="1152" y="3168"/>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Nguyen</a:t>
              </a:r>
            </a:p>
          </p:txBody>
        </p:sp>
        <p:sp>
          <p:nvSpPr>
            <p:cNvPr id="75791" name="Text Box 59"/>
            <p:cNvSpPr txBox="1">
              <a:spLocks noChangeArrowheads="1"/>
            </p:cNvSpPr>
            <p:nvPr/>
          </p:nvSpPr>
          <p:spPr bwMode="auto">
            <a:xfrm>
              <a:off x="1824" y="3168"/>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Nghien cuu</a:t>
              </a:r>
            </a:p>
          </p:txBody>
        </p:sp>
        <p:sp>
          <p:nvSpPr>
            <p:cNvPr id="75792" name="Text Box 64"/>
            <p:cNvSpPr txBox="1">
              <a:spLocks noChangeArrowheads="1"/>
            </p:cNvSpPr>
            <p:nvPr/>
          </p:nvSpPr>
          <p:spPr bwMode="auto">
            <a:xfrm>
              <a:off x="528" y="3360"/>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Hang</a:t>
              </a:r>
            </a:p>
          </p:txBody>
        </p:sp>
        <p:sp>
          <p:nvSpPr>
            <p:cNvPr id="75793" name="Text Box 65"/>
            <p:cNvSpPr txBox="1">
              <a:spLocks noChangeArrowheads="1"/>
            </p:cNvSpPr>
            <p:nvPr/>
          </p:nvSpPr>
          <p:spPr bwMode="auto">
            <a:xfrm>
              <a:off x="1152" y="3360"/>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Bui</a:t>
              </a:r>
            </a:p>
          </p:txBody>
        </p:sp>
        <p:sp>
          <p:nvSpPr>
            <p:cNvPr id="75794" name="Text Box 66"/>
            <p:cNvSpPr txBox="1">
              <a:spLocks noChangeArrowheads="1"/>
            </p:cNvSpPr>
            <p:nvPr/>
          </p:nvSpPr>
          <p:spPr bwMode="auto">
            <a:xfrm>
              <a:off x="1824" y="3360"/>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null</a:t>
              </a:r>
            </a:p>
          </p:txBody>
        </p:sp>
        <p:sp>
          <p:nvSpPr>
            <p:cNvPr id="75795" name="Text Box 71"/>
            <p:cNvSpPr txBox="1">
              <a:spLocks noChangeArrowheads="1"/>
            </p:cNvSpPr>
            <p:nvPr/>
          </p:nvSpPr>
          <p:spPr bwMode="auto">
            <a:xfrm>
              <a:off x="528" y="3552"/>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Nhu</a:t>
              </a:r>
            </a:p>
          </p:txBody>
        </p:sp>
        <p:sp>
          <p:nvSpPr>
            <p:cNvPr id="75796" name="Text Box 72"/>
            <p:cNvSpPr txBox="1">
              <a:spLocks noChangeArrowheads="1"/>
            </p:cNvSpPr>
            <p:nvPr/>
          </p:nvSpPr>
          <p:spPr bwMode="auto">
            <a:xfrm>
              <a:off x="1152" y="3552"/>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Le</a:t>
              </a:r>
            </a:p>
          </p:txBody>
        </p:sp>
        <p:sp>
          <p:nvSpPr>
            <p:cNvPr id="75797" name="Text Box 73"/>
            <p:cNvSpPr txBox="1">
              <a:spLocks noChangeArrowheads="1"/>
            </p:cNvSpPr>
            <p:nvPr/>
          </p:nvSpPr>
          <p:spPr bwMode="auto">
            <a:xfrm>
              <a:off x="1824" y="3552"/>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null</a:t>
              </a:r>
            </a:p>
          </p:txBody>
        </p:sp>
        <p:sp>
          <p:nvSpPr>
            <p:cNvPr id="75798" name="Text Box 78"/>
            <p:cNvSpPr txBox="1">
              <a:spLocks noChangeArrowheads="1"/>
            </p:cNvSpPr>
            <p:nvPr/>
          </p:nvSpPr>
          <p:spPr bwMode="auto">
            <a:xfrm>
              <a:off x="528" y="3744"/>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Vinh</a:t>
              </a:r>
            </a:p>
          </p:txBody>
        </p:sp>
        <p:sp>
          <p:nvSpPr>
            <p:cNvPr id="75799" name="Text Box 79"/>
            <p:cNvSpPr txBox="1">
              <a:spLocks noChangeArrowheads="1"/>
            </p:cNvSpPr>
            <p:nvPr/>
          </p:nvSpPr>
          <p:spPr bwMode="auto">
            <a:xfrm>
              <a:off x="1152" y="3744"/>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Pham</a:t>
              </a:r>
            </a:p>
          </p:txBody>
        </p:sp>
        <p:sp>
          <p:nvSpPr>
            <p:cNvPr id="75800" name="Text Box 80"/>
            <p:cNvSpPr txBox="1">
              <a:spLocks noChangeArrowheads="1"/>
            </p:cNvSpPr>
            <p:nvPr/>
          </p:nvSpPr>
          <p:spPr bwMode="auto">
            <a:xfrm>
              <a:off x="1824" y="3744"/>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eaLnBrk="1" hangingPunct="1"/>
              <a:r>
                <a:rPr lang="en-US" altLang="en-US" sz="1400"/>
                <a:t>Quan ly</a:t>
              </a:r>
            </a:p>
          </p:txBody>
        </p:sp>
      </p:gr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70</a:t>
            </a:fld>
            <a:endParaRPr lang="en-US" altLang="en-US"/>
          </a:p>
        </p:txBody>
      </p:sp>
    </p:spTree>
    <p:extLst>
      <p:ext uri="{BB962C8B-B14F-4D97-AF65-F5344CB8AC3E}">
        <p14:creationId xmlns:p14="http://schemas.microsoft.com/office/powerpoint/2010/main" val="9310173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354013"/>
            <a:ext cx="8229600" cy="620712"/>
          </a:xfrm>
        </p:spPr>
        <p:txBody>
          <a:bodyPr>
            <a:normAutofit fontScale="90000"/>
          </a:bodyPr>
          <a:lstStyle/>
          <a:p>
            <a:pPr eaLnBrk="1" hangingPunct="1"/>
            <a:r>
              <a:rPr lang="en-US" altLang="en-US" sz="3500">
                <a:latin typeface="Times New Roman" panose="02020603050405020304" pitchFamily="18" charset="0"/>
                <a:cs typeface="Times New Roman" panose="02020603050405020304" pitchFamily="18" charset="0"/>
              </a:rPr>
              <a:t>Nội dung chi tiết</a:t>
            </a:r>
          </a:p>
        </p:txBody>
      </p:sp>
      <p:sp>
        <p:nvSpPr>
          <p:cNvPr id="4099" name="Rectangle 3"/>
          <p:cNvSpPr>
            <a:spLocks noGrp="1" noChangeArrowheads="1"/>
          </p:cNvSpPr>
          <p:nvPr>
            <p:ph sz="quarter" idx="1"/>
          </p:nvPr>
        </p:nvSpPr>
        <p:spPr>
          <a:xfrm>
            <a:off x="457200" y="990600"/>
            <a:ext cx="8229600" cy="5562600"/>
          </a:xfrm>
        </p:spPr>
        <p:txBody>
          <a:bodyPr>
            <a:normAutofit lnSpcReduction="10000"/>
          </a:bodyPr>
          <a:lstStyle/>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Giới</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thiệu</a:t>
            </a: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Đại</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số</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quan</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hệ</a:t>
            </a: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toán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tập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hợp</a:t>
            </a:r>
            <a:endParaRPr lang="en-US" altLang="en-US"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Phép</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chọn</a:t>
            </a:r>
            <a:endParaRPr lang="en-US" altLang="en-US" sz="26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chiếu</a:t>
            </a:r>
            <a:endParaRPr lang="en-US" altLang="en-US"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Phép</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tích</a:t>
            </a:r>
            <a:r>
              <a:rPr lang="en-US" altLang="en-US" sz="2600" dirty="0">
                <a:latin typeface="Times New Roman" panose="02020603050405020304" pitchFamily="18" charset="0"/>
                <a:cs typeface="Times New Roman" panose="02020603050405020304" pitchFamily="18" charset="0"/>
              </a:rPr>
              <a:t> Cartesian (Cartesian Product)</a:t>
            </a:r>
          </a:p>
          <a:p>
            <a:pPr marL="457200" indent="-457200" eaLnBrk="1" hangingPunct="1">
              <a:buFont typeface="+mj-lt"/>
              <a:buAutoNum type="arabicPeriod"/>
            </a:pPr>
            <a:r>
              <a:rPr lang="en-US" altLang="en-US" dirty="0" err="1">
                <a:latin typeface="Times New Roman" panose="02020603050405020304" pitchFamily="18" charset="0"/>
                <a:cs typeface="Times New Roman" panose="02020603050405020304" pitchFamily="18" charset="0"/>
              </a:rPr>
              <a:t>Phép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kết</a:t>
            </a:r>
            <a:endParaRPr lang="en-US" altLang="en-US"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Phép</a:t>
            </a:r>
            <a:r>
              <a:rPr lang="en-US" altLang="en-US" sz="2600" dirty="0">
                <a:latin typeface="Times New Roman" panose="02020603050405020304" pitchFamily="18" charset="0"/>
                <a:cs typeface="Times New Roman" panose="02020603050405020304" pitchFamily="18" charset="0"/>
              </a:rPr>
              <a:t> chia</a:t>
            </a:r>
          </a:p>
          <a:p>
            <a:pPr marL="457200" indent="-457200" eaLnBrk="1" hangingPunct="1">
              <a:buFont typeface="+mj-lt"/>
              <a:buAutoNum type="arabicPeriod"/>
            </a:pPr>
            <a:r>
              <a:rPr lang="en-US" altLang="en-US" sz="2600" dirty="0" err="1">
                <a:latin typeface="Times New Roman" panose="02020603050405020304" pitchFamily="18" charset="0"/>
                <a:cs typeface="Times New Roman" panose="02020603050405020304" pitchFamily="18" charset="0"/>
              </a:rPr>
              <a:t>Các</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phép</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toán</a:t>
            </a: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khác</a:t>
            </a:r>
            <a:endParaRPr lang="en-US" altLang="en-US" sz="2400" dirty="0">
              <a:latin typeface="Times New Roman" panose="02020603050405020304" pitchFamily="18" charset="0"/>
              <a:cs typeface="Times New Roman" panose="02020603050405020304" pitchFamily="18" charset="0"/>
            </a:endParaRPr>
          </a:p>
          <a:p>
            <a:pPr marL="457200" indent="-457200" eaLnBrk="1" hangingPunct="1">
              <a:buFont typeface="+mj-lt"/>
              <a:buAutoNum type="arabicPeriod"/>
            </a:pPr>
            <a:r>
              <a:rPr lang="en-US" altLang="en-US" sz="2600" dirty="0" err="1">
                <a:solidFill>
                  <a:srgbClr val="FF0000"/>
                </a:solidFill>
                <a:latin typeface="Times New Roman" panose="02020603050405020304" pitchFamily="18" charset="0"/>
                <a:cs typeface="Times New Roman" panose="02020603050405020304" pitchFamily="18" charset="0"/>
              </a:rPr>
              <a:t>Các</a:t>
            </a:r>
            <a:r>
              <a:rPr lang="en-US" altLang="en-US" sz="2600" dirty="0">
                <a:solidFill>
                  <a:srgbClr val="FF0000"/>
                </a:solidFill>
                <a:latin typeface="Times New Roman" panose="02020603050405020304" pitchFamily="18" charset="0"/>
                <a:cs typeface="Times New Roman" panose="02020603050405020304" pitchFamily="18" charset="0"/>
              </a:rPr>
              <a:t> </a:t>
            </a:r>
            <a:r>
              <a:rPr lang="en-US" altLang="en-US" sz="2600" dirty="0" err="1">
                <a:solidFill>
                  <a:srgbClr val="FF0000"/>
                </a:solidFill>
                <a:latin typeface="Times New Roman" panose="02020603050405020304" pitchFamily="18" charset="0"/>
                <a:cs typeface="Times New Roman" panose="02020603050405020304" pitchFamily="18" charset="0"/>
              </a:rPr>
              <a:t>thao</a:t>
            </a:r>
            <a:r>
              <a:rPr lang="en-US" altLang="en-US" sz="2600" dirty="0">
                <a:solidFill>
                  <a:srgbClr val="FF0000"/>
                </a:solidFill>
                <a:latin typeface="Times New Roman" panose="02020603050405020304" pitchFamily="18" charset="0"/>
                <a:cs typeface="Times New Roman" panose="02020603050405020304" pitchFamily="18" charset="0"/>
              </a:rPr>
              <a:t> </a:t>
            </a:r>
            <a:r>
              <a:rPr lang="en-US" altLang="en-US" sz="2600" dirty="0" err="1">
                <a:solidFill>
                  <a:srgbClr val="FF0000"/>
                </a:solidFill>
                <a:latin typeface="Times New Roman" panose="02020603050405020304" pitchFamily="18" charset="0"/>
                <a:cs typeface="Times New Roman" panose="02020603050405020304" pitchFamily="18" charset="0"/>
              </a:rPr>
              <a:t>tác</a:t>
            </a:r>
            <a:r>
              <a:rPr lang="en-US" altLang="en-US" sz="2600" dirty="0">
                <a:solidFill>
                  <a:srgbClr val="FF0000"/>
                </a:solidFill>
                <a:latin typeface="Times New Roman" panose="02020603050405020304" pitchFamily="18" charset="0"/>
                <a:cs typeface="Times New Roman" panose="02020603050405020304" pitchFamily="18" charset="0"/>
              </a:rPr>
              <a:t> </a:t>
            </a:r>
            <a:r>
              <a:rPr lang="en-US" altLang="en-US" sz="2600" dirty="0" err="1">
                <a:solidFill>
                  <a:srgbClr val="FF0000"/>
                </a:solidFill>
                <a:latin typeface="Times New Roman" panose="02020603050405020304" pitchFamily="18" charset="0"/>
                <a:cs typeface="Times New Roman" panose="02020603050405020304" pitchFamily="18" charset="0"/>
              </a:rPr>
              <a:t>cập</a:t>
            </a:r>
            <a:r>
              <a:rPr lang="en-US" altLang="en-US" sz="2600" dirty="0">
                <a:solidFill>
                  <a:srgbClr val="FF0000"/>
                </a:solidFill>
                <a:latin typeface="Times New Roman" panose="02020603050405020304" pitchFamily="18" charset="0"/>
                <a:cs typeface="Times New Roman" panose="02020603050405020304" pitchFamily="18" charset="0"/>
              </a:rPr>
              <a:t> </a:t>
            </a:r>
            <a:r>
              <a:rPr lang="en-US" altLang="en-US" sz="2600" dirty="0" err="1">
                <a:solidFill>
                  <a:srgbClr val="FF0000"/>
                </a:solidFill>
                <a:latin typeface="Times New Roman" panose="02020603050405020304" pitchFamily="18" charset="0"/>
                <a:cs typeface="Times New Roman" panose="02020603050405020304" pitchFamily="18" charset="0"/>
              </a:rPr>
              <a:t>nhật</a:t>
            </a:r>
            <a:r>
              <a:rPr lang="en-US" altLang="en-US" sz="2600" dirty="0">
                <a:solidFill>
                  <a:srgbClr val="FF0000"/>
                </a:solidFill>
                <a:latin typeface="Times New Roman" panose="02020603050405020304" pitchFamily="18" charset="0"/>
                <a:cs typeface="Times New Roman" panose="02020603050405020304" pitchFamily="18" charset="0"/>
              </a:rPr>
              <a:t> </a:t>
            </a:r>
            <a:r>
              <a:rPr lang="en-US" altLang="en-US" sz="2600" dirty="0" err="1">
                <a:solidFill>
                  <a:srgbClr val="FF0000"/>
                </a:solidFill>
                <a:latin typeface="Times New Roman" panose="02020603050405020304" pitchFamily="18" charset="0"/>
                <a:cs typeface="Times New Roman" panose="02020603050405020304" pitchFamily="18" charset="0"/>
              </a:rPr>
              <a:t>trên</a:t>
            </a:r>
            <a:r>
              <a:rPr lang="en-US" altLang="en-US" sz="2600" dirty="0">
                <a:solidFill>
                  <a:srgbClr val="FF0000"/>
                </a:solidFill>
                <a:latin typeface="Times New Roman" panose="02020603050405020304" pitchFamily="18" charset="0"/>
                <a:cs typeface="Times New Roman" panose="02020603050405020304" pitchFamily="18" charset="0"/>
              </a:rPr>
              <a:t> </a:t>
            </a:r>
            <a:r>
              <a:rPr lang="en-US" altLang="en-US" sz="2600" dirty="0" err="1">
                <a:solidFill>
                  <a:srgbClr val="FF0000"/>
                </a:solidFill>
                <a:latin typeface="Times New Roman" panose="02020603050405020304" pitchFamily="18" charset="0"/>
                <a:cs typeface="Times New Roman" panose="02020603050405020304" pitchFamily="18" charset="0"/>
              </a:rPr>
              <a:t>quan</a:t>
            </a:r>
            <a:r>
              <a:rPr lang="en-US" altLang="en-US" sz="2600" dirty="0">
                <a:solidFill>
                  <a:srgbClr val="FF0000"/>
                </a:solidFill>
                <a:latin typeface="Times New Roman" panose="02020603050405020304" pitchFamily="18" charset="0"/>
                <a:cs typeface="Times New Roman" panose="02020603050405020304" pitchFamily="18" charset="0"/>
              </a:rPr>
              <a:t> </a:t>
            </a:r>
            <a:r>
              <a:rPr lang="en-US" altLang="en-US" sz="2600" dirty="0" err="1">
                <a:solidFill>
                  <a:srgbClr val="FF0000"/>
                </a:solidFill>
                <a:latin typeface="Times New Roman" panose="02020603050405020304" pitchFamily="18" charset="0"/>
                <a:cs typeface="Times New Roman" panose="02020603050405020304" pitchFamily="18" charset="0"/>
              </a:rPr>
              <a:t>hệ</a:t>
            </a:r>
            <a:endParaRPr lang="en-US" altLang="en-US" sz="2600" dirty="0">
              <a:solidFill>
                <a:srgbClr val="FF0000"/>
              </a:solidFill>
              <a:latin typeface="Times New Roman" panose="02020603050405020304" pitchFamily="18" charset="0"/>
              <a:cs typeface="Times New Roman" panose="02020603050405020304" pitchFamily="18" charset="0"/>
            </a:endParaRPr>
          </a:p>
          <a:p>
            <a:pPr marL="365760" lvl="1" indent="0">
              <a:buNone/>
            </a:pPr>
            <a:r>
              <a:rPr lang="en-US" altLang="en-US" sz="2400" dirty="0">
                <a:solidFill>
                  <a:srgbClr val="FF0000"/>
                </a:solidFill>
                <a:latin typeface="Times New Roman" panose="02020603050405020304" pitchFamily="18" charset="0"/>
                <a:cs typeface="Times New Roman" panose="02020603050405020304" pitchFamily="18" charset="0"/>
              </a:rPr>
              <a:t>10.1. </a:t>
            </a:r>
            <a:r>
              <a:rPr lang="en-US" altLang="en-US" sz="2400" dirty="0" err="1">
                <a:solidFill>
                  <a:srgbClr val="FF0000"/>
                </a:solidFill>
                <a:latin typeface="Times New Roman" panose="02020603050405020304" pitchFamily="18" charset="0"/>
                <a:cs typeface="Times New Roman" panose="02020603050405020304" pitchFamily="18" charset="0"/>
              </a:rPr>
              <a:t>Thêm</a:t>
            </a:r>
            <a:endParaRPr lang="en-US" altLang="en-US" sz="2400" dirty="0">
              <a:solidFill>
                <a:srgbClr val="FF0000"/>
              </a:solidFill>
              <a:latin typeface="Times New Roman" panose="02020603050405020304" pitchFamily="18" charset="0"/>
              <a:cs typeface="Times New Roman" panose="02020603050405020304" pitchFamily="18" charset="0"/>
            </a:endParaRPr>
          </a:p>
          <a:p>
            <a:pPr marL="365760" lvl="1" indent="0">
              <a:buNone/>
            </a:pPr>
            <a:r>
              <a:rPr lang="en-US" altLang="en-US" dirty="0">
                <a:solidFill>
                  <a:srgbClr val="FF0000"/>
                </a:solidFill>
                <a:latin typeface="Times New Roman" panose="02020603050405020304" pitchFamily="18" charset="0"/>
                <a:cs typeface="Times New Roman" panose="02020603050405020304" pitchFamily="18" charset="0"/>
              </a:rPr>
              <a:t>10.2. </a:t>
            </a:r>
            <a:r>
              <a:rPr lang="en-US" altLang="en-US" dirty="0" err="1">
                <a:solidFill>
                  <a:srgbClr val="FF0000"/>
                </a:solidFill>
                <a:latin typeface="Times New Roman" panose="02020603050405020304" pitchFamily="18" charset="0"/>
                <a:cs typeface="Times New Roman" panose="02020603050405020304" pitchFamily="18" charset="0"/>
              </a:rPr>
              <a:t>Xóa</a:t>
            </a:r>
            <a:endParaRPr lang="en-US" altLang="en-US" dirty="0">
              <a:solidFill>
                <a:srgbClr val="FF0000"/>
              </a:solidFill>
              <a:latin typeface="Times New Roman" panose="02020603050405020304" pitchFamily="18" charset="0"/>
              <a:cs typeface="Times New Roman" panose="02020603050405020304" pitchFamily="18" charset="0"/>
            </a:endParaRPr>
          </a:p>
          <a:p>
            <a:pPr marL="365760" lvl="1" indent="0">
              <a:buNone/>
            </a:pPr>
            <a:r>
              <a:rPr lang="en-US" altLang="en-US" sz="2400" dirty="0">
                <a:solidFill>
                  <a:srgbClr val="FF0000"/>
                </a:solidFill>
                <a:latin typeface="Times New Roman" panose="02020603050405020304" pitchFamily="18" charset="0"/>
                <a:cs typeface="Times New Roman" panose="02020603050405020304" pitchFamily="18" charset="0"/>
              </a:rPr>
              <a:t>10.3. </a:t>
            </a:r>
            <a:r>
              <a:rPr lang="en-US" altLang="en-US" sz="2400" dirty="0" err="1">
                <a:solidFill>
                  <a:srgbClr val="FF0000"/>
                </a:solidFill>
                <a:latin typeface="Times New Roman" panose="02020603050405020304" pitchFamily="18" charset="0"/>
                <a:cs typeface="Times New Roman" panose="02020603050405020304" pitchFamily="18" charset="0"/>
              </a:rPr>
              <a:t>Sửa</a:t>
            </a:r>
            <a:endParaRPr lang="en-US" altLang="en-US" sz="2400" dirty="0">
              <a:solidFill>
                <a:srgbClr val="FF0000"/>
              </a:solidFill>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71</a:t>
            </a:fld>
            <a:endParaRPr lang="en-US" altLang="en-US"/>
          </a:p>
        </p:txBody>
      </p:sp>
    </p:spTree>
    <p:extLst>
      <p:ext uri="{BB962C8B-B14F-4D97-AF65-F5344CB8AC3E}">
        <p14:creationId xmlns:p14="http://schemas.microsoft.com/office/powerpoint/2010/main" val="152645589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457200" y="354013"/>
            <a:ext cx="8534400" cy="620712"/>
          </a:xfrm>
        </p:spPr>
        <p:txBody>
          <a:bodyPr>
            <a:noAutofit/>
          </a:bodyPr>
          <a:lstStyle/>
          <a:p>
            <a:pPr eaLnBrk="1" hangingPunct="1"/>
            <a:r>
              <a:rPr lang="en-US" altLang="en-US" sz="3600" b="1" dirty="0">
                <a:solidFill>
                  <a:schemeClr val="tx1"/>
                </a:solidFill>
              </a:rPr>
              <a:t>10. </a:t>
            </a:r>
            <a:r>
              <a:rPr lang="en-US" altLang="en-US" sz="3600" b="1" dirty="0" err="1">
                <a:solidFill>
                  <a:schemeClr val="tx1"/>
                </a:solidFill>
              </a:rPr>
              <a:t>Các</a:t>
            </a:r>
            <a:r>
              <a:rPr lang="en-US" altLang="en-US" sz="3600" b="1" dirty="0">
                <a:solidFill>
                  <a:schemeClr val="tx1"/>
                </a:solidFill>
              </a:rPr>
              <a:t> </a:t>
            </a:r>
            <a:r>
              <a:rPr lang="en-US" altLang="en-US" sz="3600" b="1" dirty="0" err="1">
                <a:solidFill>
                  <a:schemeClr val="tx1"/>
                </a:solidFill>
              </a:rPr>
              <a:t>thao</a:t>
            </a:r>
            <a:r>
              <a:rPr lang="en-US" altLang="en-US" sz="3600" b="1" dirty="0">
                <a:solidFill>
                  <a:schemeClr val="tx1"/>
                </a:solidFill>
              </a:rPr>
              <a:t> </a:t>
            </a:r>
            <a:r>
              <a:rPr lang="en-US" altLang="en-US" sz="3600" b="1" dirty="0" err="1">
                <a:solidFill>
                  <a:schemeClr val="tx1"/>
                </a:solidFill>
              </a:rPr>
              <a:t>tác</a:t>
            </a:r>
            <a:r>
              <a:rPr lang="en-US" altLang="en-US" sz="3600" b="1" dirty="0">
                <a:solidFill>
                  <a:schemeClr val="tx1"/>
                </a:solidFill>
              </a:rPr>
              <a:t> </a:t>
            </a:r>
            <a:r>
              <a:rPr lang="en-US" altLang="en-US" sz="3600" b="1" dirty="0" err="1">
                <a:solidFill>
                  <a:schemeClr val="tx1"/>
                </a:solidFill>
              </a:rPr>
              <a:t>cập</a:t>
            </a:r>
            <a:r>
              <a:rPr lang="en-US" altLang="en-US" sz="3600" b="1" dirty="0">
                <a:solidFill>
                  <a:schemeClr val="tx1"/>
                </a:solidFill>
              </a:rPr>
              <a:t> </a:t>
            </a:r>
            <a:r>
              <a:rPr lang="en-US" altLang="en-US" sz="3600" b="1" dirty="0" err="1">
                <a:solidFill>
                  <a:schemeClr val="tx1"/>
                </a:solidFill>
              </a:rPr>
              <a:t>nhật</a:t>
            </a:r>
            <a:endParaRPr lang="en-US" altLang="en-US" sz="3600" b="1" dirty="0">
              <a:solidFill>
                <a:schemeClr val="tx1"/>
              </a:solidFill>
            </a:endParaRPr>
          </a:p>
        </p:txBody>
      </p:sp>
      <p:sp>
        <p:nvSpPr>
          <p:cNvPr id="77827" name="Rectangle 3"/>
          <p:cNvSpPr>
            <a:spLocks noGrp="1" noChangeArrowheads="1"/>
          </p:cNvSpPr>
          <p:nvPr>
            <p:ph sz="quarter" idx="1"/>
          </p:nvPr>
        </p:nvSpPr>
        <p:spPr>
          <a:xfrm>
            <a:off x="457200" y="1295400"/>
            <a:ext cx="8229600" cy="4835525"/>
          </a:xfrm>
        </p:spPr>
        <p:txBody>
          <a:bodyPr/>
          <a:lstStyle/>
          <a:p>
            <a:pPr eaLnBrk="1" hangingPunct="1"/>
            <a:r>
              <a:rPr lang="en-US" altLang="en-US" dirty="0" err="1"/>
              <a:t>Nội</a:t>
            </a:r>
            <a:r>
              <a:rPr lang="en-US" altLang="en-US" dirty="0"/>
              <a:t> dung </a:t>
            </a:r>
            <a:r>
              <a:rPr lang="en-US" altLang="en-US" dirty="0" err="1"/>
              <a:t>của</a:t>
            </a:r>
            <a:r>
              <a:rPr lang="en-US" altLang="en-US" dirty="0"/>
              <a:t> CSDL </a:t>
            </a:r>
            <a:r>
              <a:rPr lang="en-US" altLang="en-US" dirty="0" err="1"/>
              <a:t>có</a:t>
            </a:r>
            <a:r>
              <a:rPr lang="en-US" altLang="en-US" dirty="0"/>
              <a:t> </a:t>
            </a:r>
            <a:r>
              <a:rPr lang="en-US" altLang="en-US" dirty="0" err="1"/>
              <a:t>thể</a:t>
            </a:r>
            <a:r>
              <a:rPr lang="en-US" altLang="en-US" dirty="0"/>
              <a:t> </a:t>
            </a:r>
            <a:r>
              <a:rPr lang="en-US" altLang="en-US" dirty="0" err="1"/>
              <a:t>được</a:t>
            </a:r>
            <a:r>
              <a:rPr lang="en-US" altLang="en-US" dirty="0"/>
              <a:t> </a:t>
            </a:r>
            <a:r>
              <a:rPr lang="en-US" altLang="en-US" dirty="0" err="1"/>
              <a:t>cập</a:t>
            </a:r>
            <a:r>
              <a:rPr lang="en-US" altLang="en-US" dirty="0"/>
              <a:t> </a:t>
            </a:r>
            <a:r>
              <a:rPr lang="en-US" altLang="en-US" dirty="0" err="1"/>
              <a:t>nhật</a:t>
            </a:r>
            <a:r>
              <a:rPr lang="en-US" altLang="en-US" dirty="0"/>
              <a:t> </a:t>
            </a:r>
            <a:r>
              <a:rPr lang="en-US" altLang="en-US" dirty="0" err="1"/>
              <a:t>bằng</a:t>
            </a:r>
            <a:r>
              <a:rPr lang="en-US" altLang="en-US" dirty="0"/>
              <a:t> </a:t>
            </a:r>
            <a:r>
              <a:rPr lang="en-US" altLang="en-US" dirty="0" err="1"/>
              <a:t>các</a:t>
            </a:r>
            <a:r>
              <a:rPr lang="en-US" altLang="en-US" dirty="0"/>
              <a:t> </a:t>
            </a:r>
            <a:r>
              <a:rPr lang="en-US" altLang="en-US" dirty="0" err="1"/>
              <a:t>thao</a:t>
            </a:r>
            <a:r>
              <a:rPr lang="en-US" altLang="en-US" dirty="0"/>
              <a:t> </a:t>
            </a:r>
            <a:r>
              <a:rPr lang="en-US" altLang="en-US" dirty="0" err="1"/>
              <a:t>tác</a:t>
            </a:r>
            <a:endParaRPr lang="en-US" altLang="en-US" dirty="0"/>
          </a:p>
          <a:p>
            <a:pPr lvl="1" eaLnBrk="1" hangingPunct="1"/>
            <a:r>
              <a:rPr lang="en-US" altLang="en-US" dirty="0" err="1"/>
              <a:t>Thêm</a:t>
            </a:r>
            <a:r>
              <a:rPr lang="en-US" altLang="en-US" dirty="0"/>
              <a:t> (insertion)</a:t>
            </a:r>
          </a:p>
          <a:p>
            <a:pPr lvl="1" eaLnBrk="1" hangingPunct="1"/>
            <a:r>
              <a:rPr lang="en-US" altLang="en-US" dirty="0" err="1"/>
              <a:t>Xóa</a:t>
            </a:r>
            <a:r>
              <a:rPr lang="en-US" altLang="en-US" dirty="0"/>
              <a:t> (deletion)</a:t>
            </a:r>
          </a:p>
          <a:p>
            <a:pPr lvl="1" eaLnBrk="1" hangingPunct="1"/>
            <a:r>
              <a:rPr lang="en-US" altLang="en-US" dirty="0" err="1"/>
              <a:t>Sửa</a:t>
            </a:r>
            <a:r>
              <a:rPr lang="en-US" altLang="en-US" dirty="0"/>
              <a:t> (updating)</a:t>
            </a:r>
          </a:p>
          <a:p>
            <a:pPr eaLnBrk="1" hangingPunct="1"/>
            <a:r>
              <a:rPr lang="en-US" altLang="en-US" dirty="0" err="1"/>
              <a:t>Các</a:t>
            </a:r>
            <a:r>
              <a:rPr lang="en-US" altLang="en-US" dirty="0"/>
              <a:t> </a:t>
            </a:r>
            <a:r>
              <a:rPr lang="en-US" altLang="en-US" dirty="0" err="1"/>
              <a:t>thao</a:t>
            </a:r>
            <a:r>
              <a:rPr lang="en-US" altLang="en-US" dirty="0"/>
              <a:t> </a:t>
            </a:r>
            <a:r>
              <a:rPr lang="en-US" altLang="en-US" dirty="0" err="1"/>
              <a:t>tác</a:t>
            </a:r>
            <a:r>
              <a:rPr lang="en-US" altLang="en-US" dirty="0"/>
              <a:t> </a:t>
            </a:r>
            <a:r>
              <a:rPr lang="en-US" altLang="en-US" dirty="0" err="1"/>
              <a:t>cập</a:t>
            </a:r>
            <a:r>
              <a:rPr lang="en-US" altLang="en-US" dirty="0"/>
              <a:t> </a:t>
            </a:r>
            <a:r>
              <a:rPr lang="en-US" altLang="en-US" dirty="0" err="1"/>
              <a:t>nhật</a:t>
            </a:r>
            <a:r>
              <a:rPr lang="en-US" altLang="en-US" dirty="0"/>
              <a:t> </a:t>
            </a:r>
            <a:r>
              <a:rPr lang="en-US" altLang="en-US" dirty="0" err="1"/>
              <a:t>được</a:t>
            </a:r>
            <a:r>
              <a:rPr lang="en-US" altLang="en-US" dirty="0"/>
              <a:t> </a:t>
            </a:r>
            <a:r>
              <a:rPr lang="en-US" altLang="en-US" dirty="0" err="1"/>
              <a:t>diễn</a:t>
            </a:r>
            <a:r>
              <a:rPr lang="en-US" altLang="en-US" dirty="0"/>
              <a:t> </a:t>
            </a:r>
            <a:r>
              <a:rPr lang="en-US" altLang="en-US" dirty="0" err="1"/>
              <a:t>đạt</a:t>
            </a:r>
            <a:r>
              <a:rPr lang="en-US" altLang="en-US" dirty="0"/>
              <a:t> </a:t>
            </a:r>
            <a:r>
              <a:rPr lang="en-US" altLang="en-US" dirty="0" err="1"/>
              <a:t>thông</a:t>
            </a:r>
            <a:r>
              <a:rPr lang="en-US" altLang="en-US" dirty="0"/>
              <a:t> qua </a:t>
            </a:r>
            <a:r>
              <a:rPr lang="en-US" altLang="en-US" dirty="0" err="1"/>
              <a:t>phép</a:t>
            </a:r>
            <a:r>
              <a:rPr lang="en-US" altLang="en-US" dirty="0"/>
              <a:t> </a:t>
            </a:r>
            <a:r>
              <a:rPr lang="en-US" altLang="en-US" dirty="0" err="1"/>
              <a:t>toán</a:t>
            </a:r>
            <a:r>
              <a:rPr lang="en-US" altLang="en-US" dirty="0"/>
              <a:t> </a:t>
            </a:r>
            <a:r>
              <a:rPr lang="en-US" altLang="en-US" dirty="0" err="1"/>
              <a:t>gán</a:t>
            </a:r>
            <a:endParaRPr lang="en-US" altLang="en-US" dirty="0"/>
          </a:p>
          <a:p>
            <a:pPr lvl="1" eaLnBrk="1" hangingPunct="1"/>
            <a:endParaRPr lang="en-US" altLang="en-US" dirty="0"/>
          </a:p>
        </p:txBody>
      </p:sp>
      <p:sp>
        <p:nvSpPr>
          <p:cNvPr id="77828" name="Text Box 4"/>
          <p:cNvSpPr txBox="1">
            <a:spLocks noChangeArrowheads="1"/>
          </p:cNvSpPr>
          <p:nvPr/>
        </p:nvSpPr>
        <p:spPr bwMode="auto">
          <a:xfrm>
            <a:off x="2209800" y="3505200"/>
            <a:ext cx="43434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dirty="0" err="1">
                <a:sym typeface="Symbol" pitchFamily="18" charset="2"/>
              </a:rPr>
              <a:t>R</a:t>
            </a:r>
            <a:r>
              <a:rPr lang="en-US" altLang="en-US" sz="2200" baseline="-25000" dirty="0" err="1">
                <a:sym typeface="Symbol" pitchFamily="18" charset="2"/>
              </a:rPr>
              <a:t>new</a:t>
            </a:r>
            <a:r>
              <a:rPr lang="en-US" altLang="en-US" sz="2200" dirty="0">
                <a:sym typeface="Symbol" pitchFamily="18" charset="2"/>
              </a:rPr>
              <a:t>  </a:t>
            </a:r>
            <a:r>
              <a:rPr lang="en-US" altLang="en-US" sz="3000" dirty="0">
                <a:sym typeface="Symbol" pitchFamily="18" charset="2"/>
              </a:rPr>
              <a:t> </a:t>
            </a:r>
            <a:r>
              <a:rPr lang="en-US" altLang="en-US" sz="2200" dirty="0">
                <a:sym typeface="Symbol" pitchFamily="18" charset="2"/>
              </a:rPr>
              <a:t> </a:t>
            </a:r>
            <a:r>
              <a:rPr lang="en-US" altLang="en-US" sz="2200" dirty="0" err="1">
                <a:sym typeface="Symbol" pitchFamily="18" charset="2"/>
              </a:rPr>
              <a:t>các</a:t>
            </a:r>
            <a:r>
              <a:rPr lang="en-US" altLang="en-US" sz="2200" dirty="0">
                <a:sym typeface="Symbol" pitchFamily="18" charset="2"/>
              </a:rPr>
              <a:t> </a:t>
            </a:r>
            <a:r>
              <a:rPr lang="en-US" altLang="en-US" sz="2200" dirty="0" err="1">
                <a:sym typeface="Symbol" pitchFamily="18" charset="2"/>
              </a:rPr>
              <a:t>phép</a:t>
            </a:r>
            <a:r>
              <a:rPr lang="en-US" altLang="en-US" sz="2200" dirty="0">
                <a:sym typeface="Symbol" pitchFamily="18" charset="2"/>
              </a:rPr>
              <a:t> </a:t>
            </a:r>
            <a:r>
              <a:rPr lang="en-US" altLang="en-US" sz="2200" dirty="0" err="1">
                <a:sym typeface="Symbol" pitchFamily="18" charset="2"/>
              </a:rPr>
              <a:t>toán</a:t>
            </a:r>
            <a:r>
              <a:rPr lang="en-US" altLang="en-US" sz="2200" dirty="0">
                <a:sym typeface="Symbol" pitchFamily="18" charset="2"/>
              </a:rPr>
              <a:t> </a:t>
            </a:r>
            <a:r>
              <a:rPr lang="en-US" altLang="en-US" sz="2200" dirty="0" err="1">
                <a:sym typeface="Symbol" pitchFamily="18" charset="2"/>
              </a:rPr>
              <a:t>trên</a:t>
            </a:r>
            <a:r>
              <a:rPr lang="en-US" altLang="en-US" sz="2200" baseline="-25000" dirty="0">
                <a:sym typeface="Symbol" pitchFamily="18" charset="2"/>
              </a:rPr>
              <a:t> </a:t>
            </a:r>
            <a:r>
              <a:rPr lang="en-US" altLang="en-US" sz="2200" dirty="0" err="1">
                <a:sym typeface="Symbol" pitchFamily="18" charset="2"/>
              </a:rPr>
              <a:t>R</a:t>
            </a:r>
            <a:r>
              <a:rPr lang="en-US" altLang="en-US" sz="2200" baseline="-25000" dirty="0" err="1">
                <a:sym typeface="Symbol" pitchFamily="18" charset="2"/>
              </a:rPr>
              <a:t>old</a:t>
            </a:r>
            <a:endParaRPr lang="en-US" altLang="en-US" sz="2200" baseline="-25000" dirty="0"/>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72</a:t>
            </a:fld>
            <a:endParaRPr lang="en-US" altLang="en-US"/>
          </a:p>
        </p:txBody>
      </p:sp>
    </p:spTree>
    <p:extLst>
      <p:ext uri="{BB962C8B-B14F-4D97-AF65-F5344CB8AC3E}">
        <p14:creationId xmlns:p14="http://schemas.microsoft.com/office/powerpoint/2010/main" val="20100461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a:solidFill>
                  <a:schemeClr val="tx1"/>
                </a:solidFill>
              </a:rPr>
              <a:t>10.1. </a:t>
            </a:r>
            <a:r>
              <a:rPr lang="en-US" altLang="en-US" sz="3500" b="1" dirty="0" err="1">
                <a:solidFill>
                  <a:schemeClr val="tx1"/>
                </a:solidFill>
              </a:rPr>
              <a:t>Thao</a:t>
            </a:r>
            <a:r>
              <a:rPr lang="en-US" altLang="en-US" sz="3500" b="1" dirty="0">
                <a:solidFill>
                  <a:schemeClr val="tx1"/>
                </a:solidFill>
              </a:rPr>
              <a:t> </a:t>
            </a:r>
            <a:r>
              <a:rPr lang="en-US" altLang="en-US" sz="3500" b="1" dirty="0" err="1">
                <a:solidFill>
                  <a:schemeClr val="tx1"/>
                </a:solidFill>
              </a:rPr>
              <a:t>tác</a:t>
            </a:r>
            <a:r>
              <a:rPr lang="en-US" altLang="en-US" sz="3500" b="1" dirty="0">
                <a:solidFill>
                  <a:schemeClr val="tx1"/>
                </a:solidFill>
              </a:rPr>
              <a:t> </a:t>
            </a:r>
            <a:r>
              <a:rPr lang="en-US" altLang="en-US" sz="3500" b="1" dirty="0" err="1">
                <a:solidFill>
                  <a:schemeClr val="tx1"/>
                </a:solidFill>
              </a:rPr>
              <a:t>thêm</a:t>
            </a:r>
            <a:endParaRPr lang="en-US" altLang="en-US" sz="3500" b="1" dirty="0">
              <a:solidFill>
                <a:schemeClr val="tx1"/>
              </a:solidFill>
            </a:endParaRPr>
          </a:p>
        </p:txBody>
      </p:sp>
      <p:sp>
        <p:nvSpPr>
          <p:cNvPr id="78851" name="Rectangle 3"/>
          <p:cNvSpPr>
            <a:spLocks noGrp="1" noChangeArrowheads="1"/>
          </p:cNvSpPr>
          <p:nvPr>
            <p:ph sz="quarter" idx="1"/>
          </p:nvPr>
        </p:nvSpPr>
        <p:spPr>
          <a:xfrm>
            <a:off x="457200" y="1295400"/>
            <a:ext cx="8229600" cy="4835525"/>
          </a:xfrm>
        </p:spPr>
        <p:txBody>
          <a:bodyPr/>
          <a:lstStyle/>
          <a:p>
            <a:pPr eaLnBrk="1" hangingPunct="1"/>
            <a:r>
              <a:rPr lang="en-US" altLang="en-US" dirty="0" err="1"/>
              <a:t>Được</a:t>
            </a:r>
            <a:r>
              <a:rPr lang="en-US" altLang="en-US" dirty="0"/>
              <a:t> </a:t>
            </a:r>
            <a:r>
              <a:rPr lang="en-US" altLang="en-US" dirty="0" err="1"/>
              <a:t>diễn</a:t>
            </a:r>
            <a:r>
              <a:rPr lang="en-US" altLang="en-US" dirty="0"/>
              <a:t> </a:t>
            </a:r>
            <a:r>
              <a:rPr lang="en-US" altLang="en-US" dirty="0" err="1"/>
              <a:t>đạt</a:t>
            </a:r>
            <a:r>
              <a:rPr lang="en-US" altLang="en-US" dirty="0"/>
              <a:t> </a:t>
            </a:r>
          </a:p>
          <a:p>
            <a:pPr eaLnBrk="1" hangingPunct="1"/>
            <a:endParaRPr lang="en-US" altLang="en-US" dirty="0"/>
          </a:p>
          <a:p>
            <a:pPr lvl="1" eaLnBrk="1" hangingPunct="1"/>
            <a:endParaRPr lang="en-US" altLang="en-US" dirty="0"/>
          </a:p>
          <a:p>
            <a:pPr lvl="1" eaLnBrk="1" hangingPunct="1"/>
            <a:r>
              <a:rPr lang="en-US" altLang="en-US" dirty="0"/>
              <a:t>R </a:t>
            </a:r>
            <a:r>
              <a:rPr lang="en-US" altLang="en-US" dirty="0" err="1"/>
              <a:t>là</a:t>
            </a:r>
            <a:r>
              <a:rPr lang="en-US" altLang="en-US" dirty="0"/>
              <a:t> </a:t>
            </a:r>
            <a:r>
              <a:rPr lang="en-US" altLang="en-US" dirty="0" err="1"/>
              <a:t>quan</a:t>
            </a:r>
            <a:r>
              <a:rPr lang="en-US" altLang="en-US" dirty="0"/>
              <a:t> </a:t>
            </a:r>
            <a:r>
              <a:rPr lang="en-US" altLang="en-US" dirty="0" err="1"/>
              <a:t>hệ</a:t>
            </a:r>
            <a:endParaRPr lang="en-US" altLang="en-US" dirty="0"/>
          </a:p>
          <a:p>
            <a:pPr lvl="1" eaLnBrk="1" hangingPunct="1"/>
            <a:r>
              <a:rPr lang="en-US" altLang="en-US" dirty="0"/>
              <a:t>E </a:t>
            </a:r>
            <a:r>
              <a:rPr lang="en-US" altLang="en-US" dirty="0" err="1"/>
              <a:t>là</a:t>
            </a:r>
            <a:r>
              <a:rPr lang="en-US" altLang="en-US" dirty="0"/>
              <a:t> </a:t>
            </a:r>
            <a:r>
              <a:rPr lang="en-US" altLang="en-US" dirty="0" err="1"/>
              <a:t>một</a:t>
            </a:r>
            <a:r>
              <a:rPr lang="en-US" altLang="en-US" dirty="0"/>
              <a:t> </a:t>
            </a:r>
            <a:r>
              <a:rPr lang="en-US" altLang="en-US" dirty="0" err="1"/>
              <a:t>biểu</a:t>
            </a:r>
            <a:r>
              <a:rPr lang="en-US" altLang="en-US" dirty="0"/>
              <a:t> </a:t>
            </a:r>
            <a:r>
              <a:rPr lang="en-US" altLang="en-US" dirty="0" err="1"/>
              <a:t>thức</a:t>
            </a:r>
            <a:r>
              <a:rPr lang="en-US" altLang="en-US" dirty="0"/>
              <a:t> ĐSQH</a:t>
            </a:r>
          </a:p>
          <a:p>
            <a:pPr eaLnBrk="1" hangingPunct="1"/>
            <a:endParaRPr lang="en-US" altLang="en-US" dirty="0"/>
          </a:p>
          <a:p>
            <a:pPr eaLnBrk="1" hangingPunct="1"/>
            <a:r>
              <a:rPr lang="en-US" altLang="en-US" dirty="0" err="1"/>
              <a:t>Ví</a:t>
            </a:r>
            <a:r>
              <a:rPr lang="en-US" altLang="en-US" dirty="0"/>
              <a:t> </a:t>
            </a:r>
            <a:r>
              <a:rPr lang="en-US" altLang="en-US" dirty="0" err="1"/>
              <a:t>dụ</a:t>
            </a:r>
            <a:endParaRPr lang="en-US" altLang="en-US" dirty="0"/>
          </a:p>
          <a:p>
            <a:pPr lvl="1" eaLnBrk="1" hangingPunct="1"/>
            <a:r>
              <a:rPr lang="en-US" altLang="en-US" dirty="0" err="1"/>
              <a:t>Phân</a:t>
            </a:r>
            <a:r>
              <a:rPr lang="en-US" altLang="en-US" dirty="0"/>
              <a:t> </a:t>
            </a:r>
            <a:r>
              <a:rPr lang="en-US" altLang="en-US" dirty="0" err="1"/>
              <a:t>công</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có</a:t>
            </a:r>
            <a:r>
              <a:rPr lang="en-US" altLang="en-US" dirty="0"/>
              <a:t> </a:t>
            </a:r>
            <a:r>
              <a:rPr lang="en-US" altLang="en-US" dirty="0" err="1"/>
              <a:t>mã</a:t>
            </a:r>
            <a:r>
              <a:rPr lang="en-US" altLang="en-US" dirty="0"/>
              <a:t> 123456789 </a:t>
            </a:r>
            <a:r>
              <a:rPr lang="en-US" altLang="en-US" dirty="0" err="1"/>
              <a:t>làm</a:t>
            </a:r>
            <a:r>
              <a:rPr lang="en-US" altLang="en-US" dirty="0"/>
              <a:t> </a:t>
            </a:r>
            <a:r>
              <a:rPr lang="en-US" altLang="en-US" dirty="0" err="1"/>
              <a:t>thêm</a:t>
            </a:r>
            <a:r>
              <a:rPr lang="en-US" altLang="en-US" dirty="0"/>
              <a:t> </a:t>
            </a:r>
            <a:r>
              <a:rPr lang="en-US" altLang="en-US" dirty="0" err="1"/>
              <a:t>đề</a:t>
            </a:r>
            <a:r>
              <a:rPr lang="en-US" altLang="en-US" dirty="0"/>
              <a:t> </a:t>
            </a:r>
            <a:r>
              <a:rPr lang="en-US" altLang="en-US" dirty="0" err="1"/>
              <a:t>án</a:t>
            </a:r>
            <a:r>
              <a:rPr lang="en-US" altLang="en-US" dirty="0"/>
              <a:t> </a:t>
            </a:r>
            <a:r>
              <a:rPr lang="en-US" altLang="en-US" dirty="0" err="1"/>
              <a:t>mã</a:t>
            </a:r>
            <a:r>
              <a:rPr lang="en-US" altLang="en-US" dirty="0"/>
              <a:t> </a:t>
            </a:r>
            <a:r>
              <a:rPr lang="en-US" altLang="en-US" dirty="0" err="1"/>
              <a:t>số</a:t>
            </a:r>
            <a:r>
              <a:rPr lang="en-US" altLang="en-US" dirty="0"/>
              <a:t> 20 </a:t>
            </a:r>
            <a:r>
              <a:rPr lang="en-US" altLang="en-US" dirty="0" err="1"/>
              <a:t>với</a:t>
            </a:r>
            <a:r>
              <a:rPr lang="en-US" altLang="en-US" dirty="0"/>
              <a:t> </a:t>
            </a:r>
            <a:r>
              <a:rPr lang="en-US" altLang="en-US" dirty="0" err="1"/>
              <a:t>số</a:t>
            </a:r>
            <a:r>
              <a:rPr lang="en-US" altLang="en-US" dirty="0"/>
              <a:t> </a:t>
            </a:r>
            <a:r>
              <a:rPr lang="en-US" altLang="en-US" dirty="0" err="1"/>
              <a:t>giờ</a:t>
            </a:r>
            <a:r>
              <a:rPr lang="en-US" altLang="en-US" dirty="0"/>
              <a:t> </a:t>
            </a:r>
            <a:r>
              <a:rPr lang="en-US" altLang="en-US" dirty="0" err="1"/>
              <a:t>là</a:t>
            </a:r>
            <a:r>
              <a:rPr lang="en-US" altLang="en-US" dirty="0"/>
              <a:t> 10</a:t>
            </a:r>
          </a:p>
        </p:txBody>
      </p:sp>
      <p:sp>
        <p:nvSpPr>
          <p:cNvPr id="78852" name="Text Box 4"/>
          <p:cNvSpPr txBox="1">
            <a:spLocks noChangeArrowheads="1"/>
          </p:cNvSpPr>
          <p:nvPr/>
        </p:nvSpPr>
        <p:spPr bwMode="auto">
          <a:xfrm>
            <a:off x="1676400" y="1889125"/>
            <a:ext cx="43434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dirty="0" err="1">
                <a:sym typeface="Symbol" pitchFamily="18" charset="2"/>
              </a:rPr>
              <a:t>R</a:t>
            </a:r>
            <a:r>
              <a:rPr lang="en-US" altLang="en-US" sz="2200" baseline="-25000" dirty="0" err="1">
                <a:sym typeface="Symbol" pitchFamily="18" charset="2"/>
              </a:rPr>
              <a:t>new</a:t>
            </a:r>
            <a:r>
              <a:rPr lang="en-US" altLang="en-US" sz="2200" dirty="0">
                <a:sym typeface="Symbol" pitchFamily="18" charset="2"/>
              </a:rPr>
              <a:t>  </a:t>
            </a:r>
            <a:r>
              <a:rPr lang="en-US" altLang="en-US" sz="3000" dirty="0">
                <a:sym typeface="Symbol" pitchFamily="18" charset="2"/>
              </a:rPr>
              <a:t> </a:t>
            </a:r>
            <a:r>
              <a:rPr lang="en-US" altLang="en-US" sz="2200" dirty="0">
                <a:sym typeface="Symbol" pitchFamily="18" charset="2"/>
              </a:rPr>
              <a:t> </a:t>
            </a:r>
            <a:r>
              <a:rPr lang="en-US" altLang="en-US" sz="2200" dirty="0" err="1">
                <a:sym typeface="Symbol" pitchFamily="18" charset="2"/>
              </a:rPr>
              <a:t>R</a:t>
            </a:r>
            <a:r>
              <a:rPr lang="en-US" altLang="en-US" sz="2200" baseline="-25000" dirty="0" err="1">
                <a:sym typeface="Symbol" pitchFamily="18" charset="2"/>
              </a:rPr>
              <a:t>old</a:t>
            </a:r>
            <a:r>
              <a:rPr lang="en-US" altLang="en-US" sz="2200" dirty="0">
                <a:sym typeface="Symbol" pitchFamily="18" charset="2"/>
              </a:rPr>
              <a:t> </a:t>
            </a:r>
            <a:r>
              <a:rPr lang="en-US" altLang="en-US" sz="2200" b="1" dirty="0">
                <a:sym typeface="Symbol" pitchFamily="18" charset="2"/>
              </a:rPr>
              <a:t></a:t>
            </a:r>
            <a:r>
              <a:rPr lang="en-US" altLang="en-US" sz="2200" dirty="0">
                <a:sym typeface="Symbol" pitchFamily="18" charset="2"/>
              </a:rPr>
              <a:t> E</a:t>
            </a:r>
            <a:endParaRPr lang="en-US" altLang="en-US" sz="2200" baseline="-25000" dirty="0">
              <a:sym typeface="Symbol" pitchFamily="18" charset="2"/>
            </a:endParaRPr>
          </a:p>
        </p:txBody>
      </p:sp>
      <p:sp>
        <p:nvSpPr>
          <p:cNvPr id="78853" name="Text Box 5"/>
          <p:cNvSpPr txBox="1">
            <a:spLocks noChangeArrowheads="1"/>
          </p:cNvSpPr>
          <p:nvPr/>
        </p:nvSpPr>
        <p:spPr bwMode="auto">
          <a:xfrm>
            <a:off x="1066800" y="5394325"/>
            <a:ext cx="73152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dirty="0">
                <a:sym typeface="Symbol" pitchFamily="18" charset="2"/>
              </a:rPr>
              <a:t>PHAN_CONG </a:t>
            </a:r>
            <a:r>
              <a:rPr lang="en-US" altLang="en-US" sz="3000" dirty="0">
                <a:sym typeface="Symbol" pitchFamily="18" charset="2"/>
              </a:rPr>
              <a:t> </a:t>
            </a:r>
            <a:r>
              <a:rPr lang="en-US" altLang="en-US" sz="2200" dirty="0">
                <a:sym typeface="Symbol" pitchFamily="18" charset="2"/>
              </a:rPr>
              <a:t>PHAN_CONG </a:t>
            </a:r>
            <a:r>
              <a:rPr lang="en-US" altLang="en-US" sz="2200" b="1" dirty="0">
                <a:sym typeface="Symbol" pitchFamily="18" charset="2"/>
              </a:rPr>
              <a:t></a:t>
            </a:r>
            <a:r>
              <a:rPr lang="en-US" altLang="en-US" sz="2200" dirty="0">
                <a:sym typeface="Symbol" pitchFamily="18" charset="2"/>
              </a:rPr>
              <a:t> (‘123456789’, 20, 10)</a:t>
            </a:r>
            <a:endParaRPr lang="en-US" altLang="en-US" sz="2200" baseline="-25000" dirty="0">
              <a:sym typeface="Symbol" pitchFamily="18" charset="2"/>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73</a:t>
            </a:fld>
            <a:endParaRPr lang="en-US" altLang="en-US"/>
          </a:p>
        </p:txBody>
      </p:sp>
    </p:spTree>
    <p:extLst>
      <p:ext uri="{BB962C8B-B14F-4D97-AF65-F5344CB8AC3E}">
        <p14:creationId xmlns:p14="http://schemas.microsoft.com/office/powerpoint/2010/main" val="89177129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a:solidFill>
                  <a:schemeClr val="tx1"/>
                </a:solidFill>
              </a:rPr>
              <a:t>10.2. </a:t>
            </a:r>
            <a:r>
              <a:rPr lang="en-US" altLang="en-US" sz="3500" b="1" dirty="0" err="1">
                <a:solidFill>
                  <a:schemeClr val="tx1"/>
                </a:solidFill>
              </a:rPr>
              <a:t>Thao</a:t>
            </a:r>
            <a:r>
              <a:rPr lang="en-US" altLang="en-US" sz="3500" b="1" dirty="0">
                <a:solidFill>
                  <a:schemeClr val="tx1"/>
                </a:solidFill>
              </a:rPr>
              <a:t> </a:t>
            </a:r>
            <a:r>
              <a:rPr lang="en-US" altLang="en-US" sz="3500" b="1" dirty="0" err="1">
                <a:solidFill>
                  <a:schemeClr val="tx1"/>
                </a:solidFill>
              </a:rPr>
              <a:t>tác</a:t>
            </a:r>
            <a:r>
              <a:rPr lang="en-US" altLang="en-US" sz="3500" b="1" dirty="0">
                <a:solidFill>
                  <a:schemeClr val="tx1"/>
                </a:solidFill>
              </a:rPr>
              <a:t> </a:t>
            </a:r>
            <a:r>
              <a:rPr lang="en-US" altLang="en-US" sz="3500" b="1" dirty="0" err="1">
                <a:solidFill>
                  <a:schemeClr val="tx1"/>
                </a:solidFill>
              </a:rPr>
              <a:t>xóa</a:t>
            </a:r>
            <a:endParaRPr lang="en-US" altLang="en-US" sz="3500" b="1" dirty="0">
              <a:solidFill>
                <a:schemeClr val="tx1"/>
              </a:solidFill>
            </a:endParaRPr>
          </a:p>
        </p:txBody>
      </p:sp>
      <p:sp>
        <p:nvSpPr>
          <p:cNvPr id="79875" name="Rectangle 3"/>
          <p:cNvSpPr>
            <a:spLocks noGrp="1" noChangeArrowheads="1"/>
          </p:cNvSpPr>
          <p:nvPr>
            <p:ph sz="quarter" idx="1"/>
          </p:nvPr>
        </p:nvSpPr>
        <p:spPr>
          <a:xfrm>
            <a:off x="457200" y="1295400"/>
            <a:ext cx="8229600" cy="4835525"/>
          </a:xfrm>
        </p:spPr>
        <p:txBody>
          <a:bodyPr/>
          <a:lstStyle/>
          <a:p>
            <a:pPr eaLnBrk="1" hangingPunct="1"/>
            <a:r>
              <a:rPr lang="en-US" altLang="en-US" dirty="0" err="1"/>
              <a:t>Được</a:t>
            </a:r>
            <a:r>
              <a:rPr lang="en-US" altLang="en-US" dirty="0"/>
              <a:t> </a:t>
            </a:r>
            <a:r>
              <a:rPr lang="en-US" altLang="en-US" dirty="0" err="1"/>
              <a:t>diễn</a:t>
            </a:r>
            <a:r>
              <a:rPr lang="en-US" altLang="en-US" dirty="0"/>
              <a:t> </a:t>
            </a:r>
            <a:r>
              <a:rPr lang="en-US" altLang="en-US" dirty="0" err="1"/>
              <a:t>đạt</a:t>
            </a:r>
            <a:r>
              <a:rPr lang="en-US" altLang="en-US" dirty="0"/>
              <a:t> </a:t>
            </a:r>
          </a:p>
          <a:p>
            <a:pPr eaLnBrk="1" hangingPunct="1"/>
            <a:endParaRPr lang="en-US" altLang="en-US" dirty="0"/>
          </a:p>
          <a:p>
            <a:pPr lvl="1" eaLnBrk="1" hangingPunct="1"/>
            <a:endParaRPr lang="en-US" altLang="en-US" dirty="0"/>
          </a:p>
          <a:p>
            <a:pPr lvl="1" eaLnBrk="1" hangingPunct="1"/>
            <a:r>
              <a:rPr lang="en-US" altLang="en-US" dirty="0"/>
              <a:t>R </a:t>
            </a:r>
            <a:r>
              <a:rPr lang="en-US" altLang="en-US" dirty="0" err="1"/>
              <a:t>là</a:t>
            </a:r>
            <a:r>
              <a:rPr lang="en-US" altLang="en-US" dirty="0"/>
              <a:t> </a:t>
            </a:r>
            <a:r>
              <a:rPr lang="en-US" altLang="en-US" dirty="0" err="1"/>
              <a:t>quan</a:t>
            </a:r>
            <a:r>
              <a:rPr lang="en-US" altLang="en-US" dirty="0"/>
              <a:t> </a:t>
            </a:r>
            <a:r>
              <a:rPr lang="en-US" altLang="en-US" dirty="0" err="1"/>
              <a:t>hệ</a:t>
            </a:r>
            <a:endParaRPr lang="en-US" altLang="en-US" dirty="0"/>
          </a:p>
          <a:p>
            <a:pPr lvl="1" eaLnBrk="1" hangingPunct="1"/>
            <a:r>
              <a:rPr lang="en-US" altLang="en-US" dirty="0"/>
              <a:t>E </a:t>
            </a:r>
            <a:r>
              <a:rPr lang="en-US" altLang="en-US" dirty="0" err="1"/>
              <a:t>là</a:t>
            </a:r>
            <a:r>
              <a:rPr lang="en-US" altLang="en-US" dirty="0"/>
              <a:t> </a:t>
            </a:r>
            <a:r>
              <a:rPr lang="en-US" altLang="en-US" dirty="0" err="1"/>
              <a:t>một</a:t>
            </a:r>
            <a:r>
              <a:rPr lang="en-US" altLang="en-US" dirty="0"/>
              <a:t> </a:t>
            </a:r>
            <a:r>
              <a:rPr lang="en-US" altLang="en-US" dirty="0" err="1"/>
              <a:t>biểu</a:t>
            </a:r>
            <a:r>
              <a:rPr lang="en-US" altLang="en-US" dirty="0"/>
              <a:t> </a:t>
            </a:r>
            <a:r>
              <a:rPr lang="en-US" altLang="en-US" dirty="0" err="1"/>
              <a:t>thức</a:t>
            </a:r>
            <a:r>
              <a:rPr lang="en-US" altLang="en-US" dirty="0"/>
              <a:t> ĐSQH</a:t>
            </a:r>
          </a:p>
          <a:p>
            <a:pPr eaLnBrk="1" hangingPunct="1"/>
            <a:endParaRPr lang="en-US" altLang="en-US" dirty="0"/>
          </a:p>
          <a:p>
            <a:pPr eaLnBrk="1" hangingPunct="1"/>
            <a:r>
              <a:rPr lang="en-US" altLang="en-US" dirty="0" err="1"/>
              <a:t>Ví</a:t>
            </a:r>
            <a:r>
              <a:rPr lang="en-US" altLang="en-US" dirty="0"/>
              <a:t> </a:t>
            </a:r>
            <a:r>
              <a:rPr lang="en-US" altLang="en-US" dirty="0" err="1"/>
              <a:t>dụ</a:t>
            </a:r>
            <a:endParaRPr lang="en-US" altLang="en-US" dirty="0"/>
          </a:p>
          <a:p>
            <a:pPr lvl="1" eaLnBrk="1" hangingPunct="1"/>
            <a:r>
              <a:rPr lang="en-US" altLang="en-US" dirty="0" err="1"/>
              <a:t>Xóa</a:t>
            </a:r>
            <a:r>
              <a:rPr lang="en-US" altLang="en-US" dirty="0"/>
              <a:t> </a:t>
            </a:r>
            <a:r>
              <a:rPr lang="en-US" altLang="en-US" dirty="0" err="1"/>
              <a:t>các</a:t>
            </a:r>
            <a:r>
              <a:rPr lang="en-US" altLang="en-US" dirty="0"/>
              <a:t> </a:t>
            </a:r>
            <a:r>
              <a:rPr lang="en-US" altLang="en-US" dirty="0" err="1"/>
              <a:t>phân</a:t>
            </a:r>
            <a:r>
              <a:rPr lang="en-US" altLang="en-US" dirty="0"/>
              <a:t> </a:t>
            </a:r>
            <a:r>
              <a:rPr lang="en-US" altLang="en-US" dirty="0" err="1"/>
              <a:t>công</a:t>
            </a:r>
            <a:r>
              <a:rPr lang="en-US" altLang="en-US" dirty="0"/>
              <a:t> </a:t>
            </a:r>
            <a:r>
              <a:rPr lang="en-US" altLang="en-US" dirty="0" err="1"/>
              <a:t>đề</a:t>
            </a:r>
            <a:r>
              <a:rPr lang="en-US" altLang="en-US" dirty="0"/>
              <a:t> </a:t>
            </a:r>
            <a:r>
              <a:rPr lang="en-US" altLang="en-US" dirty="0" err="1"/>
              <a:t>án</a:t>
            </a:r>
            <a:r>
              <a:rPr lang="en-US" altLang="en-US" dirty="0"/>
              <a:t> </a:t>
            </a:r>
            <a:r>
              <a:rPr lang="en-US" altLang="en-US" dirty="0" err="1"/>
              <a:t>của</a:t>
            </a:r>
            <a:r>
              <a:rPr lang="en-US" altLang="en-US" dirty="0"/>
              <a:t> </a:t>
            </a:r>
            <a:r>
              <a:rPr lang="en-US" altLang="en-US" dirty="0" err="1"/>
              <a:t>nhân</a:t>
            </a:r>
            <a:r>
              <a:rPr lang="en-US" altLang="en-US" dirty="0"/>
              <a:t> </a:t>
            </a:r>
            <a:r>
              <a:rPr lang="en-US" altLang="en-US" dirty="0" err="1"/>
              <a:t>viên</a:t>
            </a:r>
            <a:r>
              <a:rPr lang="en-US" altLang="en-US" dirty="0"/>
              <a:t> 123456789</a:t>
            </a:r>
          </a:p>
          <a:p>
            <a:pPr lvl="1" eaLnBrk="1" hangingPunct="1"/>
            <a:endParaRPr lang="en-US" altLang="en-US" dirty="0"/>
          </a:p>
          <a:p>
            <a:pPr lvl="1" eaLnBrk="1" hangingPunct="1"/>
            <a:endParaRPr lang="en-US" altLang="en-US" dirty="0"/>
          </a:p>
          <a:p>
            <a:r>
              <a:rPr lang="en-US" altLang="en-US" dirty="0" err="1"/>
              <a:t>Xóa</a:t>
            </a:r>
            <a:r>
              <a:rPr lang="en-US" altLang="en-US" dirty="0"/>
              <a:t> </a:t>
            </a:r>
            <a:r>
              <a:rPr lang="en-US" altLang="en-US" dirty="0" err="1"/>
              <a:t>những</a:t>
            </a:r>
            <a:r>
              <a:rPr lang="en-US" altLang="en-US" dirty="0"/>
              <a:t> </a:t>
            </a:r>
            <a:r>
              <a:rPr lang="en-US" altLang="en-US" dirty="0" err="1"/>
              <a:t>phân</a:t>
            </a:r>
            <a:r>
              <a:rPr lang="en-US" altLang="en-US" dirty="0"/>
              <a:t> </a:t>
            </a:r>
            <a:r>
              <a:rPr lang="en-US" altLang="en-US" dirty="0" err="1"/>
              <a:t>công</a:t>
            </a:r>
            <a:r>
              <a:rPr lang="en-US" altLang="en-US" dirty="0"/>
              <a:t> </a:t>
            </a:r>
            <a:r>
              <a:rPr lang="en-US" altLang="en-US" dirty="0" err="1"/>
              <a:t>đề</a:t>
            </a:r>
            <a:r>
              <a:rPr lang="en-US" altLang="en-US" dirty="0"/>
              <a:t> </a:t>
            </a:r>
            <a:r>
              <a:rPr lang="en-US" altLang="en-US" dirty="0" err="1"/>
              <a:t>án</a:t>
            </a:r>
            <a:r>
              <a:rPr lang="en-US" altLang="en-US" dirty="0"/>
              <a:t> </a:t>
            </a:r>
            <a:r>
              <a:rPr lang="en-US" altLang="en-US" dirty="0" err="1"/>
              <a:t>có</a:t>
            </a:r>
            <a:r>
              <a:rPr lang="en-US" altLang="en-US" dirty="0"/>
              <a:t> </a:t>
            </a:r>
            <a:r>
              <a:rPr lang="en-US" altLang="en-US" dirty="0" err="1"/>
              <a:t>địa</a:t>
            </a:r>
            <a:r>
              <a:rPr lang="en-US" altLang="en-US" dirty="0"/>
              <a:t> </a:t>
            </a:r>
            <a:r>
              <a:rPr lang="en-US" altLang="en-US" dirty="0" err="1"/>
              <a:t>điểm</a:t>
            </a:r>
            <a:r>
              <a:rPr lang="en-US" altLang="en-US" dirty="0"/>
              <a:t> ở ‘Ha </a:t>
            </a:r>
            <a:r>
              <a:rPr lang="en-US" altLang="en-US" dirty="0" err="1"/>
              <a:t>Noi</a:t>
            </a:r>
            <a:r>
              <a:rPr lang="en-US" altLang="en-US" dirty="0"/>
              <a:t>’ </a:t>
            </a:r>
          </a:p>
        </p:txBody>
      </p:sp>
      <p:sp>
        <p:nvSpPr>
          <p:cNvPr id="79876" name="Text Box 4"/>
          <p:cNvSpPr txBox="1">
            <a:spLocks noChangeArrowheads="1"/>
          </p:cNvSpPr>
          <p:nvPr/>
        </p:nvSpPr>
        <p:spPr bwMode="auto">
          <a:xfrm>
            <a:off x="1676400" y="1889125"/>
            <a:ext cx="43434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dirty="0" err="1">
                <a:sym typeface="Symbol" pitchFamily="18" charset="2"/>
              </a:rPr>
              <a:t>R</a:t>
            </a:r>
            <a:r>
              <a:rPr lang="en-US" altLang="en-US" sz="2200" baseline="-25000" dirty="0" err="1">
                <a:sym typeface="Symbol" pitchFamily="18" charset="2"/>
              </a:rPr>
              <a:t>new</a:t>
            </a:r>
            <a:r>
              <a:rPr lang="en-US" altLang="en-US" sz="2200" dirty="0">
                <a:sym typeface="Symbol" pitchFamily="18" charset="2"/>
              </a:rPr>
              <a:t>  </a:t>
            </a:r>
            <a:r>
              <a:rPr lang="en-US" altLang="en-US" sz="3000" dirty="0">
                <a:sym typeface="Symbol" pitchFamily="18" charset="2"/>
              </a:rPr>
              <a:t> </a:t>
            </a:r>
            <a:r>
              <a:rPr lang="en-US" altLang="en-US" sz="2200" dirty="0">
                <a:sym typeface="Symbol" pitchFamily="18" charset="2"/>
              </a:rPr>
              <a:t> </a:t>
            </a:r>
            <a:r>
              <a:rPr lang="en-US" altLang="en-US" sz="2200" dirty="0" err="1">
                <a:sym typeface="Symbol" pitchFamily="18" charset="2"/>
              </a:rPr>
              <a:t>R</a:t>
            </a:r>
            <a:r>
              <a:rPr lang="en-US" altLang="en-US" sz="2200" baseline="-25000" dirty="0" err="1">
                <a:sym typeface="Symbol" pitchFamily="18" charset="2"/>
              </a:rPr>
              <a:t>old</a:t>
            </a:r>
            <a:r>
              <a:rPr lang="en-US" altLang="en-US" sz="2200" dirty="0">
                <a:sym typeface="Symbol" pitchFamily="18" charset="2"/>
              </a:rPr>
              <a:t> </a:t>
            </a:r>
            <a:r>
              <a:rPr lang="en-US" altLang="en-US" sz="2200" b="1" dirty="0">
                <a:sym typeface="Symbol" pitchFamily="18" charset="2"/>
              </a:rPr>
              <a:t></a:t>
            </a:r>
            <a:r>
              <a:rPr lang="en-US" altLang="en-US" sz="2200" dirty="0">
                <a:sym typeface="Symbol" pitchFamily="18" charset="2"/>
              </a:rPr>
              <a:t> E</a:t>
            </a:r>
            <a:endParaRPr lang="en-US" altLang="en-US" sz="2200" baseline="-25000" dirty="0">
              <a:sym typeface="Symbol" pitchFamily="18" charset="2"/>
            </a:endParaRPr>
          </a:p>
        </p:txBody>
      </p:sp>
      <p:sp>
        <p:nvSpPr>
          <p:cNvPr id="79877" name="Text Box 5"/>
          <p:cNvSpPr txBox="1">
            <a:spLocks noChangeArrowheads="1"/>
          </p:cNvSpPr>
          <p:nvPr/>
        </p:nvSpPr>
        <p:spPr bwMode="auto">
          <a:xfrm>
            <a:off x="533400" y="4572000"/>
            <a:ext cx="8382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dirty="0">
                <a:sym typeface="Symbol" pitchFamily="18" charset="2"/>
              </a:rPr>
              <a:t>PHAN_CONG </a:t>
            </a:r>
            <a:r>
              <a:rPr lang="en-US" altLang="en-US" sz="3000" dirty="0">
                <a:sym typeface="Symbol" pitchFamily="18" charset="2"/>
              </a:rPr>
              <a:t> </a:t>
            </a:r>
            <a:r>
              <a:rPr lang="en-US" altLang="en-US" sz="2200" dirty="0">
                <a:sym typeface="Symbol" pitchFamily="18" charset="2"/>
              </a:rPr>
              <a:t>PHAN_CONG </a:t>
            </a:r>
            <a:r>
              <a:rPr lang="en-US" altLang="en-US" sz="2200" b="1" dirty="0">
                <a:sym typeface="Symbol" pitchFamily="18" charset="2"/>
              </a:rPr>
              <a:t> </a:t>
            </a:r>
            <a:r>
              <a:rPr lang="en-US" altLang="en-US" sz="4000" dirty="0">
                <a:sym typeface="Symbol" pitchFamily="18" charset="2"/>
              </a:rPr>
              <a:t></a:t>
            </a:r>
            <a:r>
              <a:rPr lang="en-US" altLang="en-US" sz="2200" baseline="-25000" dirty="0">
                <a:sym typeface="Symbol" pitchFamily="18" charset="2"/>
              </a:rPr>
              <a:t>MANV=‘123456789’</a:t>
            </a:r>
            <a:r>
              <a:rPr lang="en-US" altLang="en-US" sz="2200" dirty="0">
                <a:sym typeface="Symbol" pitchFamily="18" charset="2"/>
              </a:rPr>
              <a:t>(PHAN_CONG)</a:t>
            </a:r>
            <a:endParaRPr lang="en-US" altLang="en-US" sz="4000" baseline="-25000" dirty="0">
              <a:sym typeface="Symbol" pitchFamily="18" charset="2"/>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74</a:t>
            </a:fld>
            <a:endParaRPr lang="en-US" altLang="en-US"/>
          </a:p>
        </p:txBody>
      </p:sp>
    </p:spTree>
    <p:extLst>
      <p:ext uri="{BB962C8B-B14F-4D97-AF65-F5344CB8AC3E}">
        <p14:creationId xmlns:p14="http://schemas.microsoft.com/office/powerpoint/2010/main" val="16689900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a:solidFill>
                  <a:schemeClr val="tx1"/>
                </a:solidFill>
              </a:rPr>
              <a:t>10.3. </a:t>
            </a:r>
            <a:r>
              <a:rPr lang="en-US" altLang="en-US" sz="3500" b="1" dirty="0" err="1">
                <a:solidFill>
                  <a:schemeClr val="tx1"/>
                </a:solidFill>
              </a:rPr>
              <a:t>Thao</a:t>
            </a:r>
            <a:r>
              <a:rPr lang="en-US" altLang="en-US" sz="3500" b="1" dirty="0">
                <a:solidFill>
                  <a:schemeClr val="tx1"/>
                </a:solidFill>
              </a:rPr>
              <a:t> </a:t>
            </a:r>
            <a:r>
              <a:rPr lang="en-US" altLang="en-US" sz="3500" b="1" dirty="0" err="1">
                <a:solidFill>
                  <a:schemeClr val="tx1"/>
                </a:solidFill>
              </a:rPr>
              <a:t>tác</a:t>
            </a:r>
            <a:r>
              <a:rPr lang="en-US" altLang="en-US" sz="3500" b="1" dirty="0">
                <a:solidFill>
                  <a:schemeClr val="tx1"/>
                </a:solidFill>
              </a:rPr>
              <a:t> </a:t>
            </a:r>
            <a:r>
              <a:rPr lang="en-US" altLang="en-US" sz="3500" b="1" dirty="0" err="1">
                <a:solidFill>
                  <a:schemeClr val="tx1"/>
                </a:solidFill>
              </a:rPr>
              <a:t>sửa</a:t>
            </a:r>
            <a:endParaRPr lang="en-US" altLang="en-US" sz="3500" b="1" dirty="0">
              <a:solidFill>
                <a:schemeClr val="tx1"/>
              </a:solidFill>
            </a:endParaRPr>
          </a:p>
        </p:txBody>
      </p:sp>
      <p:sp>
        <p:nvSpPr>
          <p:cNvPr id="81923" name="Rectangle 3"/>
          <p:cNvSpPr>
            <a:spLocks noGrp="1" noChangeArrowheads="1"/>
          </p:cNvSpPr>
          <p:nvPr>
            <p:ph sz="quarter" idx="1"/>
          </p:nvPr>
        </p:nvSpPr>
        <p:spPr>
          <a:xfrm>
            <a:off x="457200" y="1295400"/>
            <a:ext cx="8229600" cy="4835525"/>
          </a:xfrm>
        </p:spPr>
        <p:txBody>
          <a:bodyPr>
            <a:normAutofit/>
          </a:bodyPr>
          <a:lstStyle/>
          <a:p>
            <a:pPr eaLnBrk="1" hangingPunct="1"/>
            <a:r>
              <a:rPr lang="en-US" altLang="en-US" dirty="0" err="1"/>
              <a:t>Được</a:t>
            </a:r>
            <a:r>
              <a:rPr lang="en-US" altLang="en-US" dirty="0"/>
              <a:t> </a:t>
            </a:r>
            <a:r>
              <a:rPr lang="en-US" altLang="en-US" dirty="0" err="1"/>
              <a:t>diễn</a:t>
            </a:r>
            <a:r>
              <a:rPr lang="en-US" altLang="en-US" dirty="0"/>
              <a:t> </a:t>
            </a:r>
            <a:r>
              <a:rPr lang="en-US" altLang="en-US" dirty="0" err="1"/>
              <a:t>đạt</a:t>
            </a:r>
            <a:r>
              <a:rPr lang="en-US" altLang="en-US" dirty="0"/>
              <a:t> </a:t>
            </a:r>
          </a:p>
          <a:p>
            <a:pPr eaLnBrk="1" hangingPunct="1"/>
            <a:endParaRPr lang="en-US" altLang="en-US" dirty="0"/>
          </a:p>
          <a:p>
            <a:pPr lvl="1" eaLnBrk="1" hangingPunct="1"/>
            <a:endParaRPr lang="en-US" altLang="en-US" dirty="0"/>
          </a:p>
          <a:p>
            <a:pPr lvl="1" eaLnBrk="1" hangingPunct="1"/>
            <a:r>
              <a:rPr lang="en-US" altLang="en-US" dirty="0"/>
              <a:t>R </a:t>
            </a:r>
            <a:r>
              <a:rPr lang="en-US" altLang="en-US" dirty="0" err="1"/>
              <a:t>là</a:t>
            </a:r>
            <a:r>
              <a:rPr lang="en-US" altLang="en-US" dirty="0"/>
              <a:t> </a:t>
            </a:r>
            <a:r>
              <a:rPr lang="en-US" altLang="en-US" dirty="0" err="1"/>
              <a:t>quan</a:t>
            </a:r>
            <a:r>
              <a:rPr lang="en-US" altLang="en-US" dirty="0"/>
              <a:t> </a:t>
            </a:r>
            <a:r>
              <a:rPr lang="en-US" altLang="en-US" dirty="0" err="1"/>
              <a:t>hệ</a:t>
            </a:r>
            <a:endParaRPr lang="en-US" altLang="en-US" dirty="0"/>
          </a:p>
          <a:p>
            <a:pPr lvl="1" eaLnBrk="1" hangingPunct="1"/>
            <a:r>
              <a:rPr lang="en-US" altLang="en-US" dirty="0"/>
              <a:t>Fi </a:t>
            </a:r>
            <a:r>
              <a:rPr lang="en-US" altLang="en-US" dirty="0" err="1"/>
              <a:t>là</a:t>
            </a:r>
            <a:r>
              <a:rPr lang="en-US" altLang="en-US" dirty="0"/>
              <a:t> </a:t>
            </a:r>
            <a:r>
              <a:rPr lang="en-US" altLang="en-US" dirty="0" err="1"/>
              <a:t>biểu</a:t>
            </a:r>
            <a:r>
              <a:rPr lang="en-US" altLang="en-US" dirty="0"/>
              <a:t> </a:t>
            </a:r>
            <a:r>
              <a:rPr lang="en-US" altLang="en-US" dirty="0" err="1"/>
              <a:t>thức</a:t>
            </a:r>
            <a:r>
              <a:rPr lang="en-US" altLang="en-US" dirty="0"/>
              <a:t> </a:t>
            </a:r>
            <a:r>
              <a:rPr lang="en-US" altLang="en-US" dirty="0" err="1"/>
              <a:t>tính</a:t>
            </a:r>
            <a:r>
              <a:rPr lang="en-US" altLang="en-US" dirty="0"/>
              <a:t> </a:t>
            </a:r>
            <a:r>
              <a:rPr lang="en-US" altLang="en-US" dirty="0" err="1"/>
              <a:t>toán</a:t>
            </a:r>
            <a:r>
              <a:rPr lang="en-US" altLang="en-US" dirty="0"/>
              <a:t> </a:t>
            </a:r>
            <a:r>
              <a:rPr lang="en-US" altLang="en-US" dirty="0" err="1"/>
              <a:t>cho</a:t>
            </a:r>
            <a:r>
              <a:rPr lang="en-US" altLang="en-US" dirty="0"/>
              <a:t> </a:t>
            </a:r>
            <a:r>
              <a:rPr lang="en-US" altLang="en-US" dirty="0" err="1"/>
              <a:t>ra</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mới</a:t>
            </a:r>
            <a:r>
              <a:rPr lang="en-US" altLang="en-US" dirty="0"/>
              <a:t> </a:t>
            </a:r>
            <a:r>
              <a:rPr lang="en-US" altLang="en-US" dirty="0" err="1"/>
              <a:t>của</a:t>
            </a:r>
            <a:r>
              <a:rPr lang="en-US" altLang="en-US" dirty="0"/>
              <a:t> </a:t>
            </a:r>
            <a:r>
              <a:rPr lang="en-US" altLang="en-US" dirty="0" err="1"/>
              <a:t>thuộc</a:t>
            </a:r>
            <a:r>
              <a:rPr lang="en-US" altLang="en-US" dirty="0"/>
              <a:t> </a:t>
            </a:r>
            <a:r>
              <a:rPr lang="en-US" altLang="en-US" dirty="0" err="1"/>
              <a:t>tính</a:t>
            </a:r>
            <a:endParaRPr lang="en-US" altLang="en-US" dirty="0"/>
          </a:p>
          <a:p>
            <a:pPr eaLnBrk="1" hangingPunct="1"/>
            <a:r>
              <a:rPr lang="en-US" altLang="en-US" dirty="0" err="1"/>
              <a:t>Ví</a:t>
            </a:r>
            <a:r>
              <a:rPr lang="en-US" altLang="en-US" dirty="0"/>
              <a:t> </a:t>
            </a:r>
            <a:r>
              <a:rPr lang="en-US" altLang="en-US" dirty="0" err="1"/>
              <a:t>dụ</a:t>
            </a:r>
            <a:endParaRPr lang="en-US" altLang="en-US" dirty="0"/>
          </a:p>
          <a:p>
            <a:pPr lvl="1" eaLnBrk="1" hangingPunct="1"/>
            <a:r>
              <a:rPr lang="en-US" altLang="en-US" dirty="0" err="1"/>
              <a:t>Tăng</a:t>
            </a:r>
            <a:r>
              <a:rPr lang="en-US" altLang="en-US" dirty="0"/>
              <a:t> </a:t>
            </a:r>
            <a:r>
              <a:rPr lang="en-US" altLang="en-US" dirty="0" err="1"/>
              <a:t>thời</a:t>
            </a:r>
            <a:r>
              <a:rPr lang="en-US" altLang="en-US" dirty="0"/>
              <a:t> </a:t>
            </a:r>
            <a:r>
              <a:rPr lang="en-US" altLang="en-US" dirty="0" err="1"/>
              <a:t>gian</a:t>
            </a:r>
            <a:r>
              <a:rPr lang="en-US" altLang="en-US" dirty="0"/>
              <a:t> </a:t>
            </a:r>
            <a:r>
              <a:rPr lang="en-US" altLang="en-US" dirty="0" err="1"/>
              <a:t>làm</a:t>
            </a:r>
            <a:r>
              <a:rPr lang="en-US" altLang="en-US" dirty="0"/>
              <a:t> </a:t>
            </a:r>
            <a:r>
              <a:rPr lang="en-US" altLang="en-US" dirty="0" err="1"/>
              <a:t>việc</a:t>
            </a:r>
            <a:r>
              <a:rPr lang="en-US" altLang="en-US" dirty="0"/>
              <a:t> </a:t>
            </a:r>
            <a:r>
              <a:rPr lang="en-US" altLang="en-US" dirty="0" err="1"/>
              <a:t>cho</a:t>
            </a:r>
            <a:r>
              <a:rPr lang="en-US" altLang="en-US" dirty="0"/>
              <a:t> </a:t>
            </a:r>
            <a:r>
              <a:rPr lang="en-US" altLang="en-US" dirty="0" err="1"/>
              <a:t>tất</a:t>
            </a:r>
            <a:r>
              <a:rPr lang="en-US" altLang="en-US" dirty="0"/>
              <a:t> </a:t>
            </a:r>
            <a:r>
              <a:rPr lang="en-US" altLang="en-US" dirty="0" err="1"/>
              <a:t>cả</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lên</a:t>
            </a:r>
            <a:r>
              <a:rPr lang="en-US" altLang="en-US" dirty="0"/>
              <a:t> 1.5 </a:t>
            </a:r>
            <a:r>
              <a:rPr lang="en-US" altLang="en-US" dirty="0" err="1"/>
              <a:t>lần</a:t>
            </a:r>
            <a:endParaRPr lang="en-US" altLang="en-US" dirty="0"/>
          </a:p>
          <a:p>
            <a:pPr lvl="1" eaLnBrk="1" hangingPunct="1"/>
            <a:endParaRPr lang="en-US" altLang="en-US" dirty="0"/>
          </a:p>
          <a:p>
            <a:pPr lvl="1" eaLnBrk="1" hangingPunct="1"/>
            <a:endParaRPr lang="en-US" altLang="en-US" dirty="0"/>
          </a:p>
          <a:p>
            <a:pPr marL="365760" lvl="1" indent="0" eaLnBrk="1" hangingPunct="1">
              <a:buNone/>
            </a:pPr>
            <a:endParaRPr lang="en-US" altLang="en-US" dirty="0"/>
          </a:p>
          <a:p>
            <a:pPr lvl="1"/>
            <a:r>
              <a:rPr lang="en-US" altLang="en-US" dirty="0" err="1"/>
              <a:t>Các</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làm</a:t>
            </a:r>
            <a:r>
              <a:rPr lang="en-US" altLang="en-US" dirty="0"/>
              <a:t> </a:t>
            </a:r>
            <a:r>
              <a:rPr lang="en-US" altLang="en-US" dirty="0" err="1"/>
              <a:t>việc</a:t>
            </a:r>
            <a:r>
              <a:rPr lang="en-US" altLang="en-US" dirty="0"/>
              <a:t> </a:t>
            </a:r>
            <a:r>
              <a:rPr lang="en-US" altLang="en-US" dirty="0" err="1"/>
              <a:t>trên</a:t>
            </a:r>
            <a:r>
              <a:rPr lang="en-US" altLang="en-US" dirty="0"/>
              <a:t> 30 </a:t>
            </a:r>
            <a:r>
              <a:rPr lang="en-US" altLang="en-US" dirty="0" err="1"/>
              <a:t>giờ</a:t>
            </a:r>
            <a:r>
              <a:rPr lang="en-US" altLang="en-US" dirty="0"/>
              <a:t> </a:t>
            </a:r>
            <a:r>
              <a:rPr lang="en-US" altLang="en-US" dirty="0" err="1"/>
              <a:t>sẽ</a:t>
            </a:r>
            <a:r>
              <a:rPr lang="en-US" altLang="en-US" dirty="0"/>
              <a:t> </a:t>
            </a:r>
            <a:r>
              <a:rPr lang="en-US" altLang="en-US" dirty="0" err="1"/>
              <a:t>được</a:t>
            </a:r>
            <a:r>
              <a:rPr lang="en-US" altLang="en-US" dirty="0"/>
              <a:t> </a:t>
            </a:r>
            <a:r>
              <a:rPr lang="en-US" altLang="en-US" dirty="0" err="1"/>
              <a:t>tăng</a:t>
            </a:r>
            <a:r>
              <a:rPr lang="en-US" altLang="en-US" dirty="0"/>
              <a:t> </a:t>
            </a:r>
            <a:r>
              <a:rPr lang="en-US" altLang="en-US" dirty="0" err="1"/>
              <a:t>thời</a:t>
            </a:r>
            <a:r>
              <a:rPr lang="en-US" altLang="en-US" dirty="0"/>
              <a:t> </a:t>
            </a:r>
            <a:r>
              <a:rPr lang="en-US" altLang="en-US" dirty="0" err="1"/>
              <a:t>gian</a:t>
            </a:r>
            <a:r>
              <a:rPr lang="en-US" altLang="en-US" dirty="0"/>
              <a:t> </a:t>
            </a:r>
            <a:r>
              <a:rPr lang="en-US" altLang="en-US" dirty="0" err="1"/>
              <a:t>làm</a:t>
            </a:r>
            <a:r>
              <a:rPr lang="en-US" altLang="en-US" dirty="0"/>
              <a:t> </a:t>
            </a:r>
            <a:r>
              <a:rPr lang="en-US" altLang="en-US" dirty="0" err="1"/>
              <a:t>việc</a:t>
            </a:r>
            <a:r>
              <a:rPr lang="en-US" altLang="en-US" dirty="0"/>
              <a:t> </a:t>
            </a:r>
            <a:r>
              <a:rPr lang="en-US" altLang="en-US" dirty="0" err="1"/>
              <a:t>lên</a:t>
            </a:r>
            <a:r>
              <a:rPr lang="en-US" altLang="en-US" dirty="0"/>
              <a:t> 1.5 </a:t>
            </a:r>
            <a:r>
              <a:rPr lang="en-US" altLang="en-US" dirty="0" err="1"/>
              <a:t>lần</a:t>
            </a:r>
            <a:r>
              <a:rPr lang="en-US" altLang="en-US" dirty="0"/>
              <a:t>, </a:t>
            </a:r>
            <a:r>
              <a:rPr lang="en-US" altLang="en-US" dirty="0" err="1"/>
              <a:t>còn</a:t>
            </a:r>
            <a:r>
              <a:rPr lang="en-US" altLang="en-US" dirty="0"/>
              <a:t> </a:t>
            </a:r>
            <a:r>
              <a:rPr lang="en-US" altLang="en-US" dirty="0" err="1"/>
              <a:t>lại</a:t>
            </a:r>
            <a:r>
              <a:rPr lang="en-US" altLang="en-US" dirty="0"/>
              <a:t> </a:t>
            </a:r>
            <a:r>
              <a:rPr lang="en-US" altLang="en-US" dirty="0" err="1"/>
              <a:t>tăng</a:t>
            </a:r>
            <a:r>
              <a:rPr lang="en-US" altLang="en-US" dirty="0"/>
              <a:t> </a:t>
            </a:r>
            <a:r>
              <a:rPr lang="en-US" altLang="en-US" dirty="0" err="1"/>
              <a:t>lên</a:t>
            </a:r>
            <a:r>
              <a:rPr lang="en-US" altLang="en-US" dirty="0"/>
              <a:t> 2 </a:t>
            </a:r>
            <a:r>
              <a:rPr lang="en-US" altLang="en-US" dirty="0" err="1"/>
              <a:t>lần</a:t>
            </a:r>
            <a:endParaRPr lang="en-US" altLang="en-US" dirty="0"/>
          </a:p>
          <a:p>
            <a:pPr lvl="1" eaLnBrk="1" hangingPunct="1"/>
            <a:endParaRPr lang="en-US" altLang="en-US" dirty="0"/>
          </a:p>
        </p:txBody>
      </p:sp>
      <p:sp>
        <p:nvSpPr>
          <p:cNvPr id="81924" name="Text Box 4"/>
          <p:cNvSpPr txBox="1">
            <a:spLocks noChangeArrowheads="1"/>
          </p:cNvSpPr>
          <p:nvPr/>
        </p:nvSpPr>
        <p:spPr bwMode="auto">
          <a:xfrm>
            <a:off x="1676400" y="1752600"/>
            <a:ext cx="4343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dirty="0" err="1">
                <a:sym typeface="Symbol" pitchFamily="18" charset="2"/>
              </a:rPr>
              <a:t>R</a:t>
            </a:r>
            <a:r>
              <a:rPr lang="en-US" altLang="en-US" sz="2200" baseline="-25000" dirty="0" err="1">
                <a:sym typeface="Symbol" pitchFamily="18" charset="2"/>
              </a:rPr>
              <a:t>new</a:t>
            </a:r>
            <a:r>
              <a:rPr lang="en-US" altLang="en-US" sz="2200" dirty="0">
                <a:sym typeface="Symbol" pitchFamily="18" charset="2"/>
              </a:rPr>
              <a:t>  </a:t>
            </a:r>
            <a:r>
              <a:rPr lang="en-US" altLang="en-US" sz="3000" dirty="0">
                <a:sym typeface="Symbol" pitchFamily="18" charset="2"/>
              </a:rPr>
              <a:t></a:t>
            </a:r>
            <a:r>
              <a:rPr lang="en-US" altLang="en-US" sz="2200" dirty="0">
                <a:sym typeface="Symbol" pitchFamily="18" charset="2"/>
              </a:rPr>
              <a:t> </a:t>
            </a:r>
            <a:r>
              <a:rPr lang="en-US" altLang="en-US" sz="4000" dirty="0">
                <a:sym typeface="Symbol" pitchFamily="18" charset="2"/>
              </a:rPr>
              <a:t></a:t>
            </a:r>
            <a:r>
              <a:rPr lang="en-US" altLang="en-US" sz="2200" baseline="-25000" dirty="0">
                <a:sym typeface="Symbol" pitchFamily="18" charset="2"/>
              </a:rPr>
              <a:t>F1, F2, …, </a:t>
            </a:r>
            <a:r>
              <a:rPr lang="en-US" altLang="en-US" sz="2200" baseline="-25000" dirty="0" err="1">
                <a:sym typeface="Symbol" pitchFamily="18" charset="2"/>
              </a:rPr>
              <a:t>Fn</a:t>
            </a:r>
            <a:r>
              <a:rPr lang="en-US" altLang="en-US" sz="2200" dirty="0">
                <a:sym typeface="Symbol" pitchFamily="18" charset="2"/>
              </a:rPr>
              <a:t> (</a:t>
            </a:r>
            <a:r>
              <a:rPr lang="en-US" altLang="en-US" sz="2200" dirty="0" err="1">
                <a:sym typeface="Symbol" pitchFamily="18" charset="2"/>
              </a:rPr>
              <a:t>R</a:t>
            </a:r>
            <a:r>
              <a:rPr lang="en-US" altLang="en-US" sz="2200" baseline="-25000" dirty="0" err="1">
                <a:sym typeface="Symbol" pitchFamily="18" charset="2"/>
              </a:rPr>
              <a:t>old</a:t>
            </a:r>
            <a:r>
              <a:rPr lang="en-US" altLang="en-US" sz="2200" dirty="0">
                <a:sym typeface="Symbol" pitchFamily="18" charset="2"/>
              </a:rPr>
              <a:t>)</a:t>
            </a:r>
            <a:endParaRPr lang="en-US" altLang="en-US" sz="2200" baseline="-25000" dirty="0">
              <a:sym typeface="Symbol" pitchFamily="18" charset="2"/>
            </a:endParaRPr>
          </a:p>
        </p:txBody>
      </p:sp>
      <p:sp>
        <p:nvSpPr>
          <p:cNvPr id="81925" name="Text Box 5"/>
          <p:cNvSpPr txBox="1">
            <a:spLocks noChangeArrowheads="1"/>
          </p:cNvSpPr>
          <p:nvPr/>
        </p:nvSpPr>
        <p:spPr bwMode="auto">
          <a:xfrm>
            <a:off x="533400" y="4251325"/>
            <a:ext cx="8382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charset="0"/>
              </a:defRPr>
            </a:lvl1pPr>
            <a:lvl2pPr marL="742950" indent="-285750" eaLnBrk="0" hangingPunct="0">
              <a:defRPr>
                <a:solidFill>
                  <a:schemeClr val="tx1"/>
                </a:solidFill>
                <a:latin typeface="Tahoma" charset="0"/>
              </a:defRPr>
            </a:lvl2pPr>
            <a:lvl3pPr marL="1143000" indent="-228600" eaLnBrk="0" hangingPunct="0">
              <a:defRPr>
                <a:solidFill>
                  <a:schemeClr val="tx1"/>
                </a:solidFill>
                <a:latin typeface="Tahoma" charset="0"/>
              </a:defRPr>
            </a:lvl3pPr>
            <a:lvl4pPr marL="1600200" indent="-228600" eaLnBrk="0" hangingPunct="0">
              <a:defRPr>
                <a:solidFill>
                  <a:schemeClr val="tx1"/>
                </a:solidFill>
                <a:latin typeface="Tahoma" charset="0"/>
              </a:defRPr>
            </a:lvl4pPr>
            <a:lvl5pPr marL="2057400" indent="-228600" eaLnBrk="0" hangingPunct="0">
              <a:defRPr>
                <a:solidFill>
                  <a:schemeClr val="tx1"/>
                </a:solidFill>
                <a:latin typeface="Tahoma" charset="0"/>
              </a:defRPr>
            </a:lvl5pPr>
            <a:lvl6pPr marL="2514600" indent="-228600" algn="ctr" eaLnBrk="0" fontAlgn="base" hangingPunct="0">
              <a:spcBef>
                <a:spcPct val="50000"/>
              </a:spcBef>
              <a:spcAft>
                <a:spcPct val="0"/>
              </a:spcAft>
              <a:defRPr>
                <a:solidFill>
                  <a:schemeClr val="tx1"/>
                </a:solidFill>
                <a:latin typeface="Tahoma" charset="0"/>
              </a:defRPr>
            </a:lvl6pPr>
            <a:lvl7pPr marL="2971800" indent="-228600" algn="ctr" eaLnBrk="0" fontAlgn="base" hangingPunct="0">
              <a:spcBef>
                <a:spcPct val="50000"/>
              </a:spcBef>
              <a:spcAft>
                <a:spcPct val="0"/>
              </a:spcAft>
              <a:defRPr>
                <a:solidFill>
                  <a:schemeClr val="tx1"/>
                </a:solidFill>
                <a:latin typeface="Tahoma" charset="0"/>
              </a:defRPr>
            </a:lvl7pPr>
            <a:lvl8pPr marL="3429000" indent="-228600" algn="ctr" eaLnBrk="0" fontAlgn="base" hangingPunct="0">
              <a:spcBef>
                <a:spcPct val="50000"/>
              </a:spcBef>
              <a:spcAft>
                <a:spcPct val="0"/>
              </a:spcAft>
              <a:defRPr>
                <a:solidFill>
                  <a:schemeClr val="tx1"/>
                </a:solidFill>
                <a:latin typeface="Tahoma" charset="0"/>
              </a:defRPr>
            </a:lvl8pPr>
            <a:lvl9pPr marL="3886200" indent="-228600" algn="ctr" eaLnBrk="0" fontAlgn="base" hangingPunct="0">
              <a:spcBef>
                <a:spcPct val="50000"/>
              </a:spcBef>
              <a:spcAft>
                <a:spcPct val="0"/>
              </a:spcAft>
              <a:defRPr>
                <a:solidFill>
                  <a:schemeClr val="tx1"/>
                </a:solidFill>
                <a:latin typeface="Tahoma" charset="0"/>
              </a:defRPr>
            </a:lvl9pPr>
          </a:lstStyle>
          <a:p>
            <a:pPr algn="l" eaLnBrk="1" hangingPunct="1"/>
            <a:r>
              <a:rPr lang="en-US" altLang="en-US" sz="2200" dirty="0">
                <a:sym typeface="Symbol" pitchFamily="18" charset="2"/>
              </a:rPr>
              <a:t>PHAN_CONG </a:t>
            </a:r>
            <a:r>
              <a:rPr lang="en-US" altLang="en-US" sz="3000" dirty="0">
                <a:sym typeface="Symbol" pitchFamily="18" charset="2"/>
              </a:rPr>
              <a:t></a:t>
            </a:r>
            <a:r>
              <a:rPr lang="en-US" altLang="en-US" sz="4000" dirty="0">
                <a:sym typeface="Symbol" pitchFamily="18" charset="2"/>
              </a:rPr>
              <a:t></a:t>
            </a:r>
            <a:r>
              <a:rPr lang="en-US" altLang="en-US" sz="2200" baseline="-25000" dirty="0">
                <a:sym typeface="Symbol" pitchFamily="18" charset="2"/>
              </a:rPr>
              <a:t>MA_NVIEN, SODA, THOIGIAN*1.5</a:t>
            </a:r>
            <a:r>
              <a:rPr lang="en-US" altLang="en-US" sz="2200" dirty="0">
                <a:sym typeface="Symbol" pitchFamily="18" charset="2"/>
              </a:rPr>
              <a:t>(PHAN_CONG)</a:t>
            </a:r>
            <a:endParaRPr lang="en-US" altLang="en-US" sz="4000" baseline="-25000" dirty="0">
              <a:sym typeface="Symbol" pitchFamily="18" charset="2"/>
            </a:endParaRPr>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75</a:t>
            </a:fld>
            <a:endParaRPr lang="en-US" altLang="en-US"/>
          </a:p>
        </p:txBody>
      </p:sp>
    </p:spTree>
    <p:extLst>
      <p:ext uri="{BB962C8B-B14F-4D97-AF65-F5344CB8AC3E}">
        <p14:creationId xmlns:p14="http://schemas.microsoft.com/office/powerpoint/2010/main" val="28580590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457200" y="354013"/>
            <a:ext cx="8534400" cy="620712"/>
          </a:xfrm>
        </p:spPr>
        <p:txBody>
          <a:bodyPr>
            <a:normAutofit fontScale="90000"/>
          </a:bodyPr>
          <a:lstStyle/>
          <a:p>
            <a:pPr eaLnBrk="1" hangingPunct="1"/>
            <a:r>
              <a:rPr lang="en-US" altLang="en-US" sz="3500" b="1" dirty="0" err="1">
                <a:solidFill>
                  <a:schemeClr val="tx1"/>
                </a:solidFill>
              </a:rPr>
              <a:t>Bài</a:t>
            </a:r>
            <a:r>
              <a:rPr lang="en-US" altLang="en-US" sz="3500" b="1" dirty="0">
                <a:solidFill>
                  <a:schemeClr val="tx1"/>
                </a:solidFill>
              </a:rPr>
              <a:t> </a:t>
            </a:r>
            <a:r>
              <a:rPr lang="en-US" altLang="en-US" sz="3500" b="1" dirty="0" err="1">
                <a:solidFill>
                  <a:schemeClr val="tx1"/>
                </a:solidFill>
              </a:rPr>
              <a:t>tập</a:t>
            </a:r>
            <a:endParaRPr lang="en-US" altLang="en-US" sz="3500" b="1" dirty="0">
              <a:solidFill>
                <a:schemeClr val="tx1"/>
              </a:solidFill>
            </a:endParaRPr>
          </a:p>
        </p:txBody>
      </p:sp>
      <p:sp>
        <p:nvSpPr>
          <p:cNvPr id="81923" name="Rectangle 3"/>
          <p:cNvSpPr>
            <a:spLocks noGrp="1" noChangeArrowheads="1"/>
          </p:cNvSpPr>
          <p:nvPr>
            <p:ph sz="quarter" idx="1"/>
          </p:nvPr>
        </p:nvSpPr>
        <p:spPr>
          <a:xfrm>
            <a:off x="457200" y="1295400"/>
            <a:ext cx="7696200" cy="4835525"/>
          </a:xfrm>
        </p:spPr>
        <p:txBody>
          <a:bodyPr>
            <a:normAutofit/>
          </a:bodyPr>
          <a:lstStyle/>
          <a:p>
            <a:pPr marL="822960" lvl="1" indent="-457200" algn="just" eaLnBrk="1" hangingPunct="1">
              <a:buAutoNum type="arabicPeriod"/>
            </a:pPr>
            <a:r>
              <a:rPr lang="en-US" altLang="en-US" dirty="0" err="1"/>
              <a:t>Xóa</a:t>
            </a:r>
            <a:r>
              <a:rPr lang="en-US" altLang="en-US" dirty="0"/>
              <a:t> </a:t>
            </a:r>
            <a:r>
              <a:rPr lang="en-US" altLang="en-US" dirty="0" err="1"/>
              <a:t>những</a:t>
            </a:r>
            <a:r>
              <a:rPr lang="en-US" altLang="en-US" dirty="0"/>
              <a:t> </a:t>
            </a:r>
            <a:r>
              <a:rPr lang="en-US" altLang="en-US" dirty="0" err="1"/>
              <a:t>phân</a:t>
            </a:r>
            <a:r>
              <a:rPr lang="en-US" altLang="en-US" dirty="0"/>
              <a:t> </a:t>
            </a:r>
            <a:r>
              <a:rPr lang="en-US" altLang="en-US" dirty="0" err="1"/>
              <a:t>công</a:t>
            </a:r>
            <a:r>
              <a:rPr lang="en-US" altLang="en-US" dirty="0"/>
              <a:t> </a:t>
            </a:r>
            <a:r>
              <a:rPr lang="en-US" altLang="en-US" dirty="0" err="1"/>
              <a:t>đề</a:t>
            </a:r>
            <a:r>
              <a:rPr lang="en-US" altLang="en-US" dirty="0"/>
              <a:t> </a:t>
            </a:r>
            <a:r>
              <a:rPr lang="en-US" altLang="en-US" dirty="0" err="1"/>
              <a:t>án</a:t>
            </a:r>
            <a:r>
              <a:rPr lang="en-US" altLang="en-US" dirty="0"/>
              <a:t> </a:t>
            </a:r>
            <a:r>
              <a:rPr lang="en-US" altLang="en-US" dirty="0" err="1"/>
              <a:t>có</a:t>
            </a:r>
            <a:r>
              <a:rPr lang="en-US" altLang="en-US" dirty="0"/>
              <a:t> </a:t>
            </a:r>
            <a:r>
              <a:rPr lang="en-US" altLang="en-US" dirty="0" err="1"/>
              <a:t>địa</a:t>
            </a:r>
            <a:r>
              <a:rPr lang="en-US" altLang="en-US" dirty="0"/>
              <a:t> </a:t>
            </a:r>
            <a:r>
              <a:rPr lang="en-US" altLang="en-US" dirty="0" err="1"/>
              <a:t>điểm</a:t>
            </a:r>
            <a:r>
              <a:rPr lang="en-US" altLang="en-US" dirty="0"/>
              <a:t> ở ‘Ha </a:t>
            </a:r>
            <a:r>
              <a:rPr lang="en-US" altLang="en-US" dirty="0" err="1"/>
              <a:t>Noi</a:t>
            </a:r>
            <a:r>
              <a:rPr lang="en-US" altLang="en-US" dirty="0"/>
              <a:t>’</a:t>
            </a:r>
          </a:p>
          <a:p>
            <a:pPr marL="822960" lvl="1" indent="-457200" algn="just" eaLnBrk="1" hangingPunct="1">
              <a:buAutoNum type="arabicPeriod"/>
            </a:pPr>
            <a:endParaRPr lang="en-US" altLang="en-US" dirty="0"/>
          </a:p>
          <a:p>
            <a:pPr marL="822960" lvl="1" indent="-457200" algn="just" eaLnBrk="1" hangingPunct="1">
              <a:buAutoNum type="arabicPeriod"/>
            </a:pPr>
            <a:r>
              <a:rPr lang="en-US" altLang="en-US" dirty="0" err="1"/>
              <a:t>Các</a:t>
            </a:r>
            <a:r>
              <a:rPr lang="en-US" altLang="en-US" dirty="0"/>
              <a:t> </a:t>
            </a:r>
            <a:r>
              <a:rPr lang="en-US" altLang="en-US" dirty="0" err="1"/>
              <a:t>nhân</a:t>
            </a:r>
            <a:r>
              <a:rPr lang="en-US" altLang="en-US" dirty="0"/>
              <a:t> </a:t>
            </a:r>
            <a:r>
              <a:rPr lang="en-US" altLang="en-US" dirty="0" err="1"/>
              <a:t>viên</a:t>
            </a:r>
            <a:r>
              <a:rPr lang="en-US" altLang="en-US" dirty="0"/>
              <a:t> </a:t>
            </a:r>
            <a:r>
              <a:rPr lang="en-US" altLang="en-US" dirty="0" err="1"/>
              <a:t>làm</a:t>
            </a:r>
            <a:r>
              <a:rPr lang="en-US" altLang="en-US" dirty="0"/>
              <a:t> </a:t>
            </a:r>
            <a:r>
              <a:rPr lang="en-US" altLang="en-US" dirty="0" err="1"/>
              <a:t>việc</a:t>
            </a:r>
            <a:r>
              <a:rPr lang="en-US" altLang="en-US" dirty="0"/>
              <a:t> </a:t>
            </a:r>
            <a:r>
              <a:rPr lang="en-US" altLang="en-US" dirty="0" err="1"/>
              <a:t>trên</a:t>
            </a:r>
            <a:r>
              <a:rPr lang="en-US" altLang="en-US" dirty="0"/>
              <a:t> 30h </a:t>
            </a:r>
            <a:r>
              <a:rPr lang="en-US" altLang="en-US" dirty="0" err="1"/>
              <a:t>sẽ</a:t>
            </a:r>
            <a:r>
              <a:rPr lang="en-US" altLang="en-US" dirty="0"/>
              <a:t> </a:t>
            </a:r>
            <a:r>
              <a:rPr lang="en-US" altLang="en-US" dirty="0" err="1"/>
              <a:t>được</a:t>
            </a:r>
            <a:r>
              <a:rPr lang="en-US" altLang="en-US" dirty="0"/>
              <a:t> </a:t>
            </a:r>
            <a:r>
              <a:rPr lang="en-US" altLang="en-US" dirty="0" err="1"/>
              <a:t>tăng</a:t>
            </a:r>
            <a:r>
              <a:rPr lang="en-US" altLang="en-US" dirty="0"/>
              <a:t> </a:t>
            </a:r>
            <a:r>
              <a:rPr lang="en-US" altLang="en-US" dirty="0" err="1"/>
              <a:t>thời</a:t>
            </a:r>
            <a:r>
              <a:rPr lang="en-US" altLang="en-US" dirty="0"/>
              <a:t> </a:t>
            </a:r>
            <a:r>
              <a:rPr lang="en-US" altLang="en-US" dirty="0" err="1"/>
              <a:t>gian</a:t>
            </a:r>
            <a:r>
              <a:rPr lang="en-US" altLang="en-US" dirty="0"/>
              <a:t> </a:t>
            </a:r>
            <a:r>
              <a:rPr lang="en-US" altLang="en-US" dirty="0" err="1"/>
              <a:t>làm</a:t>
            </a:r>
            <a:r>
              <a:rPr lang="en-US" altLang="en-US" dirty="0"/>
              <a:t> </a:t>
            </a:r>
            <a:r>
              <a:rPr lang="en-US" altLang="en-US" dirty="0" err="1"/>
              <a:t>việc</a:t>
            </a:r>
            <a:r>
              <a:rPr lang="en-US" altLang="en-US" dirty="0"/>
              <a:t> </a:t>
            </a:r>
            <a:r>
              <a:rPr lang="en-US" altLang="en-US" dirty="0" err="1"/>
              <a:t>lên</a:t>
            </a:r>
            <a:r>
              <a:rPr lang="en-US" altLang="en-US" dirty="0"/>
              <a:t> 1.5 </a:t>
            </a:r>
            <a:r>
              <a:rPr lang="en-US" altLang="en-US" dirty="0" err="1"/>
              <a:t>còn</a:t>
            </a:r>
            <a:r>
              <a:rPr lang="en-US" altLang="en-US" dirty="0"/>
              <a:t> </a:t>
            </a:r>
            <a:r>
              <a:rPr lang="en-US" altLang="en-US" dirty="0" err="1"/>
              <a:t>lại</a:t>
            </a:r>
            <a:r>
              <a:rPr lang="en-US" altLang="en-US" dirty="0"/>
              <a:t> </a:t>
            </a:r>
            <a:r>
              <a:rPr lang="en-US" altLang="en-US" dirty="0" err="1"/>
              <a:t>tăng</a:t>
            </a:r>
            <a:r>
              <a:rPr lang="en-US" altLang="en-US" dirty="0"/>
              <a:t> </a:t>
            </a:r>
            <a:r>
              <a:rPr lang="en-US" altLang="en-US" dirty="0" err="1"/>
              <a:t>lên</a:t>
            </a:r>
            <a:r>
              <a:rPr lang="en-US" altLang="en-US" dirty="0"/>
              <a:t> 2 </a:t>
            </a:r>
            <a:r>
              <a:rPr lang="en-US" altLang="en-US" dirty="0" err="1"/>
              <a:t>lần</a:t>
            </a:r>
            <a:endParaRPr lang="en-US" altLang="en-US" dirty="0"/>
          </a:p>
        </p:txBody>
      </p:sp>
      <p:sp>
        <p:nvSpPr>
          <p:cNvPr id="2" name="Footer Placeholder 1"/>
          <p:cNvSpPr>
            <a:spLocks noGrp="1"/>
          </p:cNvSpPr>
          <p:nvPr>
            <p:ph type="ftr" sz="quarter" idx="16"/>
          </p:nvPr>
        </p:nvSpPr>
        <p:spPr/>
        <p:txBody>
          <a:bodyPr/>
          <a:lstStyle/>
          <a:p>
            <a:pPr>
              <a:defRPr/>
            </a:pPr>
            <a:endParaRPr lang="en-US" altLang="en-US"/>
          </a:p>
        </p:txBody>
      </p:sp>
      <p:sp>
        <p:nvSpPr>
          <p:cNvPr id="3" name="Slide Number Placeholder 2"/>
          <p:cNvSpPr>
            <a:spLocks noGrp="1"/>
          </p:cNvSpPr>
          <p:nvPr>
            <p:ph type="sldNum" sz="quarter" idx="15"/>
          </p:nvPr>
        </p:nvSpPr>
        <p:spPr/>
        <p:txBody>
          <a:bodyPr/>
          <a:lstStyle/>
          <a:p>
            <a:pPr>
              <a:defRPr/>
            </a:pPr>
            <a:fld id="{D6CAE541-0444-4136-8702-7A35D945224B}" type="slidenum">
              <a:rPr lang="en-US" altLang="en-US" smtClean="0"/>
              <a:pPr>
                <a:defRPr/>
              </a:pPr>
              <a:t>76</a:t>
            </a:fld>
            <a:endParaRPr lang="en-US" altLang="en-US"/>
          </a:p>
        </p:txBody>
      </p:sp>
    </p:spTree>
    <p:extLst>
      <p:ext uri="{BB962C8B-B14F-4D97-AF65-F5344CB8AC3E}">
        <p14:creationId xmlns:p14="http://schemas.microsoft.com/office/powerpoint/2010/main" val="12980448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15168</TotalTime>
  <Words>5499</Words>
  <Application>Microsoft Office PowerPoint</Application>
  <PresentationFormat>On-screen Show (4:3)</PresentationFormat>
  <Paragraphs>1508</Paragraphs>
  <Slides>76</Slides>
  <Notes>74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76</vt:i4>
      </vt:variant>
    </vt:vector>
  </HeadingPairs>
  <TitlesOfParts>
    <vt:vector size="84" baseType="lpstr">
      <vt:lpstr>Arial</vt:lpstr>
      <vt:lpstr>Calibri</vt:lpstr>
      <vt:lpstr>Script MT Bold</vt:lpstr>
      <vt:lpstr>Tahoma</vt:lpstr>
      <vt:lpstr>Times New Roman</vt:lpstr>
      <vt:lpstr>Wingdings</vt:lpstr>
      <vt:lpstr>Wingdings 2</vt:lpstr>
      <vt:lpstr>Oriel</vt:lpstr>
      <vt:lpstr>PowerPoint Presentation</vt:lpstr>
      <vt:lpstr>Nội dung chi tiết</vt:lpstr>
      <vt:lpstr>1. Giới thiệu</vt:lpstr>
      <vt:lpstr>1. Giới thiệu</vt:lpstr>
      <vt:lpstr>2. Đại số quan hệ </vt:lpstr>
      <vt:lpstr>2. Đại số quan hệ </vt:lpstr>
      <vt:lpstr>2. Đại số quan hệ</vt:lpstr>
      <vt:lpstr>3. Phép toán tập hợp</vt:lpstr>
      <vt:lpstr>3. Phép toán tập hợp</vt:lpstr>
      <vt:lpstr>3. Phép toán tập hợp</vt:lpstr>
      <vt:lpstr>3.1. Phép hợp  (Union)</vt:lpstr>
      <vt:lpstr>3.1. Phép hợp  (Union)</vt:lpstr>
      <vt:lpstr>3.2. Phép giao  (Intersection)</vt:lpstr>
      <vt:lpstr>3.2. Phép giao  (Intersection)</vt:lpstr>
      <vt:lpstr>3.3. Phép trừ - (Diference)</vt:lpstr>
      <vt:lpstr>3.3. Phép trừ - (Diference)</vt:lpstr>
      <vt:lpstr>4. Phép chọn     (Selection)</vt:lpstr>
      <vt:lpstr>4. Phép chọn   (Selection)</vt:lpstr>
      <vt:lpstr>4. Phép chọn   (Selection)</vt:lpstr>
      <vt:lpstr>4. Phép chọn   (Selection) (4)</vt:lpstr>
      <vt:lpstr>5. Phép chiếu  (Projection)</vt:lpstr>
      <vt:lpstr>5. Phép chiếu  (Projection)</vt:lpstr>
      <vt:lpstr>5. Phép chiếu  (Projection)</vt:lpstr>
      <vt:lpstr>PowerPoint Presentation</vt:lpstr>
      <vt:lpstr>Bài tập 1:</vt:lpstr>
      <vt:lpstr>Bài tập 2:</vt:lpstr>
      <vt:lpstr>Bài tập 3:</vt:lpstr>
      <vt:lpstr>5. Phép chiếu  (Projection)</vt:lpstr>
      <vt:lpstr>5. Phép chiếu  (Projection)</vt:lpstr>
      <vt:lpstr>Kết hợp các phép toán</vt:lpstr>
      <vt:lpstr>5. Phép tích Cartesian X (Cartersian Product)</vt:lpstr>
      <vt:lpstr>PowerPoint Presentation</vt:lpstr>
      <vt:lpstr>PowerPoint Presentation</vt:lpstr>
      <vt:lpstr>5. Phép tích Cartesian X (Cartersian Product)</vt:lpstr>
      <vt:lpstr>5. Phép tích Cartesian X (Cartersian Product)</vt:lpstr>
      <vt:lpstr>PowerPoint Presentation</vt:lpstr>
      <vt:lpstr>PowerPoint Presentation</vt:lpstr>
      <vt:lpstr>PowerPoint Presentation</vt:lpstr>
      <vt:lpstr>7. Phép kết  (Join)</vt:lpstr>
      <vt:lpstr>7. Phép kết  (Join)</vt:lpstr>
      <vt:lpstr>7.1. Phép kết theta</vt:lpstr>
      <vt:lpstr>7.2. Phép kết bằng</vt:lpstr>
      <vt:lpstr>7.3. Phép kết tự nhiên</vt:lpstr>
      <vt:lpstr>Ví dụ 1:</vt:lpstr>
      <vt:lpstr>Ví dụ 2:</vt:lpstr>
      <vt:lpstr>Ví dụ 3:</vt:lpstr>
      <vt:lpstr>Bài tập:</vt:lpstr>
      <vt:lpstr>Tập đầy đủ các phép toán ĐSQH</vt:lpstr>
      <vt:lpstr>Ôn bài</vt:lpstr>
      <vt:lpstr>Bài tập</vt:lpstr>
      <vt:lpstr>Bài tập</vt:lpstr>
      <vt:lpstr>Nội dung chi tiết</vt:lpstr>
      <vt:lpstr>8. Phép chia</vt:lpstr>
      <vt:lpstr>8. Phép chia</vt:lpstr>
      <vt:lpstr>8. Phép chia</vt:lpstr>
      <vt:lpstr>8. Phép chia</vt:lpstr>
      <vt:lpstr>Nội dung chi tiết</vt:lpstr>
      <vt:lpstr>9.1. Phép gán (Assignment)</vt:lpstr>
      <vt:lpstr>9.2. Phép đổi tên (Rename)</vt:lpstr>
      <vt:lpstr>9.3. Hàm kết hợp </vt:lpstr>
      <vt:lpstr>9.3. Hàm kết hợp </vt:lpstr>
      <vt:lpstr>9.4. Phép gom nhóm</vt:lpstr>
      <vt:lpstr>9.4. Phép gom nhóm</vt:lpstr>
      <vt:lpstr>Bài tập:</vt:lpstr>
      <vt:lpstr>Bài tập:</vt:lpstr>
      <vt:lpstr>9.5. Phép kết ngoài (OUTER JOIN)</vt:lpstr>
      <vt:lpstr>9.5. Phép kết ngoài (OUTER JOIN)</vt:lpstr>
      <vt:lpstr>9.5. Phép kết ngoài (OUTER JOIN)</vt:lpstr>
      <vt:lpstr>9.5. Phép kết ngoài </vt:lpstr>
      <vt:lpstr>9.5. Phép kết ngoài </vt:lpstr>
      <vt:lpstr>Nội dung chi tiết</vt:lpstr>
      <vt:lpstr>10. Các thao tác cập nhật</vt:lpstr>
      <vt:lpstr>10.1. Thao tác thêm</vt:lpstr>
      <vt:lpstr>10.2. Thao tác xóa</vt:lpstr>
      <vt:lpstr>10.3. Thao tác sửa</vt:lpstr>
      <vt:lpstr>Bài tập</vt:lpstr>
    </vt:vector>
  </TitlesOfParts>
  <Company>SRDC METU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Semantics of Web Services</dc:title>
  <dc:creator>phuonglien</dc:creator>
  <cp:lastModifiedBy>khoa truong.tan</cp:lastModifiedBy>
  <cp:revision>354</cp:revision>
  <dcterms:created xsi:type="dcterms:W3CDTF">2003-05-25T12:47:52Z</dcterms:created>
  <dcterms:modified xsi:type="dcterms:W3CDTF">2020-04-19T16:05:33Z</dcterms:modified>
</cp:coreProperties>
</file>